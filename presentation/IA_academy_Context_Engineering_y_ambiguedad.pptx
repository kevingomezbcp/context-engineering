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3.xml" ContentType="application/vnd.openxmlformats-officedocument.theme+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4.xml" ContentType="application/vnd.openxmlformats-officedocument.theme+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4"/>
    <p:sldMasterId id="2147483817" r:id="rId5"/>
    <p:sldMasterId id="2147483836" r:id="rId6"/>
    <p:sldMasterId id="2147483851" r:id="rId7"/>
  </p:sldMasterIdLst>
  <p:notesMasterIdLst>
    <p:notesMasterId r:id="rId33"/>
  </p:notesMasterIdLst>
  <p:handoutMasterIdLst>
    <p:handoutMasterId r:id="rId34"/>
  </p:handoutMasterIdLst>
  <p:sldIdLst>
    <p:sldId id="2147482184" r:id="rId8"/>
    <p:sldId id="2147482185" r:id="rId9"/>
    <p:sldId id="2147482186" r:id="rId10"/>
    <p:sldId id="2147482187" r:id="rId11"/>
    <p:sldId id="2147482188" r:id="rId12"/>
    <p:sldId id="2147482189" r:id="rId13"/>
    <p:sldId id="2147482190" r:id="rId14"/>
    <p:sldId id="2147482191" r:id="rId15"/>
    <p:sldId id="2147482192" r:id="rId16"/>
    <p:sldId id="2147482217" r:id="rId17"/>
    <p:sldId id="2147482193" r:id="rId18"/>
    <p:sldId id="2147482211" r:id="rId19"/>
    <p:sldId id="2147482218" r:id="rId20"/>
    <p:sldId id="2147482219" r:id="rId21"/>
    <p:sldId id="2147482220" r:id="rId22"/>
    <p:sldId id="2147482222" r:id="rId23"/>
    <p:sldId id="2147482221" r:id="rId24"/>
    <p:sldId id="2147482223" r:id="rId25"/>
    <p:sldId id="2147482228" r:id="rId26"/>
    <p:sldId id="2147482224" r:id="rId27"/>
    <p:sldId id="2147482225" r:id="rId28"/>
    <p:sldId id="2147482197" r:id="rId29"/>
    <p:sldId id="2147482226" r:id="rId30"/>
    <p:sldId id="2147482208" r:id="rId31"/>
    <p:sldId id="2147482227" r:id="rId32"/>
  </p:sldIdLst>
  <p:sldSz cx="12147550" cy="6875463"/>
  <p:notesSz cx="6858000" cy="9144000"/>
  <p:custDataLst>
    <p:tags r:id="rId35"/>
  </p:custDataLst>
  <p:defaultTextStyle>
    <a:defPPr>
      <a:defRPr lang="en-US"/>
    </a:defPPr>
    <a:lvl1pPr marL="0" algn="l" defTabSz="543449" rtl="0" eaLnBrk="1" latinLnBrk="0" hangingPunct="1">
      <a:defRPr sz="2147" kern="1200">
        <a:solidFill>
          <a:schemeClr val="tx1"/>
        </a:solidFill>
        <a:latin typeface="+mn-lt"/>
        <a:ea typeface="+mn-ea"/>
        <a:cs typeface="+mn-cs"/>
      </a:defRPr>
    </a:lvl1pPr>
    <a:lvl2pPr marL="543449" algn="l" defTabSz="543449" rtl="0" eaLnBrk="1" latinLnBrk="0" hangingPunct="1">
      <a:defRPr sz="2147" kern="1200">
        <a:solidFill>
          <a:schemeClr val="tx1"/>
        </a:solidFill>
        <a:latin typeface="+mn-lt"/>
        <a:ea typeface="+mn-ea"/>
        <a:cs typeface="+mn-cs"/>
      </a:defRPr>
    </a:lvl2pPr>
    <a:lvl3pPr marL="1086897" algn="l" defTabSz="543449" rtl="0" eaLnBrk="1" latinLnBrk="0" hangingPunct="1">
      <a:defRPr sz="2147" kern="1200">
        <a:solidFill>
          <a:schemeClr val="tx1"/>
        </a:solidFill>
        <a:latin typeface="+mn-lt"/>
        <a:ea typeface="+mn-ea"/>
        <a:cs typeface="+mn-cs"/>
      </a:defRPr>
    </a:lvl3pPr>
    <a:lvl4pPr marL="1630346" algn="l" defTabSz="543449" rtl="0" eaLnBrk="1" latinLnBrk="0" hangingPunct="1">
      <a:defRPr sz="2147" kern="1200">
        <a:solidFill>
          <a:schemeClr val="tx1"/>
        </a:solidFill>
        <a:latin typeface="+mn-lt"/>
        <a:ea typeface="+mn-ea"/>
        <a:cs typeface="+mn-cs"/>
      </a:defRPr>
    </a:lvl4pPr>
    <a:lvl5pPr marL="2173794" algn="l" defTabSz="543449" rtl="0" eaLnBrk="1" latinLnBrk="0" hangingPunct="1">
      <a:defRPr sz="2147" kern="1200">
        <a:solidFill>
          <a:schemeClr val="tx1"/>
        </a:solidFill>
        <a:latin typeface="+mn-lt"/>
        <a:ea typeface="+mn-ea"/>
        <a:cs typeface="+mn-cs"/>
      </a:defRPr>
    </a:lvl5pPr>
    <a:lvl6pPr marL="2717243" algn="l" defTabSz="543449" rtl="0" eaLnBrk="1" latinLnBrk="0" hangingPunct="1">
      <a:defRPr sz="2147" kern="1200">
        <a:solidFill>
          <a:schemeClr val="tx1"/>
        </a:solidFill>
        <a:latin typeface="+mn-lt"/>
        <a:ea typeface="+mn-ea"/>
        <a:cs typeface="+mn-cs"/>
      </a:defRPr>
    </a:lvl6pPr>
    <a:lvl7pPr marL="3260692" algn="l" defTabSz="543449" rtl="0" eaLnBrk="1" latinLnBrk="0" hangingPunct="1">
      <a:defRPr sz="2147" kern="1200">
        <a:solidFill>
          <a:schemeClr val="tx1"/>
        </a:solidFill>
        <a:latin typeface="+mn-lt"/>
        <a:ea typeface="+mn-ea"/>
        <a:cs typeface="+mn-cs"/>
      </a:defRPr>
    </a:lvl7pPr>
    <a:lvl8pPr marL="3804140" algn="l" defTabSz="543449" rtl="0" eaLnBrk="1" latinLnBrk="0" hangingPunct="1">
      <a:defRPr sz="2147" kern="1200">
        <a:solidFill>
          <a:schemeClr val="tx1"/>
        </a:solidFill>
        <a:latin typeface="+mn-lt"/>
        <a:ea typeface="+mn-ea"/>
        <a:cs typeface="+mn-cs"/>
      </a:defRPr>
    </a:lvl8pPr>
    <a:lvl9pPr marL="4347588" algn="l" defTabSz="543449" rtl="0" eaLnBrk="1" latinLnBrk="0" hangingPunct="1">
      <a:defRPr sz="2147" kern="1200">
        <a:solidFill>
          <a:schemeClr val="tx1"/>
        </a:solidFill>
        <a:latin typeface="+mn-lt"/>
        <a:ea typeface="+mn-ea"/>
        <a:cs typeface="+mn-cs"/>
      </a:defRPr>
    </a:lvl9pPr>
  </p:defaultTextStyle>
  <p:extLst>
    <p:ext uri="{EFAFB233-063F-42B5-8137-9DF3F51BA10A}">
      <p15:sldGuideLst xmlns:p15="http://schemas.microsoft.com/office/powerpoint/2012/main">
        <p15:guide id="2" pos="3826" userDrawn="1">
          <p15:clr>
            <a:srgbClr val="A4A3A4"/>
          </p15:clr>
        </p15:guide>
        <p15:guide id="4" orient="horz" pos="4041" userDrawn="1">
          <p15:clr>
            <a:srgbClr val="A4A3A4"/>
          </p15:clr>
        </p15:guide>
        <p15:guide id="5" pos="301" userDrawn="1">
          <p15:clr>
            <a:srgbClr val="A4A3A4"/>
          </p15:clr>
        </p15:guide>
        <p15:guide id="6" pos="7330" userDrawn="1">
          <p15:clr>
            <a:srgbClr val="A4A3A4"/>
          </p15:clr>
        </p15:guide>
        <p15:guide id="7" pos="7180" userDrawn="1">
          <p15:clr>
            <a:srgbClr val="A4A3A4"/>
          </p15:clr>
        </p15:guide>
        <p15:guide id="9" pos="3818" userDrawn="1">
          <p15:clr>
            <a:srgbClr val="A4A3A4"/>
          </p15:clr>
        </p15:guide>
        <p15:guide id="10" orient="horz" pos="4009" userDrawn="1">
          <p15:clr>
            <a:srgbClr val="A4A3A4"/>
          </p15:clr>
        </p15:guide>
        <p15:guide id="11" orient="horz" pos="2188" userDrawn="1">
          <p15:clr>
            <a:srgbClr val="A4A3A4"/>
          </p15:clr>
        </p15:guide>
        <p15:guide id="13" pos="3823" userDrawn="1">
          <p15:clr>
            <a:srgbClr val="A4A3A4"/>
          </p15:clr>
        </p15:guide>
        <p15:guide id="14" pos="317"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lagros Cigueñas Espinel" initials="MCE" lastIdx="7" clrIdx="0"/>
  <p:cmAuthor id="2" name="Kathleen Gallagher" initials="KG"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D0DC"/>
    <a:srgbClr val="C8D0D3"/>
    <a:srgbClr val="0A9DA5"/>
    <a:srgbClr val="C9EBF0"/>
    <a:srgbClr val="E88020"/>
    <a:srgbClr val="D4A9CA"/>
    <a:srgbClr val="E8EEF1"/>
    <a:srgbClr val="1DC5CD"/>
    <a:srgbClr val="9E4A8C"/>
    <a:srgbClr val="E158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152" autoAdjust="0"/>
    <p:restoredTop sz="97164" autoAdjust="0"/>
  </p:normalViewPr>
  <p:slideViewPr>
    <p:cSldViewPr snapToGrid="0">
      <p:cViewPr varScale="1">
        <p:scale>
          <a:sx n="82" d="100"/>
          <a:sy n="82" d="100"/>
        </p:scale>
        <p:origin x="725" y="67"/>
      </p:cViewPr>
      <p:guideLst>
        <p:guide pos="3826"/>
        <p:guide orient="horz" pos="4041"/>
        <p:guide pos="301"/>
        <p:guide pos="7330"/>
        <p:guide pos="7180"/>
        <p:guide pos="3818"/>
        <p:guide orient="horz" pos="4009"/>
        <p:guide orient="horz" pos="2188"/>
        <p:guide pos="3823"/>
        <p:guide pos="317"/>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theme" Target="theme/theme1.xml"/><Relationship Id="rId21" Type="http://schemas.openxmlformats.org/officeDocument/2006/relationships/slide" Target="slides/slide14.xml"/><Relationship Id="rId34" Type="http://schemas.openxmlformats.org/officeDocument/2006/relationships/handoutMaster" Target="handoutMasters/handoutMaster1.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notesMaster" Target="notesMasters/notesMaster1.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commentAuthors" Target="commentAuthor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tags" Target="tags/tag1.xml"/><Relationship Id="rId8" Type="http://schemas.openxmlformats.org/officeDocument/2006/relationships/slide" Target="slides/slide1.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8FEAB9F-CB75-8745-87EF-8E559D0BBB93}" type="datetimeFigureOut">
              <a:rPr lang="en-US" smtClean="0"/>
              <a:t>9/16/2026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618B71C-041F-6047-82C9-1EA74FAD525B}" type="slidenum">
              <a:rPr lang="en-US" smtClean="0"/>
              <a:t>‹Nº›</a:t>
            </a:fld>
            <a:endParaRPr lang="en-US"/>
          </a:p>
        </p:txBody>
      </p:sp>
    </p:spTree>
    <p:extLst>
      <p:ext uri="{BB962C8B-B14F-4D97-AF65-F5344CB8AC3E}">
        <p14:creationId xmlns:p14="http://schemas.microsoft.com/office/powerpoint/2010/main" val="19280130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D20E17-5E8F-41AD-A619-A9EE89BB892E}" type="datetimeFigureOut">
              <a:rPr lang="en-US" smtClean="0"/>
              <a:t>9/16/2026</a:t>
            </a:fld>
            <a:endParaRPr lang="en-US"/>
          </a:p>
        </p:txBody>
      </p:sp>
      <p:sp>
        <p:nvSpPr>
          <p:cNvPr id="4" name="Marcador de imagen de diapositiva 3"/>
          <p:cNvSpPr>
            <a:spLocks noGrp="1" noRot="1" noChangeAspect="1"/>
          </p:cNvSpPr>
          <p:nvPr>
            <p:ph type="sldImg" idx="2"/>
          </p:nvPr>
        </p:nvSpPr>
        <p:spPr>
          <a:xfrm>
            <a:off x="703263" y="1143000"/>
            <a:ext cx="54514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0D7CE1-4029-4111-8E61-98237ACE8FD3}" type="slidenum">
              <a:rPr lang="en-US" smtClean="0"/>
              <a:t>‹Nº›</a:t>
            </a:fld>
            <a:endParaRPr lang="en-US"/>
          </a:p>
        </p:txBody>
      </p:sp>
    </p:spTree>
    <p:extLst>
      <p:ext uri="{BB962C8B-B14F-4D97-AF65-F5344CB8AC3E}">
        <p14:creationId xmlns:p14="http://schemas.microsoft.com/office/powerpoint/2010/main" val="1560709406"/>
      </p:ext>
    </p:extLst>
  </p:cSld>
  <p:clrMap bg1="lt1" tx1="dk1" bg2="lt2" tx2="dk2" accent1="accent1" accent2="accent2" accent3="accent3" accent4="accent4" accent5="accent5" accent6="accent6" hlink="hlink" folHlink="folHlink"/>
  <p:hf hdr="0" ftr="0" dt="0"/>
  <p:notesStyle>
    <a:lvl1pPr marL="0" algn="l" defTabSz="456468" rtl="0" eaLnBrk="1" latinLnBrk="0" hangingPunct="1">
      <a:defRPr sz="599" kern="1200">
        <a:solidFill>
          <a:schemeClr val="tx1"/>
        </a:solidFill>
        <a:latin typeface="+mn-lt"/>
        <a:ea typeface="+mn-ea"/>
        <a:cs typeface="+mn-cs"/>
      </a:defRPr>
    </a:lvl1pPr>
    <a:lvl2pPr marL="228234" algn="l" defTabSz="456468" rtl="0" eaLnBrk="1" latinLnBrk="0" hangingPunct="1">
      <a:defRPr sz="599" kern="1200">
        <a:solidFill>
          <a:schemeClr val="tx1"/>
        </a:solidFill>
        <a:latin typeface="+mn-lt"/>
        <a:ea typeface="+mn-ea"/>
        <a:cs typeface="+mn-cs"/>
      </a:defRPr>
    </a:lvl2pPr>
    <a:lvl3pPr marL="456468" algn="l" defTabSz="456468" rtl="0" eaLnBrk="1" latinLnBrk="0" hangingPunct="1">
      <a:defRPr sz="599" kern="1200">
        <a:solidFill>
          <a:schemeClr val="tx1"/>
        </a:solidFill>
        <a:latin typeface="+mn-lt"/>
        <a:ea typeface="+mn-ea"/>
        <a:cs typeface="+mn-cs"/>
      </a:defRPr>
    </a:lvl3pPr>
    <a:lvl4pPr marL="684703" algn="l" defTabSz="456468" rtl="0" eaLnBrk="1" latinLnBrk="0" hangingPunct="1">
      <a:defRPr sz="599" kern="1200">
        <a:solidFill>
          <a:schemeClr val="tx1"/>
        </a:solidFill>
        <a:latin typeface="+mn-lt"/>
        <a:ea typeface="+mn-ea"/>
        <a:cs typeface="+mn-cs"/>
      </a:defRPr>
    </a:lvl4pPr>
    <a:lvl5pPr marL="912937" algn="l" defTabSz="456468" rtl="0" eaLnBrk="1" latinLnBrk="0" hangingPunct="1">
      <a:defRPr sz="599" kern="1200">
        <a:solidFill>
          <a:schemeClr val="tx1"/>
        </a:solidFill>
        <a:latin typeface="+mn-lt"/>
        <a:ea typeface="+mn-ea"/>
        <a:cs typeface="+mn-cs"/>
      </a:defRPr>
    </a:lvl5pPr>
    <a:lvl6pPr marL="1141171" algn="l" defTabSz="456468" rtl="0" eaLnBrk="1" latinLnBrk="0" hangingPunct="1">
      <a:defRPr sz="599" kern="1200">
        <a:solidFill>
          <a:schemeClr val="tx1"/>
        </a:solidFill>
        <a:latin typeface="+mn-lt"/>
        <a:ea typeface="+mn-ea"/>
        <a:cs typeface="+mn-cs"/>
      </a:defRPr>
    </a:lvl6pPr>
    <a:lvl7pPr marL="1369405" algn="l" defTabSz="456468" rtl="0" eaLnBrk="1" latinLnBrk="0" hangingPunct="1">
      <a:defRPr sz="599" kern="1200">
        <a:solidFill>
          <a:schemeClr val="tx1"/>
        </a:solidFill>
        <a:latin typeface="+mn-lt"/>
        <a:ea typeface="+mn-ea"/>
        <a:cs typeface="+mn-cs"/>
      </a:defRPr>
    </a:lvl7pPr>
    <a:lvl8pPr marL="1597640" algn="l" defTabSz="456468" rtl="0" eaLnBrk="1" latinLnBrk="0" hangingPunct="1">
      <a:defRPr sz="599" kern="1200">
        <a:solidFill>
          <a:schemeClr val="tx1"/>
        </a:solidFill>
        <a:latin typeface="+mn-lt"/>
        <a:ea typeface="+mn-ea"/>
        <a:cs typeface="+mn-cs"/>
      </a:defRPr>
    </a:lvl8pPr>
    <a:lvl9pPr marL="1825874" algn="l" defTabSz="456468" rtl="0" eaLnBrk="1" latinLnBrk="0" hangingPunct="1">
      <a:defRPr sz="5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PE" dirty="0"/>
          </a:p>
        </p:txBody>
      </p:sp>
      <p:sp>
        <p:nvSpPr>
          <p:cNvPr id="4" name="Marcador de número de diapositiva 3"/>
          <p:cNvSpPr>
            <a:spLocks noGrp="1"/>
          </p:cNvSpPr>
          <p:nvPr>
            <p:ph type="sldNum" sz="quarter" idx="5"/>
          </p:nvPr>
        </p:nvSpPr>
        <p:spPr/>
        <p:txBody>
          <a:bodyPr/>
          <a:lstStyle/>
          <a:p>
            <a:fld id="{390D7CE1-4029-4111-8E61-98237ACE8FD3}" type="slidenum">
              <a:rPr lang="en-US" smtClean="0"/>
              <a:t>1</a:t>
            </a:fld>
            <a:endParaRPr lang="en-US"/>
          </a:p>
        </p:txBody>
      </p:sp>
    </p:spTree>
    <p:extLst>
      <p:ext uri="{BB962C8B-B14F-4D97-AF65-F5344CB8AC3E}">
        <p14:creationId xmlns:p14="http://schemas.microsoft.com/office/powerpoint/2010/main" val="646637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27347-AFF9-85C3-37A2-61672885C4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F47480-87EC-5ED0-0DD6-E54C60C7E0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D99925-F459-0AE9-15A9-3F052B843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7161C2-A812-08DA-4E64-F13D9BD6A6FD}"/>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539283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FBED8-3B4E-B1A2-7651-631C519089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3FE2C6-BDCA-2BF2-1E3E-A4E6F03D9F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4F0E62-6300-B880-D8EC-2A982E92D1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6B9AF0-56E8-6656-9FB9-753637973685}"/>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3005685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84290-66CD-FD6C-C756-84587D700C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FDC94F-F5F0-F285-60A5-9D22971B3B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405738-B2B8-567F-6365-77BD573F44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B89345-37B8-7BD0-CB1B-E7E7734329C2}"/>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660667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A4489-9A3E-60E4-2F8C-91A36E16AF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E15C8-7E34-3D95-CDA5-38012EBEB3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2B3978-6A90-C11C-1D68-FD2FD2359C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E6317F-0306-E4FE-E5BA-764E5BA095E5}"/>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1202138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83453-4C11-1149-1410-E97CB5530B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7E63DC-58F3-0819-C118-5B8785703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9FE93B-904F-B2C0-EBFF-3A1928B6B6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1AC26B-F6A7-F631-8A37-6E990489B349}"/>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7785406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491F7-F0BF-74C4-14B6-2C21C32B86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9AE8E4-07AE-2E25-B0A0-CA593039F4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1F7A9-50FE-AFFC-CCF1-676FC348D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21EFA1-553D-6BE5-123A-483EFF89BB3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3468359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79BAA-0D1F-42A1-DA5F-F5A0A40DB3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A3035C-24AA-07BF-6F17-A04F84F0D6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25620C-6332-8550-3AA0-5A28AB60AB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3693ADF-A9A2-28E5-E0C1-E1ED55070201}"/>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24738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6752C-3BF4-1464-2203-BFDFE0E34A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9C7A0C-020C-8876-25DF-53A39A148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0BC8C7-9D1C-B520-357E-7DC332C95227}"/>
              </a:ext>
            </a:extLst>
          </p:cNvPr>
          <p:cNvSpPr>
            <a:spLocks noGrp="1"/>
          </p:cNvSpPr>
          <p:nvPr>
            <p:ph type="body" idx="1"/>
          </p:nvPr>
        </p:nvSpPr>
        <p:spPr/>
        <p:txBody>
          <a:bodyPr/>
          <a:lstStyle/>
          <a:p>
            <a:r>
              <a:t>Propuesta de implementación para agentes conversacionales que prioriza baja latencia. Es una política aproximada y evaluada fuera de línea, no el cálculo exacto de valor de información por simulación del artículo de Dong et al. No se afirma una latencia mínima garantizada ni una mejora medida.</a:t>
            </a:r>
          </a:p>
          <a:p>
            <a:r>
              <a:t>Ruta habitual: reutilizar historial relevante, estado estructurado y evidencia ya disponibles. Cuando el sistema ya realiza una llamada al LLM para el turno, incorporar allí la detección de datos faltantes y la decisión de responder o aclarar. Evitar agregar un juez LLM y llamadas de simulación independientes para cada consulta. Una sola llamada para esta decisión no implica que todo un agente con herramientas o RAG funcione siempre con una única llamada total.</a:t>
            </a:r>
          </a:p>
          <a:p>
            <a:r>
              <a:t>Una implementación puede pedir una salida estructurada con campos accion (responder/aclarar), dato_faltante y mensaje. El prompt incluye la política del dominio y los datos ya conocidos. El controlador valida la salida con código y verifica reglas sobre datos obligatorios. Si un dato estructurado requerido ya se detecta como ausente mediante reglas, una plantilla puede formular la aclaración sin una llamada LLM dedicada. No usar probabilidades inventadas para justificar la decisión.</a:t>
            </a:r>
          </a:p>
          <a:p>
            <a:r>
              <a:t>Reglas de ejemplo a validar: responder cuando el contexto resuelve la interpretación, cuando las interpretaciones llevan a la misma respuesta útil o cuando una respuesta breve por escenarios satisface la consulta. Preguntar por un solo dato cuando falta información necesaria para una respuesta específica y la política considera que el beneficio supera la fricción. Esperar la respuesta real antes de continuar. Si falta evidencia documental, recuperar o verificar la fuente pertinente en lugar de exigir al usuario interpretar documentos ambiguos.</a:t>
            </a:r>
          </a:p>
          <a:p>
            <a:r>
              <a:t>Fuera de línea: diseñar y ajustar reglas, campos requeridos y plantillas con conversaciones etiquetadas. Comparar calidad, error por intención, aclaraciones útiles e innecesarias, abandonos, tokens, número de llamadas, tiempo al primer token y latencia total p50/p95. Evaluar también turnos adicionales que una aclaración introduce. Validar en datos separados y revisar por dominio y nivel de impacto. La simulación o un evaluador adicional pueden reservarse para casos inciertos de mayor impacto, con presupuesto de latencia, o emplearse fuera de línea para diseñar la política.</a:t>
            </a:r>
          </a:p>
          <a:p>
            <a:r>
              <a:t>El ejemplo es ilustrativo: si el historial identifica memoria de un agente IA, la respuesta utiliza esa información y las fuentes necesarias. Si una explicación de configuración exige identificar primero el tipo de memoria y el contexto no lo determina, se pregunta si se trata del agente IA o de la RAM. Después podrían faltar otros datos específicos del caso. Los números hipotéticos de riesgo de la versión anterior no son mediciones y no se utilizan como umbrales del flujo.</a:t>
            </a:r>
          </a:p>
          <a:p>
            <a:r>
              <a:t>Referencias: Dong et al. (2026), Value of Information: A Framework for Human–Agent Communication, §4.1-4.2. https://arxiv.org/html/2601.06407v1</a:t>
            </a:r>
          </a:p>
          <a:p>
            <a:r>
              <a:t>Anthropic (2024), Building Effective Agents. Principios de simplicidad, evaluación y relación entre complejidad, latencia y costo. https://www.anthropic.com/engineering/building-effective-agents</a:t>
            </a:r>
          </a:p>
          <a:p>
            <a:r>
              <a:t>Anthropic, Reducing latency. https://platform.claude.com/docs/en/test-and-evaluate/strengthen-guardrails/reduce-latency</a:t>
            </a:r>
          </a:p>
        </p:txBody>
      </p:sp>
      <p:sp>
        <p:nvSpPr>
          <p:cNvPr id="4" name="Slide Number Placeholder 3">
            <a:extLst>
              <a:ext uri="{FF2B5EF4-FFF2-40B4-BE49-F238E27FC236}">
                <a16:creationId xmlns:a16="http://schemas.microsoft.com/office/drawing/2014/main" id="{DDA04322-56E2-8745-77DF-2311944CCEBE}"/>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9142059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6752C-3BF4-1464-2203-BFDFE0E34A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9C7A0C-020C-8876-25DF-53A39A148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0BC8C7-9D1C-B520-357E-7DC332C952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A04322-56E2-8745-77DF-2311944CCEBE}"/>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9142059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448B8-46FB-B554-12E8-1D7F3468A2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7E8BA1-8DD8-051C-3424-790B139A69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BA8F33-7DD3-B20E-0A2B-6ECE056656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6F6E53-3094-DEB8-4C43-5B7F3A3B16A9}"/>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491605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A1E51-C16B-44E7-1033-8F64E2233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3D1C87-AF32-9B5B-0038-7E0A570E28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E28BD7-47A5-FE86-18EB-1E5D2FB552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50414B-A831-D6A7-B6A2-D4D4395B931D}"/>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6039795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6752C-3BF4-1464-2203-BFDFE0E34A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9C7A0C-020C-8876-25DF-53A39A148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0BC8C7-9D1C-B520-357E-7DC332C95227}"/>
              </a:ext>
            </a:extLst>
          </p:cNvPr>
          <p:cNvSpPr>
            <a:spLocks noGrp="1"/>
          </p:cNvSpPr>
          <p:nvPr>
            <p:ph type="body" idx="1"/>
          </p:nvPr>
        </p:nvSpPr>
        <p:spPr/>
        <p:txBody>
          <a:bodyPr/>
          <a:lstStyle/>
          <a:p>
            <a:r>
              <a:t>Síntesis didáctica de las conclusiones: el contexto debe ser relevante y utilizable, la evidencia no identifica siempre la intención, la aclaración tiene un valor esperado y un costo, y la calidad debe validarse empíricamente.</a:t>
            </a:r>
          </a:p>
          <a:p>
            <a:endParaRPr/>
          </a:p>
          <a:p>
            <a:r>
              <a:t>Referencias</a:t>
            </a:r>
          </a:p>
          <a:p>
            <a:r>
              <a:t>Mei et al. (2025), A Survey of Context Engineering for Large Language Models, §3–4. https://arxiv.org/html/2507.13334v2</a:t>
            </a:r>
          </a:p>
          <a:p>
            <a:endParaRPr/>
          </a:p>
          <a:p>
            <a:r>
              <a:t>Kim et al. (2024), Aligning Language Models to Explicitly Handle Ambiguity. https://aclanthology.org/2024.emnlp-main.119/</a:t>
            </a:r>
          </a:p>
          <a:p>
            <a:endParaRPr/>
          </a:p>
          <a:p>
            <a:r>
              <a:t>Dong et al. (2026), Value of Information: A Framework for Human–Agent Communication, §4.1. https://arxiv.org/html/2601.06407v1</a:t>
            </a:r>
          </a:p>
        </p:txBody>
      </p:sp>
      <p:sp>
        <p:nvSpPr>
          <p:cNvPr id="4" name="Slide Number Placeholder 3">
            <a:extLst>
              <a:ext uri="{FF2B5EF4-FFF2-40B4-BE49-F238E27FC236}">
                <a16:creationId xmlns:a16="http://schemas.microsoft.com/office/drawing/2014/main" id="{DDA04322-56E2-8745-77DF-2311944CCEBE}"/>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914205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6752C-3BF4-1464-2203-BFDFE0E34A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9C7A0C-020C-8876-25DF-53A39A148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0BC8C7-9D1C-B520-357E-7DC332C95227}"/>
              </a:ext>
            </a:extLst>
          </p:cNvPr>
          <p:cNvSpPr>
            <a:spLocks noGrp="1"/>
          </p:cNvSpPr>
          <p:nvPr>
            <p:ph type="body" idx="1"/>
          </p:nvPr>
        </p:nvSpPr>
        <p:spPr/>
        <p:txBody>
          <a:bodyPr/>
          <a:lstStyle/>
          <a:p>
            <a:r>
              <a:t>Formulario de referencia para el desarrollo probabilístico de la presentación.</a:t>
            </a:r>
          </a:p>
          <a:p>
            <a:r>
              <a:t>La columna izquierda usa eventos A, B, C, D y una partición finita o numerable {B_i}. Una coma entre eventos denota intersección. Las probabilidades condicionadas se expresan únicamente cuando los eventos condicionantes tienen probabilidad positiva. En la probabilidad total se suman los B_i con P(B_i ∩ C)&gt;0, omitiendo los términos de peso cero. La regla de la cadena también puede escribirse en orden inverso. Para eliminar A del segundo factor debe justificarse A ⟂ B | (C,D). La independencia no condicionada no basta.</a:t>
            </a:r>
          </a:p>
          <a:p>
            <a:r>
              <a:t>La columna derecha usa variables aleatorias discretas X, Y y Z con entropías finitas. La suma que define H(Y|X) incluye el soporte con p(x,y)&gt;0, con la convención habitual 0 log 0=0. La distribución conjunta se mantiene fija. H(Y|X,Z) promedia valores de X y Z. La desigualdad no compara automáticamente H(Y|X=x,Z=z) con H(Y|X=x) para cada observación. La información mutua condicional es no negativa y vale cero si y solo si Y y Z son condicionalmente independientes dado X (casi seguramente).</a:t>
            </a:r>
          </a:p>
          <a:p>
            <a:r>
              <a:t>La cadena de entropía descompone H(Y,Z|X), la entropía conjunta, y no H(Y|X). Pueden añadirse variables a las condiciones de todas estas identidades cuando las expresiones estén definidas. Para el caso de la PPT, Y puede sustituirse por la respuesta objetivo Y*, X por la consulta y Z por la intención o información adicional según la fórmula y la definición elegida. Estas identidades no garantizan mayor exactitud de un LLM al cambiar su prompt.</a:t>
            </a:r>
          </a:p>
          <a:p>
            <a:endParaRPr/>
          </a:p>
          <a:p>
            <a:r>
              <a:t>Referencias:</a:t>
            </a:r>
          </a:p>
          <a:p>
            <a:r>
              <a:t>ProbabilityCourse, §1.4.0, Conditional Probability: https://www.probabilitycourse.com/chapter1/1_4_0_conditional_probability.php</a:t>
            </a:r>
          </a:p>
          <a:p>
            <a:r>
              <a:t>ProbabilityCourse, §1.4.3, Bayes' Rule: https://www.probabilitycourse.com/chapter1/1_4_3_bayes_rule.php</a:t>
            </a:r>
          </a:p>
          <a:p>
            <a:r>
              <a:t>MIT OpenCourseWare, Introduction to Probability, lecciones 2 y 3: https://ocw.mit.edu/courses/res-6-012-introduction-to-probability-spring-2018/pages/part-i-the-fundamentals/</a:t>
            </a:r>
          </a:p>
          <a:p>
            <a:r>
              <a:t>Stanford EE274, Conditional entropy and entropy rate: https://stanforddatacompressionclass.github.io/notes/lossless_iid/non_iid_sources.html</a:t>
            </a:r>
          </a:p>
          <a:p>
            <a:endParaRPr/>
          </a:p>
          <a:p>
            <a:r>
              <a:t>Fórmulas (LaTeX):</a:t>
            </a:r>
          </a:p>
          <a:p>
            <a:r>
              <a:t>P(A\mid B)=\frac{P(A\cap B)}{P(B)}</a:t>
            </a:r>
          </a:p>
          <a:p>
            <a:r>
              <a:t>P(A,B\mid C,D)=P(A\mid C,D)\,P(B\mid A,C,D)</a:t>
            </a:r>
          </a:p>
          <a:p>
            <a:r>
              <a:t>P(A\mid B,C)=\frac{P(B\mid A,C)\,P(A\mid C)}{P(B\mid C)}</a:t>
            </a:r>
          </a:p>
          <a:p>
            <a:r>
              <a:t>P(A\mid C)=\sum_i P(A\mid B_i,C)\,P(B_i\mid C)</a:t>
            </a:r>
          </a:p>
          <a:p>
            <a:r>
              <a:t>H(Y\mid X)=-\sum_{x,y}p(x,y)\log_2 p(y\mid x)</a:t>
            </a:r>
          </a:p>
          <a:p>
            <a:r>
              <a:t>H(Y,Z\mid X)=H(Z\mid X)+H(Y\mid X,Z)</a:t>
            </a:r>
          </a:p>
          <a:p>
            <a:r>
              <a:t>H(Y\mid X,Z)\leq H(Y\mid X)</a:t>
            </a:r>
          </a:p>
          <a:p>
            <a:r>
              <a:t>I(Y;Z\mid X)=H(Y\mid X)-H(Y\mid X,Z)\geq 0</a:t>
            </a:r>
          </a:p>
        </p:txBody>
      </p:sp>
      <p:sp>
        <p:nvSpPr>
          <p:cNvPr id="4" name="Slide Number Placeholder 3">
            <a:extLst>
              <a:ext uri="{FF2B5EF4-FFF2-40B4-BE49-F238E27FC236}">
                <a16:creationId xmlns:a16="http://schemas.microsoft.com/office/drawing/2014/main" id="{DDA04322-56E2-8745-77DF-2311944CCEBE}"/>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91420594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7.jpeg"/><Relationship Id="rId7" Type="http://schemas.openxmlformats.org/officeDocument/2006/relationships/image" Target="../media/image10.pn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9.png"/><Relationship Id="rId5" Type="http://schemas.openxmlformats.org/officeDocument/2006/relationships/image" Target="../media/image8.emf"/><Relationship Id="rId4" Type="http://schemas.openxmlformats.org/officeDocument/2006/relationships/oleObject" Target="../embeddings/oleObject3.bin"/></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5.xml"/><Relationship Id="rId4" Type="http://schemas.openxmlformats.org/officeDocument/2006/relationships/image" Target="../media/image8.emf"/></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5.bin"/><Relationship Id="rId7" Type="http://schemas.openxmlformats.org/officeDocument/2006/relationships/image" Target="../media/image13.png"/><Relationship Id="rId2" Type="http://schemas.openxmlformats.org/officeDocument/2006/relationships/slideMaster" Target="../slideMasters/slideMaster1.xml"/><Relationship Id="rId1" Type="http://schemas.openxmlformats.org/officeDocument/2006/relationships/tags" Target="../tags/tag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8.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7.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8.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8.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9.xml"/><Relationship Id="rId6" Type="http://schemas.openxmlformats.org/officeDocument/2006/relationships/image" Target="../media/image17.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7.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10.xml"/><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10.bin"/><Relationship Id="rId7" Type="http://schemas.openxmlformats.org/officeDocument/2006/relationships/image" Target="../media/image19.png"/><Relationship Id="rId2" Type="http://schemas.openxmlformats.org/officeDocument/2006/relationships/slideMaster" Target="../slideMasters/slideMaster1.xml"/><Relationship Id="rId1" Type="http://schemas.openxmlformats.org/officeDocument/2006/relationships/tags" Target="../tags/tag11.xml"/><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1.xml"/><Relationship Id="rId1" Type="http://schemas.openxmlformats.org/officeDocument/2006/relationships/tags" Target="../tags/tag12.xml"/><Relationship Id="rId6" Type="http://schemas.openxmlformats.org/officeDocument/2006/relationships/image" Target="../media/image20.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12.bin"/><Relationship Id="rId7" Type="http://schemas.openxmlformats.org/officeDocument/2006/relationships/image" Target="../media/image20.png"/><Relationship Id="rId2" Type="http://schemas.openxmlformats.org/officeDocument/2006/relationships/slideMaster" Target="../slideMasters/slideMaster1.xml"/><Relationship Id="rId1" Type="http://schemas.openxmlformats.org/officeDocument/2006/relationships/tags" Target="../tags/tag13.xml"/><Relationship Id="rId6" Type="http://schemas.openxmlformats.org/officeDocument/2006/relationships/image" Target="../media/image21.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1.xml"/><Relationship Id="rId1" Type="http://schemas.openxmlformats.org/officeDocument/2006/relationships/tags" Target="../tags/tag14.xml"/><Relationship Id="rId6" Type="http://schemas.openxmlformats.org/officeDocument/2006/relationships/image" Target="../media/image22.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1.xml"/><Relationship Id="rId1" Type="http://schemas.openxmlformats.org/officeDocument/2006/relationships/tags" Target="../tags/tag15.xml"/><Relationship Id="rId6" Type="http://schemas.openxmlformats.org/officeDocument/2006/relationships/image" Target="../media/image23.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1.xml"/><Relationship Id="rId1" Type="http://schemas.openxmlformats.org/officeDocument/2006/relationships/tags" Target="../tags/tag16.xml"/><Relationship Id="rId6" Type="http://schemas.openxmlformats.org/officeDocument/2006/relationships/image" Target="../media/image24.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jpeg"/><Relationship Id="rId7" Type="http://schemas.openxmlformats.org/officeDocument/2006/relationships/image" Target="../media/image10.png"/><Relationship Id="rId2" Type="http://schemas.openxmlformats.org/officeDocument/2006/relationships/slideMaster" Target="../slideMasters/slideMaster2.xml"/><Relationship Id="rId1" Type="http://schemas.openxmlformats.org/officeDocument/2006/relationships/tags" Target="../tags/tag18.xml"/><Relationship Id="rId6" Type="http://schemas.openxmlformats.org/officeDocument/2006/relationships/image" Target="../media/image9.png"/><Relationship Id="rId5" Type="http://schemas.openxmlformats.org/officeDocument/2006/relationships/image" Target="../media/image8.emf"/><Relationship Id="rId4" Type="http://schemas.openxmlformats.org/officeDocument/2006/relationships/oleObject" Target="../embeddings/oleObject3.bin"/></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2.xml"/><Relationship Id="rId1" Type="http://schemas.openxmlformats.org/officeDocument/2006/relationships/tags" Target="../tags/tag19.xml"/><Relationship Id="rId4" Type="http://schemas.openxmlformats.org/officeDocument/2006/relationships/image" Target="../media/image8.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5.bin"/><Relationship Id="rId7" Type="http://schemas.openxmlformats.org/officeDocument/2006/relationships/image" Target="../media/image13.png"/><Relationship Id="rId2" Type="http://schemas.openxmlformats.org/officeDocument/2006/relationships/slideMaster" Target="../slideMasters/slideMaster2.xml"/><Relationship Id="rId1" Type="http://schemas.openxmlformats.org/officeDocument/2006/relationships/tags" Target="../tags/tag20.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8.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21.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8.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2.xml"/><Relationship Id="rId1" Type="http://schemas.openxmlformats.org/officeDocument/2006/relationships/tags" Target="../tags/tag2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2.xml"/><Relationship Id="rId1" Type="http://schemas.openxmlformats.org/officeDocument/2006/relationships/tags" Target="../tags/tag23.xml"/><Relationship Id="rId6" Type="http://schemas.openxmlformats.org/officeDocument/2006/relationships/image" Target="../media/image17.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2.xml"/><Relationship Id="rId1" Type="http://schemas.openxmlformats.org/officeDocument/2006/relationships/tags" Target="../tags/tag24.xml"/><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0.bin"/><Relationship Id="rId7" Type="http://schemas.openxmlformats.org/officeDocument/2006/relationships/image" Target="../media/image19.png"/><Relationship Id="rId2" Type="http://schemas.openxmlformats.org/officeDocument/2006/relationships/slideMaster" Target="../slideMasters/slideMaster2.xml"/><Relationship Id="rId1" Type="http://schemas.openxmlformats.org/officeDocument/2006/relationships/tags" Target="../tags/tag25.xml"/><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2.xml"/><Relationship Id="rId1" Type="http://schemas.openxmlformats.org/officeDocument/2006/relationships/tags" Target="../tags/tag26.xml"/><Relationship Id="rId6" Type="http://schemas.openxmlformats.org/officeDocument/2006/relationships/image" Target="../media/image20.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12.bin"/><Relationship Id="rId7" Type="http://schemas.openxmlformats.org/officeDocument/2006/relationships/image" Target="../media/image20.png"/><Relationship Id="rId2" Type="http://schemas.openxmlformats.org/officeDocument/2006/relationships/slideMaster" Target="../slideMasters/slideMaster2.xml"/><Relationship Id="rId1" Type="http://schemas.openxmlformats.org/officeDocument/2006/relationships/tags" Target="../tags/tag27.xml"/><Relationship Id="rId6" Type="http://schemas.openxmlformats.org/officeDocument/2006/relationships/image" Target="../media/image21.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2.xml"/><Relationship Id="rId1" Type="http://schemas.openxmlformats.org/officeDocument/2006/relationships/tags" Target="../tags/tag28.xml"/><Relationship Id="rId6" Type="http://schemas.openxmlformats.org/officeDocument/2006/relationships/image" Target="../media/image22.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2.xml"/><Relationship Id="rId1" Type="http://schemas.openxmlformats.org/officeDocument/2006/relationships/tags" Target="../tags/tag29.xml"/><Relationship Id="rId6" Type="http://schemas.openxmlformats.org/officeDocument/2006/relationships/image" Target="../media/image23.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2.xml"/><Relationship Id="rId1" Type="http://schemas.openxmlformats.org/officeDocument/2006/relationships/tags" Target="../tags/tag30.xml"/><Relationship Id="rId6" Type="http://schemas.openxmlformats.org/officeDocument/2006/relationships/image" Target="../media/image24.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28.xml.rels><?xml version="1.0" encoding="UTF-8" standalone="yes"?>
<Relationships xmlns="http://schemas.openxmlformats.org/package/2006/relationships"><Relationship Id="rId8" Type="http://schemas.openxmlformats.org/officeDocument/2006/relationships/tags" Target="../tags/tag38.xml"/><Relationship Id="rId3" Type="http://schemas.openxmlformats.org/officeDocument/2006/relationships/tags" Target="../tags/tag33.xml"/><Relationship Id="rId7" Type="http://schemas.openxmlformats.org/officeDocument/2006/relationships/tags" Target="../tags/tag37.xml"/><Relationship Id="rId12" Type="http://schemas.openxmlformats.org/officeDocument/2006/relationships/image" Target="../media/image26.png"/><Relationship Id="rId2" Type="http://schemas.openxmlformats.org/officeDocument/2006/relationships/tags" Target="../tags/tag32.xml"/><Relationship Id="rId1" Type="http://schemas.openxmlformats.org/officeDocument/2006/relationships/tags" Target="../tags/tag31.xml"/><Relationship Id="rId6" Type="http://schemas.openxmlformats.org/officeDocument/2006/relationships/tags" Target="../tags/tag36.xml"/><Relationship Id="rId11" Type="http://schemas.openxmlformats.org/officeDocument/2006/relationships/image" Target="../media/image25.emf"/><Relationship Id="rId5" Type="http://schemas.openxmlformats.org/officeDocument/2006/relationships/tags" Target="../tags/tag35.xml"/><Relationship Id="rId10" Type="http://schemas.openxmlformats.org/officeDocument/2006/relationships/oleObject" Target="../embeddings/oleObject16.bin"/><Relationship Id="rId4" Type="http://schemas.openxmlformats.org/officeDocument/2006/relationships/tags" Target="../tags/tag34.xml"/><Relationship Id="rId9"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41.xml"/><Relationship Id="rId7" Type="http://schemas.openxmlformats.org/officeDocument/2006/relationships/tags" Target="../tags/tag45.xml"/><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5" Type="http://schemas.openxmlformats.org/officeDocument/2006/relationships/tags" Target="../tags/tag43.xml"/><Relationship Id="rId10" Type="http://schemas.openxmlformats.org/officeDocument/2006/relationships/image" Target="../media/image25.emf"/><Relationship Id="rId4" Type="http://schemas.openxmlformats.org/officeDocument/2006/relationships/tags" Target="../tags/tag42.xml"/><Relationship Id="rId9" Type="http://schemas.openxmlformats.org/officeDocument/2006/relationships/oleObject" Target="../embeddings/oleObject17.bin"/></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jpeg"/><Relationship Id="rId7" Type="http://schemas.openxmlformats.org/officeDocument/2006/relationships/image" Target="../media/image10.png"/><Relationship Id="rId2" Type="http://schemas.openxmlformats.org/officeDocument/2006/relationships/slideMaster" Target="../slideMasters/slideMaster3.xml"/><Relationship Id="rId1" Type="http://schemas.openxmlformats.org/officeDocument/2006/relationships/tags" Target="../tags/tag48.xml"/><Relationship Id="rId6" Type="http://schemas.openxmlformats.org/officeDocument/2006/relationships/image" Target="../media/image9.png"/><Relationship Id="rId5" Type="http://schemas.openxmlformats.org/officeDocument/2006/relationships/image" Target="../media/image8.emf"/><Relationship Id="rId4" Type="http://schemas.openxmlformats.org/officeDocument/2006/relationships/oleObject" Target="../embeddings/oleObject3.bin"/></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3.xml"/><Relationship Id="rId1" Type="http://schemas.openxmlformats.org/officeDocument/2006/relationships/tags" Target="../tags/tag49.xml"/><Relationship Id="rId4" Type="http://schemas.openxmlformats.org/officeDocument/2006/relationships/image" Target="../media/image8.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5.bin"/><Relationship Id="rId7" Type="http://schemas.openxmlformats.org/officeDocument/2006/relationships/image" Target="../media/image13.png"/><Relationship Id="rId2" Type="http://schemas.openxmlformats.org/officeDocument/2006/relationships/slideMaster" Target="../slideMasters/slideMaster3.xml"/><Relationship Id="rId1" Type="http://schemas.openxmlformats.org/officeDocument/2006/relationships/tags" Target="../tags/tag50.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8.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51.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8.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5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53.xml"/><Relationship Id="rId6" Type="http://schemas.openxmlformats.org/officeDocument/2006/relationships/image" Target="../media/image17.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54.xml"/><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10.bin"/><Relationship Id="rId7" Type="http://schemas.openxmlformats.org/officeDocument/2006/relationships/image" Target="../media/image19.png"/><Relationship Id="rId2" Type="http://schemas.openxmlformats.org/officeDocument/2006/relationships/slideMaster" Target="../slideMasters/slideMaster3.xml"/><Relationship Id="rId1" Type="http://schemas.openxmlformats.org/officeDocument/2006/relationships/tags" Target="../tags/tag55.xml"/><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56.xml"/><Relationship Id="rId6" Type="http://schemas.openxmlformats.org/officeDocument/2006/relationships/image" Target="../media/image20.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12.bin"/><Relationship Id="rId7" Type="http://schemas.openxmlformats.org/officeDocument/2006/relationships/image" Target="../media/image20.png"/><Relationship Id="rId2" Type="http://schemas.openxmlformats.org/officeDocument/2006/relationships/slideMaster" Target="../slideMasters/slideMaster3.xml"/><Relationship Id="rId1" Type="http://schemas.openxmlformats.org/officeDocument/2006/relationships/tags" Target="../tags/tag57.xml"/><Relationship Id="rId6" Type="http://schemas.openxmlformats.org/officeDocument/2006/relationships/image" Target="../media/image21.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58.xml"/><Relationship Id="rId6" Type="http://schemas.openxmlformats.org/officeDocument/2006/relationships/image" Target="../media/image22.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59.xml"/><Relationship Id="rId6" Type="http://schemas.openxmlformats.org/officeDocument/2006/relationships/image" Target="../media/image23.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60.xml"/><Relationship Id="rId6" Type="http://schemas.openxmlformats.org/officeDocument/2006/relationships/image" Target="../media/image24.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7.jpeg"/><Relationship Id="rId7" Type="http://schemas.openxmlformats.org/officeDocument/2006/relationships/image" Target="../media/image10.png"/><Relationship Id="rId2" Type="http://schemas.openxmlformats.org/officeDocument/2006/relationships/slideMaster" Target="../slideMasters/slideMaster4.xml"/><Relationship Id="rId1" Type="http://schemas.openxmlformats.org/officeDocument/2006/relationships/tags" Target="../tags/tag62.xml"/><Relationship Id="rId6" Type="http://schemas.openxmlformats.org/officeDocument/2006/relationships/image" Target="../media/image9.png"/><Relationship Id="rId5" Type="http://schemas.openxmlformats.org/officeDocument/2006/relationships/image" Target="../media/image8.emf"/><Relationship Id="rId4" Type="http://schemas.openxmlformats.org/officeDocument/2006/relationships/oleObject" Target="../embeddings/oleObject3.bin"/></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4.xml"/><Relationship Id="rId1" Type="http://schemas.openxmlformats.org/officeDocument/2006/relationships/tags" Target="../tags/tag63.xml"/><Relationship Id="rId4" Type="http://schemas.openxmlformats.org/officeDocument/2006/relationships/image" Target="../media/image8.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5.bin"/><Relationship Id="rId7" Type="http://schemas.openxmlformats.org/officeDocument/2006/relationships/image" Target="../media/image13.png"/><Relationship Id="rId2" Type="http://schemas.openxmlformats.org/officeDocument/2006/relationships/slideMaster" Target="../slideMasters/slideMaster4.xml"/><Relationship Id="rId1" Type="http://schemas.openxmlformats.org/officeDocument/2006/relationships/tags" Target="../tags/tag6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8.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4.xml"/><Relationship Id="rId1" Type="http://schemas.openxmlformats.org/officeDocument/2006/relationships/tags" Target="../tags/tag65.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8.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4.xml"/><Relationship Id="rId1" Type="http://schemas.openxmlformats.org/officeDocument/2006/relationships/tags" Target="../tags/tag6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4.xml"/><Relationship Id="rId1" Type="http://schemas.openxmlformats.org/officeDocument/2006/relationships/tags" Target="../tags/tag67.xml"/><Relationship Id="rId6" Type="http://schemas.openxmlformats.org/officeDocument/2006/relationships/image" Target="../media/image17.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4.xml"/><Relationship Id="rId1" Type="http://schemas.openxmlformats.org/officeDocument/2006/relationships/tags" Target="../tags/tag68.xml"/><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51.xml.rels><?xml version="1.0" encoding="UTF-8" standalone="yes"?>
<Relationships xmlns="http://schemas.openxmlformats.org/package/2006/relationships"><Relationship Id="rId3" Type="http://schemas.openxmlformats.org/officeDocument/2006/relationships/oleObject" Target="../embeddings/oleObject10.bin"/><Relationship Id="rId7" Type="http://schemas.openxmlformats.org/officeDocument/2006/relationships/image" Target="../media/image19.png"/><Relationship Id="rId2" Type="http://schemas.openxmlformats.org/officeDocument/2006/relationships/slideMaster" Target="../slideMasters/slideMaster4.xml"/><Relationship Id="rId1" Type="http://schemas.openxmlformats.org/officeDocument/2006/relationships/tags" Target="../tags/tag69.xml"/><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4.xml"/><Relationship Id="rId1" Type="http://schemas.openxmlformats.org/officeDocument/2006/relationships/tags" Target="../tags/tag70.xml"/><Relationship Id="rId6" Type="http://schemas.openxmlformats.org/officeDocument/2006/relationships/image" Target="../media/image20.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12.bin"/><Relationship Id="rId7" Type="http://schemas.openxmlformats.org/officeDocument/2006/relationships/image" Target="../media/image20.png"/><Relationship Id="rId2" Type="http://schemas.openxmlformats.org/officeDocument/2006/relationships/slideMaster" Target="../slideMasters/slideMaster4.xml"/><Relationship Id="rId1" Type="http://schemas.openxmlformats.org/officeDocument/2006/relationships/tags" Target="../tags/tag71.xml"/><Relationship Id="rId6" Type="http://schemas.openxmlformats.org/officeDocument/2006/relationships/image" Target="../media/image21.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4.xml"/><Relationship Id="rId1" Type="http://schemas.openxmlformats.org/officeDocument/2006/relationships/tags" Target="../tags/tag72.xml"/><Relationship Id="rId6" Type="http://schemas.openxmlformats.org/officeDocument/2006/relationships/image" Target="../media/image22.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4.xml"/><Relationship Id="rId1" Type="http://schemas.openxmlformats.org/officeDocument/2006/relationships/tags" Target="../tags/tag73.xml"/><Relationship Id="rId6" Type="http://schemas.openxmlformats.org/officeDocument/2006/relationships/image" Target="../media/image23.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4.xml"/><Relationship Id="rId1" Type="http://schemas.openxmlformats.org/officeDocument/2006/relationships/tags" Target="../tags/tag74.xml"/><Relationship Id="rId6" Type="http://schemas.openxmlformats.org/officeDocument/2006/relationships/image" Target="../media/image24.png"/><Relationship Id="rId5" Type="http://schemas.openxmlformats.org/officeDocument/2006/relationships/image" Target="../media/image15.png"/><Relationship Id="rId4" Type="http://schemas.openxmlformats.org/officeDocument/2006/relationships/image" Target="../media/image8.emf"/></Relationships>
</file>

<file path=ppt/slideLayouts/_rels/slideLayout57.xml.rels><?xml version="1.0" encoding="UTF-8" standalone="yes"?>
<Relationships xmlns="http://schemas.openxmlformats.org/package/2006/relationships"><Relationship Id="rId8" Type="http://schemas.openxmlformats.org/officeDocument/2006/relationships/tags" Target="../tags/tag82.xml"/><Relationship Id="rId3" Type="http://schemas.openxmlformats.org/officeDocument/2006/relationships/tags" Target="../tags/tag77.xml"/><Relationship Id="rId7" Type="http://schemas.openxmlformats.org/officeDocument/2006/relationships/tags" Target="../tags/tag81.xml"/><Relationship Id="rId12" Type="http://schemas.openxmlformats.org/officeDocument/2006/relationships/image" Target="../media/image26.png"/><Relationship Id="rId2" Type="http://schemas.openxmlformats.org/officeDocument/2006/relationships/tags" Target="../tags/tag76.xml"/><Relationship Id="rId1" Type="http://schemas.openxmlformats.org/officeDocument/2006/relationships/tags" Target="../tags/tag75.xml"/><Relationship Id="rId6" Type="http://schemas.openxmlformats.org/officeDocument/2006/relationships/tags" Target="../tags/tag80.xml"/><Relationship Id="rId11" Type="http://schemas.openxmlformats.org/officeDocument/2006/relationships/image" Target="../media/image25.emf"/><Relationship Id="rId5" Type="http://schemas.openxmlformats.org/officeDocument/2006/relationships/tags" Target="../tags/tag79.xml"/><Relationship Id="rId10" Type="http://schemas.openxmlformats.org/officeDocument/2006/relationships/oleObject" Target="../embeddings/oleObject16.bin"/><Relationship Id="rId4" Type="http://schemas.openxmlformats.org/officeDocument/2006/relationships/tags" Target="../tags/tag78.xml"/><Relationship Id="rId9"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8" Type="http://schemas.openxmlformats.org/officeDocument/2006/relationships/slideMaster" Target="../slideMasters/slideMaster4.xml"/><Relationship Id="rId3" Type="http://schemas.openxmlformats.org/officeDocument/2006/relationships/tags" Target="../tags/tag85.xml"/><Relationship Id="rId7" Type="http://schemas.openxmlformats.org/officeDocument/2006/relationships/tags" Target="../tags/tag89.xml"/><Relationship Id="rId2" Type="http://schemas.openxmlformats.org/officeDocument/2006/relationships/tags" Target="../tags/tag84.xml"/><Relationship Id="rId1" Type="http://schemas.openxmlformats.org/officeDocument/2006/relationships/tags" Target="../tags/tag83.xml"/><Relationship Id="rId6" Type="http://schemas.openxmlformats.org/officeDocument/2006/relationships/tags" Target="../tags/tag88.xml"/><Relationship Id="rId5" Type="http://schemas.openxmlformats.org/officeDocument/2006/relationships/tags" Target="../tags/tag87.xml"/><Relationship Id="rId10" Type="http://schemas.openxmlformats.org/officeDocument/2006/relationships/image" Target="../media/image25.emf"/><Relationship Id="rId4" Type="http://schemas.openxmlformats.org/officeDocument/2006/relationships/tags" Target="../tags/tag86.xml"/><Relationship Id="rId9" Type="http://schemas.openxmlformats.org/officeDocument/2006/relationships/oleObject" Target="../embeddings/oleObject17.bin"/></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Diapositiva de títul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aphicFrame>
        <p:nvGraphicFramePr>
          <p:cNvPr id="8" name="Objeto 7" hidden="1">
            <a:extLst>
              <a:ext uri="{FF2B5EF4-FFF2-40B4-BE49-F238E27FC236}">
                <a16:creationId xmlns:a16="http://schemas.microsoft.com/office/drawing/2014/main" id="{EB45E1F9-278A-4FAE-9D98-A47C9D43DB01}"/>
              </a:ext>
            </a:extLst>
          </p:cNvPr>
          <p:cNvGraphicFramePr>
            <a:graphicFrameLocks noChangeAspect="1"/>
          </p:cNvGraphicFramePr>
          <p:nvPr>
            <p:custDataLst>
              <p:tags r:id="rId1"/>
            </p:custDataLst>
            <p:extLst>
              <p:ext uri="{D42A27DB-BD31-4B8C-83A1-F6EECF244321}">
                <p14:modId xmlns:p14="http://schemas.microsoft.com/office/powerpoint/2010/main" val="2789067333"/>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4" imgW="592" imgH="595" progId="TCLayout.ActiveDocument.1">
                  <p:embed/>
                </p:oleObj>
              </mc:Choice>
              <mc:Fallback>
                <p:oleObj name="Diapositiva de think-cell" r:id="rId4" imgW="592" imgH="595" progId="TCLayout.ActiveDocument.1">
                  <p:embed/>
                  <p:pic>
                    <p:nvPicPr>
                      <p:cNvPr id="8" name="Objeto 7" hidden="1">
                        <a:extLst>
                          <a:ext uri="{FF2B5EF4-FFF2-40B4-BE49-F238E27FC236}">
                            <a16:creationId xmlns:a16="http://schemas.microsoft.com/office/drawing/2014/main" id="{EB45E1F9-278A-4FAE-9D98-A47C9D43DB01}"/>
                          </a:ext>
                        </a:extLst>
                      </p:cNvPr>
                      <p:cNvPicPr/>
                      <p:nvPr/>
                    </p:nvPicPr>
                    <p:blipFill>
                      <a:blip r:embed="rId5"/>
                      <a:stretch>
                        <a:fillRect/>
                      </a:stretch>
                    </p:blipFill>
                    <p:spPr>
                      <a:xfrm>
                        <a:off x="1583" y="1592"/>
                        <a:ext cx="1582" cy="1592"/>
                      </a:xfrm>
                      <a:prstGeom prst="rect">
                        <a:avLst/>
                      </a:prstGeom>
                    </p:spPr>
                  </p:pic>
                </p:oleObj>
              </mc:Fallback>
            </mc:AlternateContent>
          </a:graphicData>
        </a:graphic>
      </p:graphicFrame>
      <p:pic>
        <p:nvPicPr>
          <p:cNvPr id="11" name="Picture 6">
            <a:extLst>
              <a:ext uri="{FF2B5EF4-FFF2-40B4-BE49-F238E27FC236}">
                <a16:creationId xmlns:a16="http://schemas.microsoft.com/office/drawing/2014/main" id="{DE3E51E2-1D46-47BE-9BF1-191708321669}"/>
              </a:ext>
            </a:extLst>
          </p:cNvPr>
          <p:cNvPicPr>
            <a:picLocks noChangeAspect="1"/>
          </p:cNvPicPr>
          <p:nvPr/>
        </p:nvPicPr>
        <p:blipFill>
          <a:blip r:embed="rId6" cstate="screen">
            <a:alphaModFix amt="70000"/>
            <a:extLst>
              <a:ext uri="{28A0092B-C50C-407E-A947-70E740481C1C}">
                <a14:useLocalDpi xmlns:a14="http://schemas.microsoft.com/office/drawing/2010/main"/>
              </a:ext>
            </a:extLst>
          </a:blip>
          <a:stretch>
            <a:fillRect/>
          </a:stretch>
        </p:blipFill>
        <p:spPr>
          <a:xfrm>
            <a:off x="0" y="598420"/>
            <a:ext cx="5634375" cy="6277043"/>
          </a:xfrm>
          <a:prstGeom prst="rect">
            <a:avLst/>
          </a:prstGeom>
          <a:effectLst>
            <a:outerShdw blurRad="50800" dist="38100" dir="13500000" algn="br" rotWithShape="0">
              <a:prstClr val="black">
                <a:alpha val="40000"/>
              </a:prstClr>
            </a:outerShdw>
          </a:effectLst>
        </p:spPr>
      </p:pic>
      <p:sp>
        <p:nvSpPr>
          <p:cNvPr id="2" name="Título 1">
            <a:extLst>
              <a:ext uri="{FF2B5EF4-FFF2-40B4-BE49-F238E27FC236}">
                <a16:creationId xmlns:a16="http://schemas.microsoft.com/office/drawing/2014/main" id="{66467E84-7EBF-42F6-8768-A43192B4DE4D}"/>
              </a:ext>
            </a:extLst>
          </p:cNvPr>
          <p:cNvSpPr>
            <a:spLocks noGrp="1"/>
          </p:cNvSpPr>
          <p:nvPr>
            <p:ph type="ctrTitle" hasCustomPrompt="1"/>
          </p:nvPr>
        </p:nvSpPr>
        <p:spPr>
          <a:xfrm>
            <a:off x="333743" y="3437732"/>
            <a:ext cx="4662938" cy="1624125"/>
          </a:xfrm>
          <a:effectLst>
            <a:outerShdw blurRad="50800" dist="38100" dir="10800000" algn="r" rotWithShape="0">
              <a:prstClr val="black">
                <a:alpha val="40000"/>
              </a:prstClr>
            </a:outerShdw>
          </a:effectLst>
        </p:spPr>
        <p:txBody>
          <a:bodyPr vert="horz" anchor="b">
            <a:normAutofit/>
          </a:bodyPr>
          <a:lstStyle>
            <a:lvl1pPr algn="l">
              <a:defRPr sz="3586" b="1">
                <a:solidFill>
                  <a:schemeClr val="bg1"/>
                </a:solidFill>
              </a:defRPr>
            </a:lvl1pPr>
          </a:lstStyle>
          <a:p>
            <a:r>
              <a:rPr lang="es-ES"/>
              <a:t>Título de la presentación</a:t>
            </a:r>
            <a:endParaRPr lang="en-US"/>
          </a:p>
        </p:txBody>
      </p:sp>
      <p:sp>
        <p:nvSpPr>
          <p:cNvPr id="3" name="Subtítulo 2">
            <a:extLst>
              <a:ext uri="{FF2B5EF4-FFF2-40B4-BE49-F238E27FC236}">
                <a16:creationId xmlns:a16="http://schemas.microsoft.com/office/drawing/2014/main" id="{F369A164-5FDF-4394-B943-995B988CF542}"/>
              </a:ext>
            </a:extLst>
          </p:cNvPr>
          <p:cNvSpPr>
            <a:spLocks noGrp="1"/>
          </p:cNvSpPr>
          <p:nvPr>
            <p:ph type="subTitle" idx="1" hasCustomPrompt="1"/>
          </p:nvPr>
        </p:nvSpPr>
        <p:spPr>
          <a:xfrm>
            <a:off x="333743" y="5427285"/>
            <a:ext cx="4662938" cy="360917"/>
          </a:xfrm>
          <a:effectLst>
            <a:outerShdw blurRad="50800" dist="38100" dir="10800000" algn="r" rotWithShape="0">
              <a:prstClr val="black">
                <a:alpha val="40000"/>
              </a:prstClr>
            </a:outerShdw>
          </a:effectLst>
        </p:spPr>
        <p:txBody>
          <a:bodyPr/>
          <a:lstStyle>
            <a:lvl1pPr marL="0" indent="0" algn="l">
              <a:buNone/>
              <a:defRPr sz="2391">
                <a:solidFill>
                  <a:schemeClr val="bg1"/>
                </a:solidFill>
              </a:defRPr>
            </a:lvl1pPr>
            <a:lvl2pPr marL="455463" indent="0" algn="ctr">
              <a:buNone/>
              <a:defRPr sz="1992"/>
            </a:lvl2pPr>
            <a:lvl3pPr marL="910925" indent="0" algn="ctr">
              <a:buNone/>
              <a:defRPr sz="1793"/>
            </a:lvl3pPr>
            <a:lvl4pPr marL="1366388" indent="0" algn="ctr">
              <a:buNone/>
              <a:defRPr sz="1594"/>
            </a:lvl4pPr>
            <a:lvl5pPr marL="1821851" indent="0" algn="ctr">
              <a:buNone/>
              <a:defRPr sz="1594"/>
            </a:lvl5pPr>
            <a:lvl6pPr marL="2277313" indent="0" algn="ctr">
              <a:buNone/>
              <a:defRPr sz="1594"/>
            </a:lvl6pPr>
            <a:lvl7pPr marL="2732776" indent="0" algn="ctr">
              <a:buNone/>
              <a:defRPr sz="1594"/>
            </a:lvl7pPr>
            <a:lvl8pPr marL="3188238" indent="0" algn="ctr">
              <a:buNone/>
              <a:defRPr sz="1594"/>
            </a:lvl8pPr>
            <a:lvl9pPr marL="3643701" indent="0" algn="ctr">
              <a:buNone/>
              <a:defRPr sz="1594"/>
            </a:lvl9pPr>
          </a:lstStyle>
          <a:p>
            <a:r>
              <a:rPr lang="es-ES"/>
              <a:t>Subtítulo o división</a:t>
            </a:r>
            <a:endParaRPr lang="en-US"/>
          </a:p>
        </p:txBody>
      </p:sp>
      <p:sp>
        <p:nvSpPr>
          <p:cNvPr id="29" name="Marcador de texto 9">
            <a:extLst>
              <a:ext uri="{FF2B5EF4-FFF2-40B4-BE49-F238E27FC236}">
                <a16:creationId xmlns:a16="http://schemas.microsoft.com/office/drawing/2014/main" id="{334E3A5C-066E-4A70-81AB-B8143270DD01}"/>
              </a:ext>
            </a:extLst>
          </p:cNvPr>
          <p:cNvSpPr>
            <a:spLocks noGrp="1"/>
          </p:cNvSpPr>
          <p:nvPr>
            <p:ph type="body" sz="quarter" idx="11" hasCustomPrompt="1"/>
          </p:nvPr>
        </p:nvSpPr>
        <p:spPr>
          <a:xfrm>
            <a:off x="10001621" y="6158671"/>
            <a:ext cx="2145616" cy="438247"/>
          </a:xfrm>
          <a:solidFill>
            <a:srgbClr val="000000">
              <a:alpha val="50196"/>
            </a:srgbClr>
          </a:solidFill>
          <a:effectLst>
            <a:outerShdw blurRad="50800" dist="38100" dir="5400000" algn="t" rotWithShape="0">
              <a:prstClr val="black">
                <a:alpha val="40000"/>
              </a:prstClr>
            </a:outerShdw>
          </a:effectLst>
        </p:spPr>
        <p:txBody>
          <a:bodyPr anchor="ctr">
            <a:normAutofit/>
          </a:bodyPr>
          <a:lstStyle>
            <a:lvl1pPr marL="0" indent="0" algn="l">
              <a:buNone/>
              <a:defRPr sz="1793">
                <a:solidFill>
                  <a:schemeClr val="bg1"/>
                </a:solidFill>
                <a:effectLs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s-ES"/>
              <a:t>Fecha</a:t>
            </a:r>
            <a:endParaRPr lang="en-US"/>
          </a:p>
        </p:txBody>
      </p:sp>
      <p:pic>
        <p:nvPicPr>
          <p:cNvPr id="9" name="Imagen 8" descr="Texto, Logotipo&#10;&#10;Descripción generada automáticamente">
            <a:extLst>
              <a:ext uri="{FF2B5EF4-FFF2-40B4-BE49-F238E27FC236}">
                <a16:creationId xmlns:a16="http://schemas.microsoft.com/office/drawing/2014/main" id="{D03E36ED-27BD-4EFB-B566-9BD764D6F208}"/>
              </a:ext>
            </a:extLst>
          </p:cNvPr>
          <p:cNvPicPr>
            <a:picLocks noChangeAspect="1"/>
          </p:cNvPicPr>
          <p:nvPr/>
        </p:nvPicPr>
        <p:blipFill rotWithShape="1">
          <a:blip r:embed="rId7" cstate="screen">
            <a:biLevel thresh="25000"/>
            <a:extLst>
              <a:ext uri="{28A0092B-C50C-407E-A947-70E740481C1C}">
                <a14:useLocalDpi xmlns:a14="http://schemas.microsoft.com/office/drawing/2010/main"/>
              </a:ext>
            </a:extLst>
          </a:blip>
          <a:srcRect l="3576" t="39996" r="3728" b="40076"/>
          <a:stretch/>
        </p:blipFill>
        <p:spPr>
          <a:xfrm>
            <a:off x="9577703" y="265347"/>
            <a:ext cx="2223270" cy="270575"/>
          </a:xfrm>
          <a:prstGeom prst="rect">
            <a:avLst/>
          </a:prstGeom>
        </p:spPr>
      </p:pic>
    </p:spTree>
    <p:extLst>
      <p:ext uri="{BB962C8B-B14F-4D97-AF65-F5344CB8AC3E}">
        <p14:creationId xmlns:p14="http://schemas.microsoft.com/office/powerpoint/2010/main" val="240219855"/>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ítulo_Credicorp">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438560873"/>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spTree>
    <p:extLst>
      <p:ext uri="{BB962C8B-B14F-4D97-AF65-F5344CB8AC3E}">
        <p14:creationId xmlns:p14="http://schemas.microsoft.com/office/powerpoint/2010/main" val="246917105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ítulo_Credicorp_Alternativ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2488839462"/>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3" name="Rectángulo 2">
            <a:extLst>
              <a:ext uri="{FF2B5EF4-FFF2-40B4-BE49-F238E27FC236}">
                <a16:creationId xmlns:a16="http://schemas.microsoft.com/office/drawing/2014/main" id="{B55D53E4-FDFC-4096-8A4C-4075A1781233}"/>
              </a:ext>
            </a:extLst>
          </p:cNvPr>
          <p:cNvSpPr/>
          <p:nvPr/>
        </p:nvSpPr>
        <p:spPr>
          <a:xfrm>
            <a:off x="0" y="5869608"/>
            <a:ext cx="5744779" cy="1005855"/>
          </a:xfrm>
          <a:prstGeom prst="rect">
            <a:avLst/>
          </a:prstGeom>
          <a:solidFill>
            <a:schemeClr val="bg1"/>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395" b="1" i="1" err="1">
              <a:solidFill>
                <a:schemeClr val="accent6"/>
              </a:solidFill>
            </a:endParaRPr>
          </a:p>
        </p:txBody>
      </p:sp>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9" name="Imagen 8">
            <a:extLst>
              <a:ext uri="{FF2B5EF4-FFF2-40B4-BE49-F238E27FC236}">
                <a16:creationId xmlns:a16="http://schemas.microsoft.com/office/drawing/2014/main" id="{A3CE5343-F00F-4B20-8714-19275BB7F25E}"/>
              </a:ext>
            </a:extLst>
          </p:cNvPr>
          <p:cNvPicPr>
            <a:picLocks noChangeAspect="1"/>
          </p:cNvPicPr>
          <p:nvPr/>
        </p:nvPicPr>
        <p:blipFill rotWithShape="1">
          <a:blip r:embed="rId5" cstate="screen">
            <a:alphaModFix amt="35000"/>
            <a:extLst>
              <a:ext uri="{28A0092B-C50C-407E-A947-70E740481C1C}">
                <a14:useLocalDpi xmlns:a14="http://schemas.microsoft.com/office/drawing/2010/main"/>
              </a:ext>
            </a:extLst>
          </a:blip>
          <a:srcRect/>
          <a:stretch/>
        </p:blipFill>
        <p:spPr>
          <a:xfrm>
            <a:off x="10703088" y="0"/>
            <a:ext cx="1444459" cy="1200095"/>
          </a:xfrm>
          <a:prstGeom prst="rect">
            <a:avLst/>
          </a:prstGeom>
        </p:spPr>
      </p:pic>
      <p:pic>
        <p:nvPicPr>
          <p:cNvPr id="10" name="Imagen 9">
            <a:extLst>
              <a:ext uri="{FF2B5EF4-FFF2-40B4-BE49-F238E27FC236}">
                <a16:creationId xmlns:a16="http://schemas.microsoft.com/office/drawing/2014/main" id="{05EF5007-6506-4BBA-8234-1C2B4AAD547F}"/>
              </a:ext>
            </a:extLst>
          </p:cNvPr>
          <p:cNvPicPr>
            <a:picLocks noChangeAspect="1"/>
          </p:cNvPicPr>
          <p:nvPr/>
        </p:nvPicPr>
        <p:blipFill>
          <a:blip r:embed="rId6" cstate="screen">
            <a:alphaModFix amt="35000"/>
            <a:extLst>
              <a:ext uri="{28A0092B-C50C-407E-A947-70E740481C1C}">
                <a14:useLocalDpi xmlns:a14="http://schemas.microsoft.com/office/drawing/2010/main"/>
              </a:ext>
            </a:extLst>
          </a:blip>
          <a:stretch>
            <a:fillRect/>
          </a:stretch>
        </p:blipFill>
        <p:spPr>
          <a:xfrm>
            <a:off x="11375138" y="1443332"/>
            <a:ext cx="516850" cy="599874"/>
          </a:xfrm>
          <a:prstGeom prst="rect">
            <a:avLst/>
          </a:prstGeom>
        </p:spPr>
      </p:pic>
      <p:pic>
        <p:nvPicPr>
          <p:cNvPr id="11" name="Imagen 10">
            <a:extLst>
              <a:ext uri="{FF2B5EF4-FFF2-40B4-BE49-F238E27FC236}">
                <a16:creationId xmlns:a16="http://schemas.microsoft.com/office/drawing/2014/main" id="{44FEB631-98C0-45F1-9841-402E42766EF3}"/>
              </a:ext>
            </a:extLst>
          </p:cNvPr>
          <p:cNvPicPr>
            <a:picLocks noChangeAspect="1"/>
          </p:cNvPicPr>
          <p:nvPr/>
        </p:nvPicPr>
        <p:blipFill rotWithShape="1">
          <a:blip r:embed="rId7" cstate="screen">
            <a:alphaModFix amt="35000"/>
            <a:extLst>
              <a:ext uri="{28A0092B-C50C-407E-A947-70E740481C1C}">
                <a14:useLocalDpi xmlns:a14="http://schemas.microsoft.com/office/drawing/2010/main"/>
              </a:ext>
            </a:extLst>
          </a:blip>
          <a:srcRect/>
          <a:stretch/>
        </p:blipFill>
        <p:spPr>
          <a:xfrm>
            <a:off x="11775547" y="874315"/>
            <a:ext cx="372004" cy="863513"/>
          </a:xfrm>
          <a:prstGeom prst="rect">
            <a:avLst/>
          </a:prstGeom>
        </p:spPr>
      </p:pic>
      <p:pic>
        <p:nvPicPr>
          <p:cNvPr id="14" name="Imagen 13">
            <a:extLst>
              <a:ext uri="{FF2B5EF4-FFF2-40B4-BE49-F238E27FC236}">
                <a16:creationId xmlns:a16="http://schemas.microsoft.com/office/drawing/2014/main" id="{1E9D798F-950B-4706-B91C-456DF92421E8}"/>
              </a:ext>
            </a:extLst>
          </p:cNvPr>
          <p:cNvPicPr>
            <a:picLocks noChangeAspect="1"/>
          </p:cNvPicPr>
          <p:nvPr/>
        </p:nvPicPr>
        <p:blipFill>
          <a:blip r:embed="rId6" cstate="screen">
            <a:alphaModFix amt="35000"/>
            <a:extLst>
              <a:ext uri="{28A0092B-C50C-407E-A947-70E740481C1C}">
                <a14:useLocalDpi xmlns:a14="http://schemas.microsoft.com/office/drawing/2010/main"/>
              </a:ext>
            </a:extLst>
          </a:blip>
          <a:stretch>
            <a:fillRect/>
          </a:stretch>
        </p:blipFill>
        <p:spPr>
          <a:xfrm>
            <a:off x="11215679" y="1233552"/>
            <a:ext cx="219193" cy="254405"/>
          </a:xfrm>
          <a:prstGeom prst="rect">
            <a:avLst/>
          </a:prstGeom>
        </p:spPr>
      </p:pic>
    </p:spTree>
    <p:extLst>
      <p:ext uri="{BB962C8B-B14F-4D97-AF65-F5344CB8AC3E}">
        <p14:creationId xmlns:p14="http://schemas.microsoft.com/office/powerpoint/2010/main" val="424909174"/>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Separador">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3006209577"/>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3062733" y="3437732"/>
            <a:ext cx="8866853" cy="433100"/>
          </a:xfrm>
        </p:spPr>
        <p:txBody>
          <a:bodyPr vert="horz" lIns="91440" tIns="45720" rIns="91440" bIns="45720" rtlCol="0" anchor="ctr">
            <a:noAutofit/>
          </a:bodyPr>
          <a:lstStyle>
            <a:lvl1pPr>
              <a:defRPr lang="en-US" sz="3188" dirty="0"/>
            </a:lvl1pPr>
          </a:lstStyle>
          <a:p>
            <a:pPr marL="0" lvl="0" algn="r"/>
            <a:r>
              <a:rPr lang="es-ES"/>
              <a:t>Haga </a:t>
            </a:r>
            <a:r>
              <a:rPr lang="es-ES" err="1"/>
              <a:t>click</a:t>
            </a:r>
            <a:r>
              <a:rPr lang="es-ES"/>
              <a:t> para modificar el título de la sección</a:t>
            </a:r>
            <a:endParaRPr lang="en-US"/>
          </a:p>
        </p:txBody>
      </p:sp>
      <p:pic>
        <p:nvPicPr>
          <p:cNvPr id="11" name="Imagen 10">
            <a:extLst>
              <a:ext uri="{FF2B5EF4-FFF2-40B4-BE49-F238E27FC236}">
                <a16:creationId xmlns:a16="http://schemas.microsoft.com/office/drawing/2014/main" id="{C8F84AF6-8674-49ED-9011-CB314340CC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400000">
            <a:off x="-1532891" y="2279839"/>
            <a:ext cx="6128515" cy="3062733"/>
          </a:xfrm>
          <a:prstGeom prst="rect">
            <a:avLst/>
          </a:prstGeom>
        </p:spPr>
      </p:pic>
      <p:pic>
        <p:nvPicPr>
          <p:cNvPr id="17" name="Imagen 16" descr="Imagen que contiene Logotipo&#10;&#10;Descripción generada automáticamente">
            <a:extLst>
              <a:ext uri="{FF2B5EF4-FFF2-40B4-BE49-F238E27FC236}">
                <a16:creationId xmlns:a16="http://schemas.microsoft.com/office/drawing/2014/main" id="{4BF6C012-E334-4434-98DB-426B7B2A36EE}"/>
              </a:ext>
            </a:extLst>
          </p:cNvPr>
          <p:cNvPicPr>
            <a:picLocks noChangeAspect="1"/>
          </p:cNvPicPr>
          <p:nvPr/>
        </p:nvPicPr>
        <p:blipFill rotWithShape="1">
          <a:blip r:embed="rId6"/>
          <a:srcRect t="39632" b="40075"/>
          <a:stretch/>
        </p:blipFill>
        <p:spPr>
          <a:xfrm>
            <a:off x="10494836" y="224512"/>
            <a:ext cx="1434750" cy="164783"/>
          </a:xfrm>
          <a:prstGeom prst="rect">
            <a:avLst/>
          </a:prstGeom>
        </p:spPr>
      </p:pic>
    </p:spTree>
    <p:extLst>
      <p:ext uri="{BB962C8B-B14F-4D97-AF65-F5344CB8AC3E}">
        <p14:creationId xmlns:p14="http://schemas.microsoft.com/office/powerpoint/2010/main" val="142324329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ítulo_BCP">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2028521793"/>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7">
            <a:extLst>
              <a:ext uri="{FF2B5EF4-FFF2-40B4-BE49-F238E27FC236}">
                <a16:creationId xmlns:a16="http://schemas.microsoft.com/office/drawing/2014/main" id="{2B93E653-2556-4FCF-8A4E-D59EBBE62198}"/>
              </a:ext>
            </a:extLst>
          </p:cNvPr>
          <p:cNvPicPr>
            <a:picLocks noChangeAspect="1"/>
          </p:cNvPicPr>
          <p:nvPr/>
        </p:nvPicPr>
        <p:blipFill>
          <a:blip r:embed="rId6"/>
          <a:srcRect/>
          <a:stretch/>
        </p:blipFill>
        <p:spPr>
          <a:xfrm>
            <a:off x="10812254" y="249672"/>
            <a:ext cx="1045356" cy="266057"/>
          </a:xfrm>
          <a:prstGeom prst="rect">
            <a:avLst/>
          </a:prstGeom>
        </p:spPr>
      </p:pic>
    </p:spTree>
    <p:extLst>
      <p:ext uri="{BB962C8B-B14F-4D97-AF65-F5344CB8AC3E}">
        <p14:creationId xmlns:p14="http://schemas.microsoft.com/office/powerpoint/2010/main" val="392136712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ítulo_BCP BO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1033059132"/>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9" name="Picture 8">
            <a:extLst>
              <a:ext uri="{FF2B5EF4-FFF2-40B4-BE49-F238E27FC236}">
                <a16:creationId xmlns:a16="http://schemas.microsoft.com/office/drawing/2014/main" id="{4829D7E0-A427-4259-9916-52E66C9BCB9A}"/>
              </a:ext>
            </a:extLst>
          </p:cNvPr>
          <p:cNvPicPr>
            <a:picLocks noChangeAspect="1"/>
          </p:cNvPicPr>
          <p:nvPr/>
        </p:nvPicPr>
        <p:blipFill>
          <a:blip r:embed="rId6"/>
          <a:srcRect/>
          <a:stretch/>
        </p:blipFill>
        <p:spPr>
          <a:xfrm>
            <a:off x="10813828" y="249671"/>
            <a:ext cx="1043781" cy="389217"/>
          </a:xfrm>
          <a:prstGeom prst="rect">
            <a:avLst/>
          </a:prstGeom>
        </p:spPr>
      </p:pic>
    </p:spTree>
    <p:extLst>
      <p:ext uri="{BB962C8B-B14F-4D97-AF65-F5344CB8AC3E}">
        <p14:creationId xmlns:p14="http://schemas.microsoft.com/office/powerpoint/2010/main" val="3579292952"/>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ítulo_Mibanc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3047190745"/>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10">
            <a:extLst>
              <a:ext uri="{FF2B5EF4-FFF2-40B4-BE49-F238E27FC236}">
                <a16:creationId xmlns:a16="http://schemas.microsoft.com/office/drawing/2014/main" id="{7DDB1BDB-5C05-40AB-B778-E7F0C96D7FC5}"/>
              </a:ext>
            </a:extLst>
          </p:cNvPr>
          <p:cNvPicPr>
            <a:picLocks noChangeAspect="1"/>
          </p:cNvPicPr>
          <p:nvPr/>
        </p:nvPicPr>
        <p:blipFill>
          <a:blip r:embed="rId6"/>
          <a:srcRect/>
          <a:stretch/>
        </p:blipFill>
        <p:spPr>
          <a:xfrm>
            <a:off x="10789320" y="138692"/>
            <a:ext cx="1076062" cy="547819"/>
          </a:xfrm>
          <a:prstGeom prst="rect">
            <a:avLst/>
          </a:prstGeom>
        </p:spPr>
      </p:pic>
    </p:spTree>
    <p:extLst>
      <p:ext uri="{BB962C8B-B14F-4D97-AF65-F5344CB8AC3E}">
        <p14:creationId xmlns:p14="http://schemas.microsoft.com/office/powerpoint/2010/main" val="4277288459"/>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ítulo_Mibanco CO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1019579149"/>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10">
            <a:extLst>
              <a:ext uri="{FF2B5EF4-FFF2-40B4-BE49-F238E27FC236}">
                <a16:creationId xmlns:a16="http://schemas.microsoft.com/office/drawing/2014/main" id="{28FA1749-95D5-4681-9777-169E1C715E55}"/>
              </a:ext>
            </a:extLst>
          </p:cNvPr>
          <p:cNvPicPr>
            <a:picLocks noChangeAspect="1"/>
          </p:cNvPicPr>
          <p:nvPr/>
        </p:nvPicPr>
        <p:blipFill>
          <a:blip r:embed="rId6"/>
          <a:srcRect/>
          <a:stretch/>
        </p:blipFill>
        <p:spPr>
          <a:xfrm>
            <a:off x="10789320" y="138692"/>
            <a:ext cx="1076060" cy="547819"/>
          </a:xfrm>
          <a:prstGeom prst="rect">
            <a:avLst/>
          </a:prstGeom>
        </p:spPr>
      </p:pic>
      <p:pic>
        <p:nvPicPr>
          <p:cNvPr id="9" name="Imagen 8">
            <a:extLst>
              <a:ext uri="{FF2B5EF4-FFF2-40B4-BE49-F238E27FC236}">
                <a16:creationId xmlns:a16="http://schemas.microsoft.com/office/drawing/2014/main" id="{AFCC60AF-BC39-4C2B-B28E-7857D52DCBF0}"/>
              </a:ext>
            </a:extLst>
          </p:cNvPr>
          <p:cNvPicPr>
            <a:picLocks noChangeAspect="1"/>
          </p:cNvPicPr>
          <p:nvPr/>
        </p:nvPicPr>
        <p:blipFill rotWithShape="1">
          <a:blip r:embed="rId7">
            <a:alphaModFix amt="85000"/>
          </a:blip>
          <a:srcRect l="7156" t="6742" r="7158" b="7249"/>
          <a:stretch/>
        </p:blipFill>
        <p:spPr>
          <a:xfrm>
            <a:off x="11857609" y="138692"/>
            <a:ext cx="215212" cy="217362"/>
          </a:xfrm>
          <a:prstGeom prst="rect">
            <a:avLst/>
          </a:prstGeom>
        </p:spPr>
      </p:pic>
    </p:spTree>
    <p:extLst>
      <p:ext uri="{BB962C8B-B14F-4D97-AF65-F5344CB8AC3E}">
        <p14:creationId xmlns:p14="http://schemas.microsoft.com/office/powerpoint/2010/main" val="11151435"/>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ítulo_Pacífic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4138031420"/>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57E52F62-C9AE-4731-B56C-3C912158A04B}"/>
              </a:ext>
            </a:extLst>
          </p:cNvPr>
          <p:cNvPicPr>
            <a:picLocks noChangeAspect="1"/>
          </p:cNvPicPr>
          <p:nvPr/>
        </p:nvPicPr>
        <p:blipFill>
          <a:blip r:embed="rId6"/>
          <a:stretch>
            <a:fillRect/>
          </a:stretch>
        </p:blipFill>
        <p:spPr>
          <a:xfrm>
            <a:off x="10671180" y="249671"/>
            <a:ext cx="1280509" cy="341064"/>
          </a:xfrm>
          <a:prstGeom prst="rect">
            <a:avLst/>
          </a:prstGeom>
        </p:spPr>
      </p:pic>
    </p:spTree>
    <p:extLst>
      <p:ext uri="{BB962C8B-B14F-4D97-AF65-F5344CB8AC3E}">
        <p14:creationId xmlns:p14="http://schemas.microsoft.com/office/powerpoint/2010/main" val="4064017887"/>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ítulo_Pacífico Salud">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1936134822"/>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29891744-3F45-4DE4-87DB-674EBA99A35B}"/>
              </a:ext>
            </a:extLst>
          </p:cNvPr>
          <p:cNvPicPr>
            <a:picLocks noChangeAspect="1"/>
          </p:cNvPicPr>
          <p:nvPr/>
        </p:nvPicPr>
        <p:blipFill rotWithShape="1">
          <a:blip r:embed="rId6"/>
          <a:srcRect l="60480" t="59916"/>
          <a:stretch/>
        </p:blipFill>
        <p:spPr>
          <a:xfrm>
            <a:off x="11455121" y="525210"/>
            <a:ext cx="506057" cy="184335"/>
          </a:xfrm>
          <a:prstGeom prst="rect">
            <a:avLst/>
          </a:prstGeom>
        </p:spPr>
      </p:pic>
      <p:pic>
        <p:nvPicPr>
          <p:cNvPr id="9" name="Imagen 8">
            <a:extLst>
              <a:ext uri="{FF2B5EF4-FFF2-40B4-BE49-F238E27FC236}">
                <a16:creationId xmlns:a16="http://schemas.microsoft.com/office/drawing/2014/main" id="{B1D2DE91-66A6-4A78-9B0C-A5EE774A70B1}"/>
              </a:ext>
            </a:extLst>
          </p:cNvPr>
          <p:cNvPicPr>
            <a:picLocks noChangeAspect="1"/>
          </p:cNvPicPr>
          <p:nvPr/>
        </p:nvPicPr>
        <p:blipFill>
          <a:blip r:embed="rId7"/>
          <a:stretch>
            <a:fillRect/>
          </a:stretch>
        </p:blipFill>
        <p:spPr>
          <a:xfrm>
            <a:off x="10671180" y="249671"/>
            <a:ext cx="1280509" cy="341064"/>
          </a:xfrm>
          <a:prstGeom prst="rect">
            <a:avLst/>
          </a:prstGeom>
        </p:spPr>
      </p:pic>
    </p:spTree>
    <p:extLst>
      <p:ext uri="{BB962C8B-B14F-4D97-AF65-F5344CB8AC3E}">
        <p14:creationId xmlns:p14="http://schemas.microsoft.com/office/powerpoint/2010/main" val="4268454894"/>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_Mibanco Prima">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2026002275"/>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602F05DE-46DC-429C-9DC3-5714E862901C}"/>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a:stretch/>
        </p:blipFill>
        <p:spPr>
          <a:xfrm>
            <a:off x="10839746" y="315763"/>
            <a:ext cx="1058277" cy="188656"/>
          </a:xfrm>
          <a:prstGeom prst="rect">
            <a:avLst/>
          </a:prstGeom>
        </p:spPr>
      </p:pic>
    </p:spTree>
    <p:extLst>
      <p:ext uri="{BB962C8B-B14F-4D97-AF65-F5344CB8AC3E}">
        <p14:creationId xmlns:p14="http://schemas.microsoft.com/office/powerpoint/2010/main" val="387731768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ítulo_Credicorp Capita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1000096568"/>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8">
            <a:extLst>
              <a:ext uri="{FF2B5EF4-FFF2-40B4-BE49-F238E27FC236}">
                <a16:creationId xmlns:a16="http://schemas.microsoft.com/office/drawing/2014/main" id="{04BFBD62-6BB3-4EFC-9A08-4F78293A11DC}"/>
              </a:ext>
            </a:extLst>
          </p:cNvPr>
          <p:cNvPicPr>
            <a:picLocks noChangeAspect="1"/>
          </p:cNvPicPr>
          <p:nvPr/>
        </p:nvPicPr>
        <p:blipFill>
          <a:blip r:embed="rId6" cstate="screen">
            <a:extLst>
              <a:ext uri="{28A0092B-C50C-407E-A947-70E740481C1C}">
                <a14:useLocalDpi xmlns:a14="http://schemas.microsoft.com/office/drawing/2010/main"/>
              </a:ext>
            </a:extLst>
          </a:blip>
          <a:srcRect/>
          <a:stretch/>
        </p:blipFill>
        <p:spPr>
          <a:xfrm>
            <a:off x="10683425" y="249671"/>
            <a:ext cx="1255406" cy="318810"/>
          </a:xfrm>
          <a:prstGeom prst="rect">
            <a:avLst/>
          </a:prstGeom>
        </p:spPr>
      </p:pic>
    </p:spTree>
    <p:extLst>
      <p:ext uri="{BB962C8B-B14F-4D97-AF65-F5344CB8AC3E}">
        <p14:creationId xmlns:p14="http://schemas.microsoft.com/office/powerpoint/2010/main" val="2916054341"/>
      </p:ext>
    </p:extLst>
  </p:cSld>
  <p:clrMapOvr>
    <a:masterClrMapping/>
  </p:clrMapOvr>
  <p:hf hd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ítulo_Kreal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2438879484"/>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9" name="Imagen 8">
            <a:extLst>
              <a:ext uri="{FF2B5EF4-FFF2-40B4-BE49-F238E27FC236}">
                <a16:creationId xmlns:a16="http://schemas.microsoft.com/office/drawing/2014/main" id="{FD553E32-7265-4F39-A1CF-C703AA364E91}"/>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r="61870"/>
          <a:stretch/>
        </p:blipFill>
        <p:spPr>
          <a:xfrm>
            <a:off x="11021633" y="99020"/>
            <a:ext cx="669196" cy="599922"/>
          </a:xfrm>
          <a:prstGeom prst="rect">
            <a:avLst/>
          </a:prstGeom>
        </p:spPr>
      </p:pic>
    </p:spTree>
    <p:extLst>
      <p:ext uri="{BB962C8B-B14F-4D97-AF65-F5344CB8AC3E}">
        <p14:creationId xmlns:p14="http://schemas.microsoft.com/office/powerpoint/2010/main" val="2809511383"/>
      </p:ext>
    </p:extLst>
  </p:cSld>
  <p:clrMapOvr>
    <a:masterClrMapping/>
  </p:clrMapOvr>
  <p:hf hd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242679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Diapositiva de títul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aphicFrame>
        <p:nvGraphicFramePr>
          <p:cNvPr id="8" name="Objeto 7" hidden="1">
            <a:extLst>
              <a:ext uri="{FF2B5EF4-FFF2-40B4-BE49-F238E27FC236}">
                <a16:creationId xmlns:a16="http://schemas.microsoft.com/office/drawing/2014/main" id="{EB45E1F9-278A-4FAE-9D98-A47C9D43DB01}"/>
              </a:ext>
            </a:extLst>
          </p:cNvPr>
          <p:cNvGraphicFramePr>
            <a:graphicFrameLocks noChangeAspect="1"/>
          </p:cNvGraphicFramePr>
          <p:nvPr>
            <p:custDataLst>
              <p:tags r:id="rId1"/>
            </p:custDataLst>
            <p:extLst>
              <p:ext uri="{D42A27DB-BD31-4B8C-83A1-F6EECF244321}">
                <p14:modId xmlns:p14="http://schemas.microsoft.com/office/powerpoint/2010/main" val="2789067333"/>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4" imgW="592" imgH="595" progId="TCLayout.ActiveDocument.1">
                  <p:embed/>
                </p:oleObj>
              </mc:Choice>
              <mc:Fallback>
                <p:oleObj name="Diapositiva de think-cell" r:id="rId4" imgW="592" imgH="595" progId="TCLayout.ActiveDocument.1">
                  <p:embed/>
                  <p:pic>
                    <p:nvPicPr>
                      <p:cNvPr id="8" name="Objeto 7" hidden="1">
                        <a:extLst>
                          <a:ext uri="{FF2B5EF4-FFF2-40B4-BE49-F238E27FC236}">
                            <a16:creationId xmlns:a16="http://schemas.microsoft.com/office/drawing/2014/main" id="{EB45E1F9-278A-4FAE-9D98-A47C9D43DB01}"/>
                          </a:ext>
                        </a:extLst>
                      </p:cNvPr>
                      <p:cNvPicPr/>
                      <p:nvPr/>
                    </p:nvPicPr>
                    <p:blipFill>
                      <a:blip r:embed="rId5"/>
                      <a:stretch>
                        <a:fillRect/>
                      </a:stretch>
                    </p:blipFill>
                    <p:spPr>
                      <a:xfrm>
                        <a:off x="1583" y="1592"/>
                        <a:ext cx="1582" cy="1592"/>
                      </a:xfrm>
                      <a:prstGeom prst="rect">
                        <a:avLst/>
                      </a:prstGeom>
                    </p:spPr>
                  </p:pic>
                </p:oleObj>
              </mc:Fallback>
            </mc:AlternateContent>
          </a:graphicData>
        </a:graphic>
      </p:graphicFrame>
      <p:pic>
        <p:nvPicPr>
          <p:cNvPr id="11" name="Picture 6">
            <a:extLst>
              <a:ext uri="{FF2B5EF4-FFF2-40B4-BE49-F238E27FC236}">
                <a16:creationId xmlns:a16="http://schemas.microsoft.com/office/drawing/2014/main" id="{DE3E51E2-1D46-47BE-9BF1-191708321669}"/>
              </a:ext>
            </a:extLst>
          </p:cNvPr>
          <p:cNvPicPr>
            <a:picLocks noChangeAspect="1"/>
          </p:cNvPicPr>
          <p:nvPr/>
        </p:nvPicPr>
        <p:blipFill>
          <a:blip r:embed="rId6" cstate="screen">
            <a:alphaModFix amt="70000"/>
            <a:extLst>
              <a:ext uri="{28A0092B-C50C-407E-A947-70E740481C1C}">
                <a14:useLocalDpi xmlns:a14="http://schemas.microsoft.com/office/drawing/2010/main"/>
              </a:ext>
            </a:extLst>
          </a:blip>
          <a:stretch>
            <a:fillRect/>
          </a:stretch>
        </p:blipFill>
        <p:spPr>
          <a:xfrm>
            <a:off x="0" y="598420"/>
            <a:ext cx="5634375" cy="6277043"/>
          </a:xfrm>
          <a:prstGeom prst="rect">
            <a:avLst/>
          </a:prstGeom>
          <a:effectLst>
            <a:outerShdw blurRad="50800" dist="38100" dir="13500000" algn="br" rotWithShape="0">
              <a:prstClr val="black">
                <a:alpha val="40000"/>
              </a:prstClr>
            </a:outerShdw>
          </a:effectLst>
        </p:spPr>
      </p:pic>
      <p:sp>
        <p:nvSpPr>
          <p:cNvPr id="2" name="Título 1">
            <a:extLst>
              <a:ext uri="{FF2B5EF4-FFF2-40B4-BE49-F238E27FC236}">
                <a16:creationId xmlns:a16="http://schemas.microsoft.com/office/drawing/2014/main" id="{66467E84-7EBF-42F6-8768-A43192B4DE4D}"/>
              </a:ext>
            </a:extLst>
          </p:cNvPr>
          <p:cNvSpPr>
            <a:spLocks noGrp="1"/>
          </p:cNvSpPr>
          <p:nvPr>
            <p:ph type="ctrTitle" hasCustomPrompt="1"/>
          </p:nvPr>
        </p:nvSpPr>
        <p:spPr>
          <a:xfrm>
            <a:off x="333743" y="3437732"/>
            <a:ext cx="4662938" cy="1624125"/>
          </a:xfrm>
          <a:effectLst>
            <a:outerShdw blurRad="50800" dist="38100" dir="10800000" algn="r" rotWithShape="0">
              <a:prstClr val="black">
                <a:alpha val="40000"/>
              </a:prstClr>
            </a:outerShdw>
          </a:effectLst>
        </p:spPr>
        <p:txBody>
          <a:bodyPr vert="horz" anchor="b">
            <a:normAutofit/>
          </a:bodyPr>
          <a:lstStyle>
            <a:lvl1pPr algn="l">
              <a:defRPr sz="3586" b="1">
                <a:solidFill>
                  <a:schemeClr val="bg1"/>
                </a:solidFill>
              </a:defRPr>
            </a:lvl1pPr>
          </a:lstStyle>
          <a:p>
            <a:r>
              <a:rPr lang="es-ES"/>
              <a:t>Título de la presentación</a:t>
            </a:r>
            <a:endParaRPr lang="en-US"/>
          </a:p>
        </p:txBody>
      </p:sp>
      <p:sp>
        <p:nvSpPr>
          <p:cNvPr id="3" name="Subtítulo 2">
            <a:extLst>
              <a:ext uri="{FF2B5EF4-FFF2-40B4-BE49-F238E27FC236}">
                <a16:creationId xmlns:a16="http://schemas.microsoft.com/office/drawing/2014/main" id="{F369A164-5FDF-4394-B943-995B988CF542}"/>
              </a:ext>
            </a:extLst>
          </p:cNvPr>
          <p:cNvSpPr>
            <a:spLocks noGrp="1"/>
          </p:cNvSpPr>
          <p:nvPr>
            <p:ph type="subTitle" idx="1" hasCustomPrompt="1"/>
          </p:nvPr>
        </p:nvSpPr>
        <p:spPr>
          <a:xfrm>
            <a:off x="333743" y="5427285"/>
            <a:ext cx="4662938" cy="360917"/>
          </a:xfrm>
          <a:effectLst>
            <a:outerShdw blurRad="50800" dist="38100" dir="10800000" algn="r" rotWithShape="0">
              <a:prstClr val="black">
                <a:alpha val="40000"/>
              </a:prstClr>
            </a:outerShdw>
          </a:effectLst>
        </p:spPr>
        <p:txBody>
          <a:bodyPr/>
          <a:lstStyle>
            <a:lvl1pPr marL="0" indent="0" algn="l">
              <a:buNone/>
              <a:defRPr sz="2391">
                <a:solidFill>
                  <a:schemeClr val="bg1"/>
                </a:solidFill>
              </a:defRPr>
            </a:lvl1pPr>
            <a:lvl2pPr marL="455463" indent="0" algn="ctr">
              <a:buNone/>
              <a:defRPr sz="1992"/>
            </a:lvl2pPr>
            <a:lvl3pPr marL="910925" indent="0" algn="ctr">
              <a:buNone/>
              <a:defRPr sz="1793"/>
            </a:lvl3pPr>
            <a:lvl4pPr marL="1366388" indent="0" algn="ctr">
              <a:buNone/>
              <a:defRPr sz="1594"/>
            </a:lvl4pPr>
            <a:lvl5pPr marL="1821851" indent="0" algn="ctr">
              <a:buNone/>
              <a:defRPr sz="1594"/>
            </a:lvl5pPr>
            <a:lvl6pPr marL="2277313" indent="0" algn="ctr">
              <a:buNone/>
              <a:defRPr sz="1594"/>
            </a:lvl6pPr>
            <a:lvl7pPr marL="2732776" indent="0" algn="ctr">
              <a:buNone/>
              <a:defRPr sz="1594"/>
            </a:lvl7pPr>
            <a:lvl8pPr marL="3188238" indent="0" algn="ctr">
              <a:buNone/>
              <a:defRPr sz="1594"/>
            </a:lvl8pPr>
            <a:lvl9pPr marL="3643701" indent="0" algn="ctr">
              <a:buNone/>
              <a:defRPr sz="1594"/>
            </a:lvl9pPr>
          </a:lstStyle>
          <a:p>
            <a:r>
              <a:rPr lang="es-ES"/>
              <a:t>Subtítulo o división</a:t>
            </a:r>
            <a:endParaRPr lang="en-US"/>
          </a:p>
        </p:txBody>
      </p:sp>
      <p:sp>
        <p:nvSpPr>
          <p:cNvPr id="29" name="Marcador de texto 9">
            <a:extLst>
              <a:ext uri="{FF2B5EF4-FFF2-40B4-BE49-F238E27FC236}">
                <a16:creationId xmlns:a16="http://schemas.microsoft.com/office/drawing/2014/main" id="{334E3A5C-066E-4A70-81AB-B8143270DD01}"/>
              </a:ext>
            </a:extLst>
          </p:cNvPr>
          <p:cNvSpPr>
            <a:spLocks noGrp="1"/>
          </p:cNvSpPr>
          <p:nvPr>
            <p:ph type="body" sz="quarter" idx="11" hasCustomPrompt="1"/>
          </p:nvPr>
        </p:nvSpPr>
        <p:spPr>
          <a:xfrm>
            <a:off x="10001621" y="6158671"/>
            <a:ext cx="2145616" cy="438247"/>
          </a:xfrm>
          <a:solidFill>
            <a:srgbClr val="000000">
              <a:alpha val="50196"/>
            </a:srgbClr>
          </a:solidFill>
          <a:effectLst>
            <a:outerShdw blurRad="50800" dist="38100" dir="5400000" algn="t" rotWithShape="0">
              <a:prstClr val="black">
                <a:alpha val="40000"/>
              </a:prstClr>
            </a:outerShdw>
          </a:effectLst>
        </p:spPr>
        <p:txBody>
          <a:bodyPr anchor="ctr">
            <a:normAutofit/>
          </a:bodyPr>
          <a:lstStyle>
            <a:lvl1pPr marL="0" indent="0" algn="l">
              <a:buNone/>
              <a:defRPr sz="1793">
                <a:solidFill>
                  <a:schemeClr val="bg1"/>
                </a:solidFill>
                <a:effectLs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s-ES"/>
              <a:t>Fecha</a:t>
            </a:r>
            <a:endParaRPr lang="en-US"/>
          </a:p>
        </p:txBody>
      </p:sp>
      <p:pic>
        <p:nvPicPr>
          <p:cNvPr id="9" name="Imagen 8" descr="Texto, Logotipo&#10;&#10;Descripción generada automáticamente">
            <a:extLst>
              <a:ext uri="{FF2B5EF4-FFF2-40B4-BE49-F238E27FC236}">
                <a16:creationId xmlns:a16="http://schemas.microsoft.com/office/drawing/2014/main" id="{D03E36ED-27BD-4EFB-B566-9BD764D6F208}"/>
              </a:ext>
            </a:extLst>
          </p:cNvPr>
          <p:cNvPicPr>
            <a:picLocks noChangeAspect="1"/>
          </p:cNvPicPr>
          <p:nvPr/>
        </p:nvPicPr>
        <p:blipFill rotWithShape="1">
          <a:blip r:embed="rId7" cstate="screen">
            <a:biLevel thresh="25000"/>
            <a:extLst>
              <a:ext uri="{28A0092B-C50C-407E-A947-70E740481C1C}">
                <a14:useLocalDpi xmlns:a14="http://schemas.microsoft.com/office/drawing/2010/main"/>
              </a:ext>
            </a:extLst>
          </a:blip>
          <a:srcRect l="3576" t="39996" r="3728" b="40076"/>
          <a:stretch/>
        </p:blipFill>
        <p:spPr>
          <a:xfrm>
            <a:off x="9577703" y="265347"/>
            <a:ext cx="2223270" cy="270575"/>
          </a:xfrm>
          <a:prstGeom prst="rect">
            <a:avLst/>
          </a:prstGeom>
        </p:spPr>
      </p:pic>
    </p:spTree>
    <p:extLst>
      <p:ext uri="{BB962C8B-B14F-4D97-AF65-F5344CB8AC3E}">
        <p14:creationId xmlns:p14="http://schemas.microsoft.com/office/powerpoint/2010/main" val="2112833393"/>
      </p:ext>
    </p:extLst>
  </p:cSld>
  <p:clrMapOvr>
    <a:masterClrMapping/>
  </p:clrMapOvr>
  <p:hf hd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ítulo_Credicorp">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438560873"/>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spTree>
    <p:extLst>
      <p:ext uri="{BB962C8B-B14F-4D97-AF65-F5344CB8AC3E}">
        <p14:creationId xmlns:p14="http://schemas.microsoft.com/office/powerpoint/2010/main" val="2101576117"/>
      </p:ext>
    </p:extLst>
  </p:cSld>
  <p:clrMapOvr>
    <a:masterClrMapping/>
  </p:clrMapOvr>
  <p:hf hd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ítulo_Credicorp_Alternativ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2488839462"/>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3" name="Rectángulo 2">
            <a:extLst>
              <a:ext uri="{FF2B5EF4-FFF2-40B4-BE49-F238E27FC236}">
                <a16:creationId xmlns:a16="http://schemas.microsoft.com/office/drawing/2014/main" id="{B55D53E4-FDFC-4096-8A4C-4075A1781233}"/>
              </a:ext>
            </a:extLst>
          </p:cNvPr>
          <p:cNvSpPr/>
          <p:nvPr/>
        </p:nvSpPr>
        <p:spPr>
          <a:xfrm>
            <a:off x="0" y="5869608"/>
            <a:ext cx="5744779" cy="1005855"/>
          </a:xfrm>
          <a:prstGeom prst="rect">
            <a:avLst/>
          </a:prstGeom>
          <a:solidFill>
            <a:schemeClr val="bg1"/>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395" b="1" i="1" err="1">
              <a:solidFill>
                <a:schemeClr val="accent6"/>
              </a:solidFill>
            </a:endParaRPr>
          </a:p>
        </p:txBody>
      </p:sp>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9" name="Imagen 8">
            <a:extLst>
              <a:ext uri="{FF2B5EF4-FFF2-40B4-BE49-F238E27FC236}">
                <a16:creationId xmlns:a16="http://schemas.microsoft.com/office/drawing/2014/main" id="{A3CE5343-F00F-4B20-8714-19275BB7F25E}"/>
              </a:ext>
            </a:extLst>
          </p:cNvPr>
          <p:cNvPicPr>
            <a:picLocks noChangeAspect="1"/>
          </p:cNvPicPr>
          <p:nvPr/>
        </p:nvPicPr>
        <p:blipFill rotWithShape="1">
          <a:blip r:embed="rId5" cstate="screen">
            <a:alphaModFix amt="35000"/>
            <a:extLst>
              <a:ext uri="{28A0092B-C50C-407E-A947-70E740481C1C}">
                <a14:useLocalDpi xmlns:a14="http://schemas.microsoft.com/office/drawing/2010/main"/>
              </a:ext>
            </a:extLst>
          </a:blip>
          <a:srcRect/>
          <a:stretch/>
        </p:blipFill>
        <p:spPr>
          <a:xfrm>
            <a:off x="10703088" y="0"/>
            <a:ext cx="1444459" cy="1200095"/>
          </a:xfrm>
          <a:prstGeom prst="rect">
            <a:avLst/>
          </a:prstGeom>
        </p:spPr>
      </p:pic>
      <p:pic>
        <p:nvPicPr>
          <p:cNvPr id="10" name="Imagen 9">
            <a:extLst>
              <a:ext uri="{FF2B5EF4-FFF2-40B4-BE49-F238E27FC236}">
                <a16:creationId xmlns:a16="http://schemas.microsoft.com/office/drawing/2014/main" id="{05EF5007-6506-4BBA-8234-1C2B4AAD547F}"/>
              </a:ext>
            </a:extLst>
          </p:cNvPr>
          <p:cNvPicPr>
            <a:picLocks noChangeAspect="1"/>
          </p:cNvPicPr>
          <p:nvPr/>
        </p:nvPicPr>
        <p:blipFill>
          <a:blip r:embed="rId6" cstate="screen">
            <a:alphaModFix amt="35000"/>
            <a:extLst>
              <a:ext uri="{28A0092B-C50C-407E-A947-70E740481C1C}">
                <a14:useLocalDpi xmlns:a14="http://schemas.microsoft.com/office/drawing/2010/main"/>
              </a:ext>
            </a:extLst>
          </a:blip>
          <a:stretch>
            <a:fillRect/>
          </a:stretch>
        </p:blipFill>
        <p:spPr>
          <a:xfrm>
            <a:off x="11375138" y="1443332"/>
            <a:ext cx="516850" cy="599874"/>
          </a:xfrm>
          <a:prstGeom prst="rect">
            <a:avLst/>
          </a:prstGeom>
        </p:spPr>
      </p:pic>
      <p:pic>
        <p:nvPicPr>
          <p:cNvPr id="11" name="Imagen 10">
            <a:extLst>
              <a:ext uri="{FF2B5EF4-FFF2-40B4-BE49-F238E27FC236}">
                <a16:creationId xmlns:a16="http://schemas.microsoft.com/office/drawing/2014/main" id="{44FEB631-98C0-45F1-9841-402E42766EF3}"/>
              </a:ext>
            </a:extLst>
          </p:cNvPr>
          <p:cNvPicPr>
            <a:picLocks noChangeAspect="1"/>
          </p:cNvPicPr>
          <p:nvPr/>
        </p:nvPicPr>
        <p:blipFill rotWithShape="1">
          <a:blip r:embed="rId7" cstate="screen">
            <a:alphaModFix amt="35000"/>
            <a:extLst>
              <a:ext uri="{28A0092B-C50C-407E-A947-70E740481C1C}">
                <a14:useLocalDpi xmlns:a14="http://schemas.microsoft.com/office/drawing/2010/main"/>
              </a:ext>
            </a:extLst>
          </a:blip>
          <a:srcRect/>
          <a:stretch/>
        </p:blipFill>
        <p:spPr>
          <a:xfrm>
            <a:off x="11775547" y="874315"/>
            <a:ext cx="372004" cy="863513"/>
          </a:xfrm>
          <a:prstGeom prst="rect">
            <a:avLst/>
          </a:prstGeom>
        </p:spPr>
      </p:pic>
      <p:pic>
        <p:nvPicPr>
          <p:cNvPr id="14" name="Imagen 13">
            <a:extLst>
              <a:ext uri="{FF2B5EF4-FFF2-40B4-BE49-F238E27FC236}">
                <a16:creationId xmlns:a16="http://schemas.microsoft.com/office/drawing/2014/main" id="{1E9D798F-950B-4706-B91C-456DF92421E8}"/>
              </a:ext>
            </a:extLst>
          </p:cNvPr>
          <p:cNvPicPr>
            <a:picLocks noChangeAspect="1"/>
          </p:cNvPicPr>
          <p:nvPr/>
        </p:nvPicPr>
        <p:blipFill>
          <a:blip r:embed="rId6" cstate="screen">
            <a:alphaModFix amt="35000"/>
            <a:extLst>
              <a:ext uri="{28A0092B-C50C-407E-A947-70E740481C1C}">
                <a14:useLocalDpi xmlns:a14="http://schemas.microsoft.com/office/drawing/2010/main"/>
              </a:ext>
            </a:extLst>
          </a:blip>
          <a:stretch>
            <a:fillRect/>
          </a:stretch>
        </p:blipFill>
        <p:spPr>
          <a:xfrm>
            <a:off x="11215679" y="1233552"/>
            <a:ext cx="219193" cy="254405"/>
          </a:xfrm>
          <a:prstGeom prst="rect">
            <a:avLst/>
          </a:prstGeom>
        </p:spPr>
      </p:pic>
    </p:spTree>
    <p:extLst>
      <p:ext uri="{BB962C8B-B14F-4D97-AF65-F5344CB8AC3E}">
        <p14:creationId xmlns:p14="http://schemas.microsoft.com/office/powerpoint/2010/main" val="3627385912"/>
      </p:ext>
    </p:extLst>
  </p:cSld>
  <p:clrMapOvr>
    <a:masterClrMapping/>
  </p:clrMapOvr>
  <p:hf hdr="0" dt="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Separador">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3006209577"/>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3062733" y="3437732"/>
            <a:ext cx="8866853" cy="433100"/>
          </a:xfrm>
        </p:spPr>
        <p:txBody>
          <a:bodyPr vert="horz" lIns="91440" tIns="45720" rIns="91440" bIns="45720" rtlCol="0" anchor="ctr">
            <a:noAutofit/>
          </a:bodyPr>
          <a:lstStyle>
            <a:lvl1pPr>
              <a:defRPr lang="en-US" sz="3188" dirty="0"/>
            </a:lvl1pPr>
          </a:lstStyle>
          <a:p>
            <a:pPr marL="0" lvl="0" algn="r"/>
            <a:r>
              <a:rPr lang="es-ES"/>
              <a:t>Haga </a:t>
            </a:r>
            <a:r>
              <a:rPr lang="es-ES" err="1"/>
              <a:t>click</a:t>
            </a:r>
            <a:r>
              <a:rPr lang="es-ES"/>
              <a:t> para modificar el título de la sección</a:t>
            </a:r>
            <a:endParaRPr lang="en-US"/>
          </a:p>
        </p:txBody>
      </p:sp>
      <p:pic>
        <p:nvPicPr>
          <p:cNvPr id="11" name="Imagen 10">
            <a:extLst>
              <a:ext uri="{FF2B5EF4-FFF2-40B4-BE49-F238E27FC236}">
                <a16:creationId xmlns:a16="http://schemas.microsoft.com/office/drawing/2014/main" id="{C8F84AF6-8674-49ED-9011-CB314340CC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400000">
            <a:off x="-1532891" y="2279839"/>
            <a:ext cx="6128515" cy="3062733"/>
          </a:xfrm>
          <a:prstGeom prst="rect">
            <a:avLst/>
          </a:prstGeom>
        </p:spPr>
      </p:pic>
      <p:pic>
        <p:nvPicPr>
          <p:cNvPr id="17" name="Imagen 16" descr="Imagen que contiene Logotipo&#10;&#10;Descripción generada automáticamente">
            <a:extLst>
              <a:ext uri="{FF2B5EF4-FFF2-40B4-BE49-F238E27FC236}">
                <a16:creationId xmlns:a16="http://schemas.microsoft.com/office/drawing/2014/main" id="{4BF6C012-E334-4434-98DB-426B7B2A36EE}"/>
              </a:ext>
            </a:extLst>
          </p:cNvPr>
          <p:cNvPicPr>
            <a:picLocks noChangeAspect="1"/>
          </p:cNvPicPr>
          <p:nvPr/>
        </p:nvPicPr>
        <p:blipFill rotWithShape="1">
          <a:blip r:embed="rId6"/>
          <a:srcRect t="39632" b="40075"/>
          <a:stretch/>
        </p:blipFill>
        <p:spPr>
          <a:xfrm>
            <a:off x="10494836" y="224512"/>
            <a:ext cx="1434750" cy="164783"/>
          </a:xfrm>
          <a:prstGeom prst="rect">
            <a:avLst/>
          </a:prstGeom>
        </p:spPr>
      </p:pic>
    </p:spTree>
    <p:extLst>
      <p:ext uri="{BB962C8B-B14F-4D97-AF65-F5344CB8AC3E}">
        <p14:creationId xmlns:p14="http://schemas.microsoft.com/office/powerpoint/2010/main" val="3129239125"/>
      </p:ext>
    </p:extLst>
  </p:cSld>
  <p:clrMapOvr>
    <a:masterClrMapping/>
  </p:clrMapOvr>
  <p:hf hd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ítulo_BCP">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2028521793"/>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7">
            <a:extLst>
              <a:ext uri="{FF2B5EF4-FFF2-40B4-BE49-F238E27FC236}">
                <a16:creationId xmlns:a16="http://schemas.microsoft.com/office/drawing/2014/main" id="{2B93E653-2556-4FCF-8A4E-D59EBBE62198}"/>
              </a:ext>
            </a:extLst>
          </p:cNvPr>
          <p:cNvPicPr>
            <a:picLocks noChangeAspect="1"/>
          </p:cNvPicPr>
          <p:nvPr/>
        </p:nvPicPr>
        <p:blipFill>
          <a:blip r:embed="rId6"/>
          <a:srcRect/>
          <a:stretch/>
        </p:blipFill>
        <p:spPr>
          <a:xfrm>
            <a:off x="10812254" y="249672"/>
            <a:ext cx="1045356" cy="266057"/>
          </a:xfrm>
          <a:prstGeom prst="rect">
            <a:avLst/>
          </a:prstGeom>
        </p:spPr>
      </p:pic>
    </p:spTree>
    <p:extLst>
      <p:ext uri="{BB962C8B-B14F-4D97-AF65-F5344CB8AC3E}">
        <p14:creationId xmlns:p14="http://schemas.microsoft.com/office/powerpoint/2010/main" val="1536798319"/>
      </p:ext>
    </p:extLst>
  </p:cSld>
  <p:clrMapOvr>
    <a:masterClrMapping/>
  </p:clrMapOvr>
  <p:hf hd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ítulo_BCP BO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1033059132"/>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9" name="Picture 8">
            <a:extLst>
              <a:ext uri="{FF2B5EF4-FFF2-40B4-BE49-F238E27FC236}">
                <a16:creationId xmlns:a16="http://schemas.microsoft.com/office/drawing/2014/main" id="{4829D7E0-A427-4259-9916-52E66C9BCB9A}"/>
              </a:ext>
            </a:extLst>
          </p:cNvPr>
          <p:cNvPicPr>
            <a:picLocks noChangeAspect="1"/>
          </p:cNvPicPr>
          <p:nvPr/>
        </p:nvPicPr>
        <p:blipFill>
          <a:blip r:embed="rId6"/>
          <a:srcRect/>
          <a:stretch/>
        </p:blipFill>
        <p:spPr>
          <a:xfrm>
            <a:off x="10813828" y="249671"/>
            <a:ext cx="1043781" cy="389217"/>
          </a:xfrm>
          <a:prstGeom prst="rect">
            <a:avLst/>
          </a:prstGeom>
        </p:spPr>
      </p:pic>
    </p:spTree>
    <p:extLst>
      <p:ext uri="{BB962C8B-B14F-4D97-AF65-F5344CB8AC3E}">
        <p14:creationId xmlns:p14="http://schemas.microsoft.com/office/powerpoint/2010/main" val="2020110329"/>
      </p:ext>
    </p:extLst>
  </p:cSld>
  <p:clrMapOvr>
    <a:masterClrMapping/>
  </p:clrMapOvr>
  <p:hf hd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ítulo_Mibanc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3047190745"/>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10">
            <a:extLst>
              <a:ext uri="{FF2B5EF4-FFF2-40B4-BE49-F238E27FC236}">
                <a16:creationId xmlns:a16="http://schemas.microsoft.com/office/drawing/2014/main" id="{7DDB1BDB-5C05-40AB-B778-E7F0C96D7FC5}"/>
              </a:ext>
            </a:extLst>
          </p:cNvPr>
          <p:cNvPicPr>
            <a:picLocks noChangeAspect="1"/>
          </p:cNvPicPr>
          <p:nvPr/>
        </p:nvPicPr>
        <p:blipFill>
          <a:blip r:embed="rId6"/>
          <a:srcRect/>
          <a:stretch/>
        </p:blipFill>
        <p:spPr>
          <a:xfrm>
            <a:off x="10789320" y="138692"/>
            <a:ext cx="1076062" cy="547819"/>
          </a:xfrm>
          <a:prstGeom prst="rect">
            <a:avLst/>
          </a:prstGeom>
        </p:spPr>
      </p:pic>
    </p:spTree>
    <p:extLst>
      <p:ext uri="{BB962C8B-B14F-4D97-AF65-F5344CB8AC3E}">
        <p14:creationId xmlns:p14="http://schemas.microsoft.com/office/powerpoint/2010/main" val="529906154"/>
      </p:ext>
    </p:extLst>
  </p:cSld>
  <p:clrMapOvr>
    <a:masterClrMapping/>
  </p:clrMapOvr>
  <p:hf hd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ítulo_Mibanco CO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1019579149"/>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10">
            <a:extLst>
              <a:ext uri="{FF2B5EF4-FFF2-40B4-BE49-F238E27FC236}">
                <a16:creationId xmlns:a16="http://schemas.microsoft.com/office/drawing/2014/main" id="{28FA1749-95D5-4681-9777-169E1C715E55}"/>
              </a:ext>
            </a:extLst>
          </p:cNvPr>
          <p:cNvPicPr>
            <a:picLocks noChangeAspect="1"/>
          </p:cNvPicPr>
          <p:nvPr/>
        </p:nvPicPr>
        <p:blipFill>
          <a:blip r:embed="rId6"/>
          <a:srcRect/>
          <a:stretch/>
        </p:blipFill>
        <p:spPr>
          <a:xfrm>
            <a:off x="10789320" y="138692"/>
            <a:ext cx="1076060" cy="547819"/>
          </a:xfrm>
          <a:prstGeom prst="rect">
            <a:avLst/>
          </a:prstGeom>
        </p:spPr>
      </p:pic>
      <p:pic>
        <p:nvPicPr>
          <p:cNvPr id="9" name="Imagen 8">
            <a:extLst>
              <a:ext uri="{FF2B5EF4-FFF2-40B4-BE49-F238E27FC236}">
                <a16:creationId xmlns:a16="http://schemas.microsoft.com/office/drawing/2014/main" id="{AFCC60AF-BC39-4C2B-B28E-7857D52DCBF0}"/>
              </a:ext>
            </a:extLst>
          </p:cNvPr>
          <p:cNvPicPr>
            <a:picLocks noChangeAspect="1"/>
          </p:cNvPicPr>
          <p:nvPr/>
        </p:nvPicPr>
        <p:blipFill rotWithShape="1">
          <a:blip r:embed="rId7">
            <a:alphaModFix amt="85000"/>
          </a:blip>
          <a:srcRect l="7156" t="6742" r="7158" b="7249"/>
          <a:stretch/>
        </p:blipFill>
        <p:spPr>
          <a:xfrm>
            <a:off x="11857609" y="138692"/>
            <a:ext cx="215212" cy="217362"/>
          </a:xfrm>
          <a:prstGeom prst="rect">
            <a:avLst/>
          </a:prstGeom>
        </p:spPr>
      </p:pic>
    </p:spTree>
    <p:extLst>
      <p:ext uri="{BB962C8B-B14F-4D97-AF65-F5344CB8AC3E}">
        <p14:creationId xmlns:p14="http://schemas.microsoft.com/office/powerpoint/2010/main" val="2647434939"/>
      </p:ext>
    </p:extLst>
  </p:cSld>
  <p:clrMapOvr>
    <a:masterClrMapping/>
  </p:clrMapOvr>
  <p:hf hd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ítulo_Pacífic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4138031420"/>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57E52F62-C9AE-4731-B56C-3C912158A04B}"/>
              </a:ext>
            </a:extLst>
          </p:cNvPr>
          <p:cNvPicPr>
            <a:picLocks noChangeAspect="1"/>
          </p:cNvPicPr>
          <p:nvPr/>
        </p:nvPicPr>
        <p:blipFill>
          <a:blip r:embed="rId6"/>
          <a:stretch>
            <a:fillRect/>
          </a:stretch>
        </p:blipFill>
        <p:spPr>
          <a:xfrm>
            <a:off x="10671180" y="249671"/>
            <a:ext cx="1280509" cy="341064"/>
          </a:xfrm>
          <a:prstGeom prst="rect">
            <a:avLst/>
          </a:prstGeom>
        </p:spPr>
      </p:pic>
    </p:spTree>
    <p:extLst>
      <p:ext uri="{BB962C8B-B14F-4D97-AF65-F5344CB8AC3E}">
        <p14:creationId xmlns:p14="http://schemas.microsoft.com/office/powerpoint/2010/main" val="1041813038"/>
      </p:ext>
    </p:extLst>
  </p:cSld>
  <p:clrMapOvr>
    <a:masterClrMapping/>
  </p:clrMapOvr>
  <p:hf hd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ítulo_Pacífico Salud">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1936134822"/>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29891744-3F45-4DE4-87DB-674EBA99A35B}"/>
              </a:ext>
            </a:extLst>
          </p:cNvPr>
          <p:cNvPicPr>
            <a:picLocks noChangeAspect="1"/>
          </p:cNvPicPr>
          <p:nvPr/>
        </p:nvPicPr>
        <p:blipFill rotWithShape="1">
          <a:blip r:embed="rId6"/>
          <a:srcRect l="60480" t="59916"/>
          <a:stretch/>
        </p:blipFill>
        <p:spPr>
          <a:xfrm>
            <a:off x="11455121" y="525210"/>
            <a:ext cx="506057" cy="184335"/>
          </a:xfrm>
          <a:prstGeom prst="rect">
            <a:avLst/>
          </a:prstGeom>
        </p:spPr>
      </p:pic>
      <p:pic>
        <p:nvPicPr>
          <p:cNvPr id="9" name="Imagen 8">
            <a:extLst>
              <a:ext uri="{FF2B5EF4-FFF2-40B4-BE49-F238E27FC236}">
                <a16:creationId xmlns:a16="http://schemas.microsoft.com/office/drawing/2014/main" id="{B1D2DE91-66A6-4A78-9B0C-A5EE774A70B1}"/>
              </a:ext>
            </a:extLst>
          </p:cNvPr>
          <p:cNvPicPr>
            <a:picLocks noChangeAspect="1"/>
          </p:cNvPicPr>
          <p:nvPr/>
        </p:nvPicPr>
        <p:blipFill>
          <a:blip r:embed="rId7"/>
          <a:stretch>
            <a:fillRect/>
          </a:stretch>
        </p:blipFill>
        <p:spPr>
          <a:xfrm>
            <a:off x="10671180" y="249671"/>
            <a:ext cx="1280509" cy="341064"/>
          </a:xfrm>
          <a:prstGeom prst="rect">
            <a:avLst/>
          </a:prstGeom>
        </p:spPr>
      </p:pic>
    </p:spTree>
    <p:extLst>
      <p:ext uri="{BB962C8B-B14F-4D97-AF65-F5344CB8AC3E}">
        <p14:creationId xmlns:p14="http://schemas.microsoft.com/office/powerpoint/2010/main" val="1109855602"/>
      </p:ext>
    </p:extLst>
  </p:cSld>
  <p:clrMapOvr>
    <a:masterClrMapping/>
  </p:clrMapOvr>
  <p:hf hd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ítulo_Mibanco Prima">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2026002275"/>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602F05DE-46DC-429C-9DC3-5714E862901C}"/>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a:stretch/>
        </p:blipFill>
        <p:spPr>
          <a:xfrm>
            <a:off x="10839746" y="315763"/>
            <a:ext cx="1058277" cy="188656"/>
          </a:xfrm>
          <a:prstGeom prst="rect">
            <a:avLst/>
          </a:prstGeom>
        </p:spPr>
      </p:pic>
    </p:spTree>
    <p:extLst>
      <p:ext uri="{BB962C8B-B14F-4D97-AF65-F5344CB8AC3E}">
        <p14:creationId xmlns:p14="http://schemas.microsoft.com/office/powerpoint/2010/main" val="3758351055"/>
      </p:ext>
    </p:extLst>
  </p:cSld>
  <p:clrMapOvr>
    <a:masterClrMapping/>
  </p:clrMapOvr>
  <p:hf hd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ítulo_Credicorp Capita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1000096568"/>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8">
            <a:extLst>
              <a:ext uri="{FF2B5EF4-FFF2-40B4-BE49-F238E27FC236}">
                <a16:creationId xmlns:a16="http://schemas.microsoft.com/office/drawing/2014/main" id="{04BFBD62-6BB3-4EFC-9A08-4F78293A11DC}"/>
              </a:ext>
            </a:extLst>
          </p:cNvPr>
          <p:cNvPicPr>
            <a:picLocks noChangeAspect="1"/>
          </p:cNvPicPr>
          <p:nvPr/>
        </p:nvPicPr>
        <p:blipFill>
          <a:blip r:embed="rId6" cstate="screen">
            <a:extLst>
              <a:ext uri="{28A0092B-C50C-407E-A947-70E740481C1C}">
                <a14:useLocalDpi xmlns:a14="http://schemas.microsoft.com/office/drawing/2010/main"/>
              </a:ext>
            </a:extLst>
          </a:blip>
          <a:srcRect/>
          <a:stretch/>
        </p:blipFill>
        <p:spPr>
          <a:xfrm>
            <a:off x="10683425" y="249671"/>
            <a:ext cx="1255406" cy="318810"/>
          </a:xfrm>
          <a:prstGeom prst="rect">
            <a:avLst/>
          </a:prstGeom>
        </p:spPr>
      </p:pic>
    </p:spTree>
    <p:extLst>
      <p:ext uri="{BB962C8B-B14F-4D97-AF65-F5344CB8AC3E}">
        <p14:creationId xmlns:p14="http://schemas.microsoft.com/office/powerpoint/2010/main" val="4279700088"/>
      </p:ext>
    </p:extLst>
  </p:cSld>
  <p:clrMapOvr>
    <a:masterClrMapping/>
  </p:clrMapOvr>
  <p:hf hd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ítulo_Kreal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extLst>
              <p:ext uri="{D42A27DB-BD31-4B8C-83A1-F6EECF244321}">
                <p14:modId xmlns:p14="http://schemas.microsoft.com/office/powerpoint/2010/main" val="2438879484"/>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9" name="Imagen 8">
            <a:extLst>
              <a:ext uri="{FF2B5EF4-FFF2-40B4-BE49-F238E27FC236}">
                <a16:creationId xmlns:a16="http://schemas.microsoft.com/office/drawing/2014/main" id="{FD553E32-7265-4F39-A1CF-C703AA364E91}"/>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r="61870"/>
          <a:stretch/>
        </p:blipFill>
        <p:spPr>
          <a:xfrm>
            <a:off x="11021633" y="99020"/>
            <a:ext cx="669196" cy="599922"/>
          </a:xfrm>
          <a:prstGeom prst="rect">
            <a:avLst/>
          </a:prstGeom>
        </p:spPr>
      </p:pic>
    </p:spTree>
    <p:extLst>
      <p:ext uri="{BB962C8B-B14F-4D97-AF65-F5344CB8AC3E}">
        <p14:creationId xmlns:p14="http://schemas.microsoft.com/office/powerpoint/2010/main" val="961001930"/>
      </p:ext>
    </p:extLst>
  </p:cSld>
  <p:clrMapOvr>
    <a:masterClrMapping/>
  </p:clrMapOvr>
  <p:hf hdr="0" dt="0"/>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CustomLayouts 1">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1"/>
            </p:custDataLst>
            <p:extLst>
              <p:ext uri="{D42A27DB-BD31-4B8C-83A1-F6EECF244321}">
                <p14:modId xmlns:p14="http://schemas.microsoft.com/office/powerpoint/2010/main" val="2642856251"/>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3" y="1592"/>
                        <a:ext cx="1582" cy="1592"/>
                      </a:xfrm>
                      <a:prstGeom prst="rect">
                        <a:avLst/>
                      </a:prstGeom>
                    </p:spPr>
                  </p:pic>
                </p:oleObj>
              </mc:Fallback>
            </mc:AlternateContent>
          </a:graphicData>
        </a:graphic>
      </p:graphicFrame>
      <p:pic>
        <p:nvPicPr>
          <p:cNvPr id="4" name="Picture 3">
            <a:extLst>
              <a:ext uri="{FF2B5EF4-FFF2-40B4-BE49-F238E27FC236}">
                <a16:creationId xmlns:a16="http://schemas.microsoft.com/office/drawing/2014/main" id="{EC5B746B-A82B-5B76-11EF-DC1F5C5A358A}"/>
              </a:ext>
            </a:extLst>
          </p:cNvPr>
          <p:cNvPicPr>
            <a:picLocks noChangeAspect="1"/>
          </p:cNvPicPr>
          <p:nvPr userDrawn="1"/>
        </p:nvPicPr>
        <p:blipFill>
          <a:blip r:embed="rId12" cstate="print">
            <a:extLst>
              <a:ext uri="{28A0092B-C50C-407E-A947-70E740481C1C}">
                <a14:useLocalDpi xmlns:a14="http://schemas.microsoft.com/office/drawing/2010/main"/>
              </a:ext>
            </a:extLst>
          </a:blip>
          <a:stretch>
            <a:fillRect/>
          </a:stretch>
        </p:blipFill>
        <p:spPr>
          <a:xfrm>
            <a:off x="-3037" y="3184"/>
            <a:ext cx="12150587" cy="6875463"/>
          </a:xfrm>
          <a:prstGeom prst="rect">
            <a:avLst/>
          </a:prstGeom>
        </p:spPr>
      </p:pic>
      <p:sp>
        <p:nvSpPr>
          <p:cNvPr id="2" name="Rectangle 1" hidden="1">
            <a:extLst>
              <a:ext uri="{FF2B5EF4-FFF2-40B4-BE49-F238E27FC236}">
                <a16:creationId xmlns:a16="http://schemas.microsoft.com/office/drawing/2014/main" id="{F95EE31F-4647-48C1-8F33-15A7FC3D359F}"/>
              </a:ext>
            </a:extLst>
          </p:cNvPr>
          <p:cNvSpPr/>
          <p:nvPr userDrawn="1">
            <p:custDataLst>
              <p:tags r:id="rId2"/>
            </p:custDataLst>
          </p:nvPr>
        </p:nvSpPr>
        <p:spPr>
          <a:xfrm>
            <a:off x="0" y="0"/>
            <a:ext cx="158171" cy="159154"/>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0925" rtl="0" eaLnBrk="1" fontAlgn="auto" latinLnBrk="0" hangingPunct="1">
              <a:lnSpc>
                <a:spcPct val="100000"/>
              </a:lnSpc>
              <a:spcBef>
                <a:spcPct val="0"/>
              </a:spcBef>
              <a:spcAft>
                <a:spcPct val="0"/>
              </a:spcAft>
              <a:buClrTx/>
              <a:buSzTx/>
              <a:buFontTx/>
              <a:buNone/>
              <a:tabLst/>
              <a:defRPr/>
            </a:pPr>
            <a:endParaRPr kumimoji="0" lang="en-US" sz="2491" b="1" i="0" u="none" strike="noStrike" kern="1200" cap="none" spc="0" normalizeH="0" baseline="0" noProof="0">
              <a:ln>
                <a:noFill/>
              </a:ln>
              <a:solidFill>
                <a:srgbClr val="051C2C"/>
              </a:solidFill>
              <a:effectLst/>
              <a:uLnTx/>
              <a:uFillTx/>
              <a:latin typeface="Georgia" panose="02040502050405020303" pitchFamily="18" charset="0"/>
              <a:ea typeface="+mn-ea"/>
              <a:cs typeface="+mn-cs"/>
              <a:sym typeface="Georgia" panose="02040502050405020303" pitchFamily="18" charset="0"/>
            </a:endParaRP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3"/>
            </p:custDataLst>
          </p:nvPr>
        </p:nvSpPr>
        <p:spPr bwMode="black">
          <a:xfrm>
            <a:off x="11271282" y="6516103"/>
            <a:ext cx="324314" cy="138051"/>
          </a:xfrm>
          <a:prstGeom prst="rect">
            <a:avLst/>
          </a:prstGeom>
          <a:noFill/>
          <a:ln w="9525" algn="ctr">
            <a:noFill/>
            <a:miter lim="800000"/>
            <a:headEnd/>
            <a:tailEnd/>
          </a:ln>
          <a:effectLst/>
        </p:spPr>
        <p:txBody>
          <a:bodyPr wrap="square" lIns="0" tIns="0" rIns="0" bIns="0" anchor="b">
            <a:spAutoFit/>
          </a:bodyPr>
          <a:lstStyle/>
          <a:p>
            <a:pPr marL="0" marR="0" lvl="0" indent="0" algn="r" defTabSz="608423" rtl="0" eaLnBrk="1" fontAlgn="auto" latinLnBrk="0" hangingPunct="1">
              <a:lnSpc>
                <a:spcPct val="100000"/>
              </a:lnSpc>
              <a:spcBef>
                <a:spcPts val="0"/>
              </a:spcBef>
              <a:spcAft>
                <a:spcPts val="0"/>
              </a:spcAft>
              <a:buClrTx/>
              <a:buSzTx/>
              <a:buFontTx/>
              <a:buNone/>
              <a:tabLst/>
              <a:defRPr/>
            </a:pPr>
            <a:fld id="{4ABDCABE-3F10-B64C-92F1-862014417034}" type="slidenum">
              <a:rPr kumimoji="0" lang="en-US" sz="897"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08423" rtl="0" eaLnBrk="1" fontAlgn="auto" latinLnBrk="0" hangingPunct="1">
                <a:lnSpc>
                  <a:spcPct val="100000"/>
                </a:lnSpc>
                <a:spcBef>
                  <a:spcPts val="0"/>
                </a:spcBef>
                <a:spcAft>
                  <a:spcPts val="0"/>
                </a:spcAft>
                <a:buClrTx/>
                <a:buSzTx/>
                <a:buFontTx/>
                <a:buNone/>
                <a:tabLst/>
                <a:defRPr/>
              </a:pPr>
              <a:t>‹Nº›</a:t>
            </a:fld>
            <a:endParaRPr kumimoji="0" lang="en-US" sz="897"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4"/>
            </p:custDataLst>
          </p:nvPr>
        </p:nvSpPr>
        <p:spPr>
          <a:xfrm>
            <a:off x="552714" y="6518225"/>
            <a:ext cx="7251327" cy="122662"/>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0925" rtl="0" eaLnBrk="1" fontAlgn="auto" latinLnBrk="0" hangingPunct="1">
              <a:lnSpc>
                <a:spcPct val="100000"/>
              </a:lnSpc>
              <a:spcBef>
                <a:spcPts val="299"/>
              </a:spcBef>
              <a:spcAft>
                <a:spcPts val="299"/>
              </a:spcAft>
              <a:buClrTx/>
              <a:buSzTx/>
              <a:buFont typeface="Segoe UI" panose="020B0502040204020203" pitchFamily="34" charset="0"/>
              <a:buChar char="​"/>
              <a:tabLst/>
              <a:defRPr/>
            </a:pPr>
            <a:r>
              <a:rPr kumimoji="0" lang="en-US" sz="797" b="0" i="0" u="none" strike="noStrike" kern="1200" cap="none" spc="0" normalizeH="0" baseline="0" noProof="0">
                <a:ln>
                  <a:noFill/>
                </a:ln>
                <a:solidFill>
                  <a:srgbClr val="FFFFFF"/>
                </a:solidFill>
                <a:effectLst/>
                <a:uLnTx/>
                <a:uFillTx/>
                <a:latin typeface="Arial"/>
                <a:ea typeface="+mn-ea"/>
                <a:cs typeface="Arial" panose="020B0604020202020204" pitchFamily="34" charset="0"/>
              </a:rPr>
              <a:t>Source: …</a:t>
            </a:r>
          </a:p>
        </p:txBody>
      </p:sp>
      <p:sp>
        <p:nvSpPr>
          <p:cNvPr id="12" name="2. Slide Title">
            <a:extLst>
              <a:ext uri="{FF2B5EF4-FFF2-40B4-BE49-F238E27FC236}">
                <a16:creationId xmlns:a16="http://schemas.microsoft.com/office/drawing/2014/main" id="{0BDEB94E-58BF-43E2-8FF2-DCDA24AD4E9D}"/>
              </a:ext>
            </a:extLst>
          </p:cNvPr>
          <p:cNvSpPr>
            <a:spLocks noGrp="1"/>
          </p:cNvSpPr>
          <p:nvPr>
            <p:ph type="title"/>
            <p:custDataLst>
              <p:tags r:id="rId5"/>
            </p:custDataLst>
          </p:nvPr>
        </p:nvSpPr>
        <p:spPr>
          <a:xfrm>
            <a:off x="552714" y="182836"/>
            <a:ext cx="11042123" cy="733383"/>
          </a:xfrm>
        </p:spPr>
        <p:txBody>
          <a:bodyPr vert="horz"/>
          <a:lstStyle/>
          <a:p>
            <a:r>
              <a:rPr lang="en-US"/>
              <a:t>Click to edit Master title style</a:t>
            </a:r>
          </a:p>
        </p:txBody>
      </p:sp>
      <p:sp>
        <p:nvSpPr>
          <p:cNvPr id="14" name="3. Subtitle">
            <a:extLst>
              <a:ext uri="{FF2B5EF4-FFF2-40B4-BE49-F238E27FC236}">
                <a16:creationId xmlns:a16="http://schemas.microsoft.com/office/drawing/2014/main" id="{A865C2CC-D12C-4517-9906-7CCD161322EB}"/>
              </a:ext>
            </a:extLst>
          </p:cNvPr>
          <p:cNvSpPr>
            <a:spLocks noGrp="1"/>
          </p:cNvSpPr>
          <p:nvPr>
            <p:ph type="subTitle" idx="1"/>
            <p:custDataLst>
              <p:tags r:id="rId6"/>
            </p:custDataLst>
          </p:nvPr>
        </p:nvSpPr>
        <p:spPr>
          <a:xfrm>
            <a:off x="552714" y="906163"/>
            <a:ext cx="11042123" cy="277704"/>
          </a:xfrm>
        </p:spPr>
        <p:txBody>
          <a:bodyPr anchor="ctr" anchorCtr="0"/>
          <a:lstStyle/>
          <a:p>
            <a:r>
              <a:rPr lang="en-US" sz="1594"/>
              <a:t>Click to edit Master subtitle style</a:t>
            </a:r>
          </a:p>
        </p:txBody>
      </p:sp>
      <p:sp>
        <p:nvSpPr>
          <p:cNvPr id="17" name="1. On-page tracker">
            <a:extLst>
              <a:ext uri="{FF2B5EF4-FFF2-40B4-BE49-F238E27FC236}">
                <a16:creationId xmlns:a16="http://schemas.microsoft.com/office/drawing/2014/main" id="{FE52895E-A8CE-4207-AC48-2296C3D01401}"/>
              </a:ext>
            </a:extLst>
          </p:cNvPr>
          <p:cNvSpPr>
            <a:spLocks noGrp="1"/>
          </p:cNvSpPr>
          <p:nvPr>
            <p:ph type="body" sz="quarter" idx="17" hasCustomPrompt="1"/>
            <p:custDataLst>
              <p:tags r:id="rId7"/>
            </p:custDataLst>
          </p:nvPr>
        </p:nvSpPr>
        <p:spPr>
          <a:xfrm>
            <a:off x="7133649" y="39307"/>
            <a:ext cx="4464225" cy="202748"/>
          </a:xfrm>
        </p:spPr>
        <p:txBody>
          <a:bodyPr anchor="ctr" anchorCtr="0">
            <a:spAutoFit/>
          </a:bodyPr>
          <a:lstStyle>
            <a:lvl1pPr algn="r">
              <a:defRPr sz="797">
                <a:latin typeface="+mn-lt"/>
              </a:defRPr>
            </a:lvl1pPr>
          </a:lstStyle>
          <a:p>
            <a:pPr lvl="0"/>
            <a:r>
              <a:rPr lang="en-US"/>
              <a:t>Chapter › Topic</a:t>
            </a:r>
          </a:p>
        </p:txBody>
      </p:sp>
      <p:sp>
        <p:nvSpPr>
          <p:cNvPr id="6" name="SlideLogoText">
            <a:extLst>
              <a:ext uri="{FF2B5EF4-FFF2-40B4-BE49-F238E27FC236}">
                <a16:creationId xmlns:a16="http://schemas.microsoft.com/office/drawing/2014/main" id="{17777A94-E817-F658-EB46-039D380FADEF}"/>
              </a:ext>
            </a:extLst>
          </p:cNvPr>
          <p:cNvSpPr txBox="1"/>
          <p:nvPr userDrawn="1">
            <p:custDataLst>
              <p:tags r:id="rId8"/>
            </p:custDataLst>
          </p:nvPr>
        </p:nvSpPr>
        <p:spPr bwMode="black">
          <a:xfrm>
            <a:off x="10103460" y="6516732"/>
            <a:ext cx="1134926" cy="138051"/>
          </a:xfrm>
          <a:prstGeom prst="rect">
            <a:avLst/>
          </a:prstGeom>
          <a:noFill/>
        </p:spPr>
        <p:txBody>
          <a:bodyPr wrap="none" lIns="0" tIns="0" rIns="0" bIns="0" rtlCol="0" anchor="b">
            <a:spAutoFit/>
          </a:bodyPr>
          <a:lstStyle/>
          <a:p>
            <a:pPr marL="0" marR="0" lvl="0" indent="0" algn="ctr" defTabSz="910925" rtl="0" eaLnBrk="1" fontAlgn="auto" latinLnBrk="0" hangingPunct="1">
              <a:lnSpc>
                <a:spcPct val="100000"/>
              </a:lnSpc>
              <a:spcBef>
                <a:spcPts val="0"/>
              </a:spcBef>
              <a:spcAft>
                <a:spcPts val="0"/>
              </a:spcAft>
              <a:buClrTx/>
              <a:buSzTx/>
              <a:buFontTx/>
              <a:buNone/>
              <a:tabLst/>
              <a:defRPr/>
            </a:pPr>
            <a:r>
              <a:rPr kumimoji="0" lang="en-US" sz="897" b="0" i="0" u="none" strike="noStrike" kern="1200" cap="none" spc="0" normalizeH="0" baseline="0" noProof="0">
                <a:ln>
                  <a:noFill/>
                </a:ln>
                <a:solidFill>
                  <a:srgbClr val="FFFFFF"/>
                </a:solidFill>
                <a:effectLst/>
                <a:uLnTx/>
                <a:uFillTx/>
                <a:latin typeface="Arial"/>
                <a:ea typeface="+mn-ea"/>
                <a:cs typeface="Arial" panose="020B0604020202020204" pitchFamily="34" charset="0"/>
              </a:rPr>
              <a:t>McKinsey &amp; Company</a:t>
            </a:r>
          </a:p>
        </p:txBody>
      </p:sp>
    </p:spTree>
    <p:extLst>
      <p:ext uri="{BB962C8B-B14F-4D97-AF65-F5344CB8AC3E}">
        <p14:creationId xmlns:p14="http://schemas.microsoft.com/office/powerpoint/2010/main" val="41569207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D8EFF8A2-0FB9-4B25-8B8D-492353274983}"/>
                          </a:ext>
                        </a:extLst>
                      </p:cNvPr>
                      <p:cNvPicPr/>
                      <p:nvPr/>
                    </p:nvPicPr>
                    <p:blipFill>
                      <a:blip r:embed="rId10"/>
                      <a:stretch>
                        <a:fillRect/>
                      </a:stretch>
                    </p:blipFill>
                    <p:spPr>
                      <a:xfrm>
                        <a:off x="1583" y="1592"/>
                        <a:ext cx="1582" cy="1592"/>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9F741700-5035-4E61-A4AC-1B3C7AE220D5}"/>
              </a:ext>
            </a:extLst>
          </p:cNvPr>
          <p:cNvSpPr/>
          <p:nvPr userDrawn="1">
            <p:custDataLst>
              <p:tags r:id="rId2"/>
            </p:custDataLst>
          </p:nvPr>
        </p:nvSpPr>
        <p:spPr>
          <a:xfrm>
            <a:off x="0" y="0"/>
            <a:ext cx="158171" cy="159154"/>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491" b="1" i="0" baseline="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2714" y="182836"/>
            <a:ext cx="11042123" cy="733383"/>
          </a:xfrm>
        </p:spPr>
        <p:txBody>
          <a:bodyPr/>
          <a:lstStyle/>
          <a:p>
            <a:r>
              <a:rPr lang="en-US"/>
              <a:t>Click to edit Master 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4"/>
            </p:custDataLst>
          </p:nvPr>
        </p:nvSpPr>
        <p:spPr bwMode="black">
          <a:xfrm>
            <a:off x="11271282" y="6516104"/>
            <a:ext cx="324314" cy="138051"/>
          </a:xfrm>
          <a:prstGeom prst="rect">
            <a:avLst/>
          </a:prstGeom>
          <a:noFill/>
          <a:ln w="9525" algn="ctr">
            <a:noFill/>
            <a:miter lim="800000"/>
            <a:headEnd/>
            <a:tailEnd/>
          </a:ln>
          <a:effectLst/>
        </p:spPr>
        <p:txBody>
          <a:bodyPr wrap="square" lIns="0" tIns="0" rIns="0" bIns="0" anchor="b">
            <a:spAutoFit/>
          </a:bodyPr>
          <a:lstStyle/>
          <a:p>
            <a:pPr algn="r" defTabSz="608423" fontAlgn="auto">
              <a:spcBef>
                <a:spcPts val="0"/>
              </a:spcBef>
              <a:spcAft>
                <a:spcPts val="0"/>
              </a:spcAft>
              <a:defRPr/>
            </a:pPr>
            <a:fld id="{4ABDCABE-3F10-B64C-92F1-862014417034}" type="slidenum">
              <a:rPr lang="en-US" sz="897" smtClean="0">
                <a:solidFill>
                  <a:schemeClr val="tx1"/>
                </a:solidFill>
                <a:latin typeface="+mn-lt"/>
                <a:ea typeface="+mn-ea"/>
                <a:cs typeface="Arial" panose="020B0604020202020204" pitchFamily="34" charset="0"/>
              </a:rPr>
              <a:pPr algn="r" defTabSz="608423" fontAlgn="auto">
                <a:spcBef>
                  <a:spcPts val="0"/>
                </a:spcBef>
                <a:spcAft>
                  <a:spcPts val="0"/>
                </a:spcAft>
                <a:defRPr/>
              </a:pPr>
              <a:t>‹Nº›</a:t>
            </a:fld>
            <a:endParaRPr lang="en-US" sz="897">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5"/>
            </p:custDataLst>
          </p:nvPr>
        </p:nvSpPr>
        <p:spPr>
          <a:xfrm>
            <a:off x="552714" y="6518225"/>
            <a:ext cx="7251327" cy="122662"/>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797"/>
              <a:t>Source: …</a:t>
            </a:r>
          </a:p>
        </p:txBody>
      </p:sp>
      <p:sp>
        <p:nvSpPr>
          <p:cNvPr id="10" name="1. On-page tracker">
            <a:extLst>
              <a:ext uri="{FF2B5EF4-FFF2-40B4-BE49-F238E27FC236}">
                <a16:creationId xmlns:a16="http://schemas.microsoft.com/office/drawing/2014/main" id="{A8BAFD1A-3C11-49E6-B76E-5166760AF118}"/>
              </a:ext>
            </a:extLst>
          </p:cNvPr>
          <p:cNvSpPr>
            <a:spLocks noGrp="1"/>
          </p:cNvSpPr>
          <p:nvPr>
            <p:ph type="body" sz="quarter" idx="17" hasCustomPrompt="1"/>
            <p:custDataLst>
              <p:tags r:id="rId6"/>
            </p:custDataLst>
          </p:nvPr>
        </p:nvSpPr>
        <p:spPr>
          <a:xfrm>
            <a:off x="7133649" y="39307"/>
            <a:ext cx="4464225" cy="202748"/>
          </a:xfrm>
        </p:spPr>
        <p:txBody>
          <a:bodyPr wrap="square" anchor="ctr" anchorCtr="0">
            <a:spAutoFit/>
          </a:bodyPr>
          <a:lstStyle>
            <a:lvl1pPr algn="r">
              <a:defRPr sz="797">
                <a:latin typeface="+mn-lt"/>
              </a:defRPr>
            </a:lvl1pPr>
          </a:lstStyle>
          <a:p>
            <a:pPr lvl="0"/>
            <a:r>
              <a:rPr lang="en-US"/>
              <a:t>Chapter › Topic</a:t>
            </a:r>
          </a:p>
        </p:txBody>
      </p:sp>
      <p:sp>
        <p:nvSpPr>
          <p:cNvPr id="12" name="3. Subtitle">
            <a:extLst>
              <a:ext uri="{FF2B5EF4-FFF2-40B4-BE49-F238E27FC236}">
                <a16:creationId xmlns:a16="http://schemas.microsoft.com/office/drawing/2014/main" id="{1EE9FF4B-7331-4DE1-A594-C0C335ED5BE5}"/>
              </a:ext>
            </a:extLst>
          </p:cNvPr>
          <p:cNvSpPr>
            <a:spLocks noGrp="1"/>
          </p:cNvSpPr>
          <p:nvPr>
            <p:ph type="subTitle" idx="1"/>
            <p:custDataLst>
              <p:tags r:id="rId7"/>
            </p:custDataLst>
          </p:nvPr>
        </p:nvSpPr>
        <p:spPr>
          <a:xfrm>
            <a:off x="552714" y="906163"/>
            <a:ext cx="11042123" cy="277704"/>
          </a:xfrm>
        </p:spPr>
        <p:txBody>
          <a:bodyPr anchor="ctr" anchorCtr="0"/>
          <a:lstStyle/>
          <a:p>
            <a:r>
              <a:rPr lang="en-US" sz="1594"/>
              <a:t>Click to edit Master subtitle style</a:t>
            </a:r>
          </a:p>
        </p:txBody>
      </p:sp>
    </p:spTree>
    <p:extLst>
      <p:ext uri="{BB962C8B-B14F-4D97-AF65-F5344CB8AC3E}">
        <p14:creationId xmlns:p14="http://schemas.microsoft.com/office/powerpoint/2010/main" val="380162931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cSld name="Diapositiva de títul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aphicFrame>
        <p:nvGraphicFramePr>
          <p:cNvPr id="8" name="Objeto 7" hidden="1">
            <a:extLst>
              <a:ext uri="{FF2B5EF4-FFF2-40B4-BE49-F238E27FC236}">
                <a16:creationId xmlns:a16="http://schemas.microsoft.com/office/drawing/2014/main" id="{EB45E1F9-278A-4FAE-9D98-A47C9D43DB01}"/>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4" imgW="592" imgH="595" progId="TCLayout.ActiveDocument.1">
                  <p:embed/>
                </p:oleObj>
              </mc:Choice>
              <mc:Fallback>
                <p:oleObj name="Diapositiva de think-cell" r:id="rId4" imgW="592" imgH="595" progId="TCLayout.ActiveDocument.1">
                  <p:embed/>
                  <p:pic>
                    <p:nvPicPr>
                      <p:cNvPr id="8" name="Objeto 7" hidden="1">
                        <a:extLst>
                          <a:ext uri="{FF2B5EF4-FFF2-40B4-BE49-F238E27FC236}">
                            <a16:creationId xmlns:a16="http://schemas.microsoft.com/office/drawing/2014/main" id="{EB45E1F9-278A-4FAE-9D98-A47C9D43DB01}"/>
                          </a:ext>
                        </a:extLst>
                      </p:cNvPr>
                      <p:cNvPicPr/>
                      <p:nvPr/>
                    </p:nvPicPr>
                    <p:blipFill>
                      <a:blip r:embed="rId5"/>
                      <a:stretch>
                        <a:fillRect/>
                      </a:stretch>
                    </p:blipFill>
                    <p:spPr>
                      <a:xfrm>
                        <a:off x="1583" y="1592"/>
                        <a:ext cx="1582" cy="1592"/>
                      </a:xfrm>
                      <a:prstGeom prst="rect">
                        <a:avLst/>
                      </a:prstGeom>
                    </p:spPr>
                  </p:pic>
                </p:oleObj>
              </mc:Fallback>
            </mc:AlternateContent>
          </a:graphicData>
        </a:graphic>
      </p:graphicFrame>
      <p:pic>
        <p:nvPicPr>
          <p:cNvPr id="11" name="Picture 6">
            <a:extLst>
              <a:ext uri="{FF2B5EF4-FFF2-40B4-BE49-F238E27FC236}">
                <a16:creationId xmlns:a16="http://schemas.microsoft.com/office/drawing/2014/main" id="{DE3E51E2-1D46-47BE-9BF1-191708321669}"/>
              </a:ext>
            </a:extLst>
          </p:cNvPr>
          <p:cNvPicPr>
            <a:picLocks noChangeAspect="1"/>
          </p:cNvPicPr>
          <p:nvPr/>
        </p:nvPicPr>
        <p:blipFill>
          <a:blip r:embed="rId6" cstate="screen">
            <a:alphaModFix amt="70000"/>
            <a:extLst>
              <a:ext uri="{28A0092B-C50C-407E-A947-70E740481C1C}">
                <a14:useLocalDpi xmlns:a14="http://schemas.microsoft.com/office/drawing/2010/main"/>
              </a:ext>
            </a:extLst>
          </a:blip>
          <a:stretch>
            <a:fillRect/>
          </a:stretch>
        </p:blipFill>
        <p:spPr>
          <a:xfrm>
            <a:off x="0" y="598420"/>
            <a:ext cx="5634375" cy="6277043"/>
          </a:xfrm>
          <a:prstGeom prst="rect">
            <a:avLst/>
          </a:prstGeom>
          <a:effectLst>
            <a:outerShdw blurRad="50800" dist="38100" dir="13500000" algn="br" rotWithShape="0">
              <a:prstClr val="black">
                <a:alpha val="40000"/>
              </a:prstClr>
            </a:outerShdw>
          </a:effectLst>
        </p:spPr>
      </p:pic>
      <p:sp>
        <p:nvSpPr>
          <p:cNvPr id="2" name="Título 1">
            <a:extLst>
              <a:ext uri="{FF2B5EF4-FFF2-40B4-BE49-F238E27FC236}">
                <a16:creationId xmlns:a16="http://schemas.microsoft.com/office/drawing/2014/main" id="{66467E84-7EBF-42F6-8768-A43192B4DE4D}"/>
              </a:ext>
            </a:extLst>
          </p:cNvPr>
          <p:cNvSpPr>
            <a:spLocks noGrp="1"/>
          </p:cNvSpPr>
          <p:nvPr>
            <p:ph type="ctrTitle" hasCustomPrompt="1"/>
          </p:nvPr>
        </p:nvSpPr>
        <p:spPr>
          <a:xfrm>
            <a:off x="333743" y="3437732"/>
            <a:ext cx="4662938" cy="1624125"/>
          </a:xfrm>
          <a:effectLst>
            <a:outerShdw blurRad="50800" dist="38100" dir="10800000" algn="r" rotWithShape="0">
              <a:prstClr val="black">
                <a:alpha val="40000"/>
              </a:prstClr>
            </a:outerShdw>
          </a:effectLst>
        </p:spPr>
        <p:txBody>
          <a:bodyPr vert="horz" anchor="b">
            <a:normAutofit/>
          </a:bodyPr>
          <a:lstStyle>
            <a:lvl1pPr algn="l">
              <a:defRPr sz="3586" b="1">
                <a:solidFill>
                  <a:schemeClr val="bg1"/>
                </a:solidFill>
              </a:defRPr>
            </a:lvl1pPr>
          </a:lstStyle>
          <a:p>
            <a:r>
              <a:rPr lang="es-ES"/>
              <a:t>Título de la presentación</a:t>
            </a:r>
            <a:endParaRPr lang="en-US"/>
          </a:p>
        </p:txBody>
      </p:sp>
      <p:sp>
        <p:nvSpPr>
          <p:cNvPr id="3" name="Subtítulo 2">
            <a:extLst>
              <a:ext uri="{FF2B5EF4-FFF2-40B4-BE49-F238E27FC236}">
                <a16:creationId xmlns:a16="http://schemas.microsoft.com/office/drawing/2014/main" id="{F369A164-5FDF-4394-B943-995B988CF542}"/>
              </a:ext>
            </a:extLst>
          </p:cNvPr>
          <p:cNvSpPr>
            <a:spLocks noGrp="1"/>
          </p:cNvSpPr>
          <p:nvPr>
            <p:ph type="subTitle" idx="1" hasCustomPrompt="1"/>
          </p:nvPr>
        </p:nvSpPr>
        <p:spPr>
          <a:xfrm>
            <a:off x="333743" y="5427285"/>
            <a:ext cx="4662938" cy="360917"/>
          </a:xfrm>
          <a:effectLst>
            <a:outerShdw blurRad="50800" dist="38100" dir="10800000" algn="r" rotWithShape="0">
              <a:prstClr val="black">
                <a:alpha val="40000"/>
              </a:prstClr>
            </a:outerShdw>
          </a:effectLst>
        </p:spPr>
        <p:txBody>
          <a:bodyPr/>
          <a:lstStyle>
            <a:lvl1pPr marL="0" indent="0" algn="l">
              <a:buNone/>
              <a:defRPr sz="2391">
                <a:solidFill>
                  <a:schemeClr val="bg1"/>
                </a:solidFill>
              </a:defRPr>
            </a:lvl1pPr>
            <a:lvl2pPr marL="455463" indent="0" algn="ctr">
              <a:buNone/>
              <a:defRPr sz="1992"/>
            </a:lvl2pPr>
            <a:lvl3pPr marL="910925" indent="0" algn="ctr">
              <a:buNone/>
              <a:defRPr sz="1793"/>
            </a:lvl3pPr>
            <a:lvl4pPr marL="1366388" indent="0" algn="ctr">
              <a:buNone/>
              <a:defRPr sz="1594"/>
            </a:lvl4pPr>
            <a:lvl5pPr marL="1821851" indent="0" algn="ctr">
              <a:buNone/>
              <a:defRPr sz="1594"/>
            </a:lvl5pPr>
            <a:lvl6pPr marL="2277313" indent="0" algn="ctr">
              <a:buNone/>
              <a:defRPr sz="1594"/>
            </a:lvl6pPr>
            <a:lvl7pPr marL="2732776" indent="0" algn="ctr">
              <a:buNone/>
              <a:defRPr sz="1594"/>
            </a:lvl7pPr>
            <a:lvl8pPr marL="3188238" indent="0" algn="ctr">
              <a:buNone/>
              <a:defRPr sz="1594"/>
            </a:lvl8pPr>
            <a:lvl9pPr marL="3643701" indent="0" algn="ctr">
              <a:buNone/>
              <a:defRPr sz="1594"/>
            </a:lvl9pPr>
          </a:lstStyle>
          <a:p>
            <a:r>
              <a:rPr lang="es-ES"/>
              <a:t>Subtítulo o división</a:t>
            </a:r>
            <a:endParaRPr lang="en-US"/>
          </a:p>
        </p:txBody>
      </p:sp>
      <p:sp>
        <p:nvSpPr>
          <p:cNvPr id="29" name="Marcador de texto 9">
            <a:extLst>
              <a:ext uri="{FF2B5EF4-FFF2-40B4-BE49-F238E27FC236}">
                <a16:creationId xmlns:a16="http://schemas.microsoft.com/office/drawing/2014/main" id="{334E3A5C-066E-4A70-81AB-B8143270DD01}"/>
              </a:ext>
            </a:extLst>
          </p:cNvPr>
          <p:cNvSpPr>
            <a:spLocks noGrp="1"/>
          </p:cNvSpPr>
          <p:nvPr>
            <p:ph type="body" sz="quarter" idx="11" hasCustomPrompt="1"/>
          </p:nvPr>
        </p:nvSpPr>
        <p:spPr>
          <a:xfrm>
            <a:off x="10001621" y="6158671"/>
            <a:ext cx="2145616" cy="438247"/>
          </a:xfrm>
          <a:solidFill>
            <a:srgbClr val="000000">
              <a:alpha val="50196"/>
            </a:srgbClr>
          </a:solidFill>
          <a:effectLst>
            <a:outerShdw blurRad="50800" dist="38100" dir="5400000" algn="t" rotWithShape="0">
              <a:prstClr val="black">
                <a:alpha val="40000"/>
              </a:prstClr>
            </a:outerShdw>
          </a:effectLst>
        </p:spPr>
        <p:txBody>
          <a:bodyPr anchor="ctr">
            <a:normAutofit/>
          </a:bodyPr>
          <a:lstStyle>
            <a:lvl1pPr marL="0" indent="0" algn="l">
              <a:buNone/>
              <a:defRPr sz="1793">
                <a:solidFill>
                  <a:schemeClr val="bg1"/>
                </a:solidFill>
                <a:effectLs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s-ES"/>
              <a:t>Fecha</a:t>
            </a:r>
            <a:endParaRPr lang="en-US"/>
          </a:p>
        </p:txBody>
      </p:sp>
      <p:pic>
        <p:nvPicPr>
          <p:cNvPr id="9" name="Imagen 8" descr="Texto, Logotipo&#10;&#10;Descripción generada automáticamente">
            <a:extLst>
              <a:ext uri="{FF2B5EF4-FFF2-40B4-BE49-F238E27FC236}">
                <a16:creationId xmlns:a16="http://schemas.microsoft.com/office/drawing/2014/main" id="{D03E36ED-27BD-4EFB-B566-9BD764D6F208}"/>
              </a:ext>
            </a:extLst>
          </p:cNvPr>
          <p:cNvPicPr>
            <a:picLocks noChangeAspect="1"/>
          </p:cNvPicPr>
          <p:nvPr/>
        </p:nvPicPr>
        <p:blipFill rotWithShape="1">
          <a:blip r:embed="rId7" cstate="screen">
            <a:biLevel thresh="25000"/>
            <a:extLst>
              <a:ext uri="{28A0092B-C50C-407E-A947-70E740481C1C}">
                <a14:useLocalDpi xmlns:a14="http://schemas.microsoft.com/office/drawing/2010/main"/>
              </a:ext>
            </a:extLst>
          </a:blip>
          <a:srcRect l="3576" t="39996" r="3728" b="40076"/>
          <a:stretch/>
        </p:blipFill>
        <p:spPr>
          <a:xfrm>
            <a:off x="9577703" y="265347"/>
            <a:ext cx="2223270" cy="270575"/>
          </a:xfrm>
          <a:prstGeom prst="rect">
            <a:avLst/>
          </a:prstGeom>
        </p:spPr>
      </p:pic>
    </p:spTree>
    <p:extLst>
      <p:ext uri="{BB962C8B-B14F-4D97-AF65-F5344CB8AC3E}">
        <p14:creationId xmlns:p14="http://schemas.microsoft.com/office/powerpoint/2010/main" val="240219855"/>
      </p:ext>
    </p:extLst>
  </p:cSld>
  <p:clrMapOvr>
    <a:masterClrMapping/>
  </p:clrMapOvr>
  <p:hf hdr="0" dt="0"/>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Título_Credicorp">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spTree>
    <p:extLst>
      <p:ext uri="{BB962C8B-B14F-4D97-AF65-F5344CB8AC3E}">
        <p14:creationId xmlns:p14="http://schemas.microsoft.com/office/powerpoint/2010/main" val="2469171057"/>
      </p:ext>
    </p:extLst>
  </p:cSld>
  <p:clrMapOvr>
    <a:masterClrMapping/>
  </p:clrMapOvr>
  <p:hf hdr="0" dt="0"/>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Título_Credicorp_Alternativ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3" name="Rectángulo 2">
            <a:extLst>
              <a:ext uri="{FF2B5EF4-FFF2-40B4-BE49-F238E27FC236}">
                <a16:creationId xmlns:a16="http://schemas.microsoft.com/office/drawing/2014/main" id="{B55D53E4-FDFC-4096-8A4C-4075A1781233}"/>
              </a:ext>
            </a:extLst>
          </p:cNvPr>
          <p:cNvSpPr/>
          <p:nvPr/>
        </p:nvSpPr>
        <p:spPr>
          <a:xfrm>
            <a:off x="0" y="5869608"/>
            <a:ext cx="5744779" cy="1005855"/>
          </a:xfrm>
          <a:prstGeom prst="rect">
            <a:avLst/>
          </a:prstGeom>
          <a:solidFill>
            <a:schemeClr val="bg1"/>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395" b="1" i="1" err="1">
              <a:solidFill>
                <a:schemeClr val="accent6"/>
              </a:solidFill>
            </a:endParaRPr>
          </a:p>
        </p:txBody>
      </p:sp>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9" name="Imagen 8">
            <a:extLst>
              <a:ext uri="{FF2B5EF4-FFF2-40B4-BE49-F238E27FC236}">
                <a16:creationId xmlns:a16="http://schemas.microsoft.com/office/drawing/2014/main" id="{A3CE5343-F00F-4B20-8714-19275BB7F25E}"/>
              </a:ext>
            </a:extLst>
          </p:cNvPr>
          <p:cNvPicPr>
            <a:picLocks noChangeAspect="1"/>
          </p:cNvPicPr>
          <p:nvPr/>
        </p:nvPicPr>
        <p:blipFill rotWithShape="1">
          <a:blip r:embed="rId5" cstate="screen">
            <a:alphaModFix amt="35000"/>
            <a:extLst>
              <a:ext uri="{28A0092B-C50C-407E-A947-70E740481C1C}">
                <a14:useLocalDpi xmlns:a14="http://schemas.microsoft.com/office/drawing/2010/main"/>
              </a:ext>
            </a:extLst>
          </a:blip>
          <a:srcRect/>
          <a:stretch/>
        </p:blipFill>
        <p:spPr>
          <a:xfrm>
            <a:off x="10703088" y="0"/>
            <a:ext cx="1444459" cy="1200095"/>
          </a:xfrm>
          <a:prstGeom prst="rect">
            <a:avLst/>
          </a:prstGeom>
        </p:spPr>
      </p:pic>
      <p:pic>
        <p:nvPicPr>
          <p:cNvPr id="10" name="Imagen 9">
            <a:extLst>
              <a:ext uri="{FF2B5EF4-FFF2-40B4-BE49-F238E27FC236}">
                <a16:creationId xmlns:a16="http://schemas.microsoft.com/office/drawing/2014/main" id="{05EF5007-6506-4BBA-8234-1C2B4AAD547F}"/>
              </a:ext>
            </a:extLst>
          </p:cNvPr>
          <p:cNvPicPr>
            <a:picLocks noChangeAspect="1"/>
          </p:cNvPicPr>
          <p:nvPr/>
        </p:nvPicPr>
        <p:blipFill>
          <a:blip r:embed="rId6" cstate="screen">
            <a:alphaModFix amt="35000"/>
            <a:extLst>
              <a:ext uri="{28A0092B-C50C-407E-A947-70E740481C1C}">
                <a14:useLocalDpi xmlns:a14="http://schemas.microsoft.com/office/drawing/2010/main"/>
              </a:ext>
            </a:extLst>
          </a:blip>
          <a:stretch>
            <a:fillRect/>
          </a:stretch>
        </p:blipFill>
        <p:spPr>
          <a:xfrm>
            <a:off x="11375138" y="1443332"/>
            <a:ext cx="516850" cy="599874"/>
          </a:xfrm>
          <a:prstGeom prst="rect">
            <a:avLst/>
          </a:prstGeom>
        </p:spPr>
      </p:pic>
      <p:pic>
        <p:nvPicPr>
          <p:cNvPr id="11" name="Imagen 10">
            <a:extLst>
              <a:ext uri="{FF2B5EF4-FFF2-40B4-BE49-F238E27FC236}">
                <a16:creationId xmlns:a16="http://schemas.microsoft.com/office/drawing/2014/main" id="{44FEB631-98C0-45F1-9841-402E42766EF3}"/>
              </a:ext>
            </a:extLst>
          </p:cNvPr>
          <p:cNvPicPr>
            <a:picLocks noChangeAspect="1"/>
          </p:cNvPicPr>
          <p:nvPr/>
        </p:nvPicPr>
        <p:blipFill rotWithShape="1">
          <a:blip r:embed="rId7" cstate="screen">
            <a:alphaModFix amt="35000"/>
            <a:extLst>
              <a:ext uri="{28A0092B-C50C-407E-A947-70E740481C1C}">
                <a14:useLocalDpi xmlns:a14="http://schemas.microsoft.com/office/drawing/2010/main"/>
              </a:ext>
            </a:extLst>
          </a:blip>
          <a:srcRect/>
          <a:stretch/>
        </p:blipFill>
        <p:spPr>
          <a:xfrm>
            <a:off x="11775547" y="874315"/>
            <a:ext cx="372004" cy="863513"/>
          </a:xfrm>
          <a:prstGeom prst="rect">
            <a:avLst/>
          </a:prstGeom>
        </p:spPr>
      </p:pic>
      <p:pic>
        <p:nvPicPr>
          <p:cNvPr id="14" name="Imagen 13">
            <a:extLst>
              <a:ext uri="{FF2B5EF4-FFF2-40B4-BE49-F238E27FC236}">
                <a16:creationId xmlns:a16="http://schemas.microsoft.com/office/drawing/2014/main" id="{1E9D798F-950B-4706-B91C-456DF92421E8}"/>
              </a:ext>
            </a:extLst>
          </p:cNvPr>
          <p:cNvPicPr>
            <a:picLocks noChangeAspect="1"/>
          </p:cNvPicPr>
          <p:nvPr/>
        </p:nvPicPr>
        <p:blipFill>
          <a:blip r:embed="rId6" cstate="screen">
            <a:alphaModFix amt="35000"/>
            <a:extLst>
              <a:ext uri="{28A0092B-C50C-407E-A947-70E740481C1C}">
                <a14:useLocalDpi xmlns:a14="http://schemas.microsoft.com/office/drawing/2010/main"/>
              </a:ext>
            </a:extLst>
          </a:blip>
          <a:stretch>
            <a:fillRect/>
          </a:stretch>
        </p:blipFill>
        <p:spPr>
          <a:xfrm>
            <a:off x="11215679" y="1233552"/>
            <a:ext cx="219193" cy="254405"/>
          </a:xfrm>
          <a:prstGeom prst="rect">
            <a:avLst/>
          </a:prstGeom>
        </p:spPr>
      </p:pic>
    </p:spTree>
    <p:extLst>
      <p:ext uri="{BB962C8B-B14F-4D97-AF65-F5344CB8AC3E}">
        <p14:creationId xmlns:p14="http://schemas.microsoft.com/office/powerpoint/2010/main" val="424909174"/>
      </p:ext>
    </p:extLst>
  </p:cSld>
  <p:clrMapOvr>
    <a:masterClrMapping/>
  </p:clrMapOvr>
  <p:hf hdr="0" dt="0"/>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cSld name="Separador">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3062733" y="3437732"/>
            <a:ext cx="8866853" cy="433100"/>
          </a:xfrm>
        </p:spPr>
        <p:txBody>
          <a:bodyPr vert="horz" lIns="91440" tIns="45720" rIns="91440" bIns="45720" rtlCol="0" anchor="ctr">
            <a:noAutofit/>
          </a:bodyPr>
          <a:lstStyle>
            <a:lvl1pPr>
              <a:defRPr lang="en-US" sz="3188" dirty="0"/>
            </a:lvl1pPr>
          </a:lstStyle>
          <a:p>
            <a:pPr marL="0" lvl="0" algn="r"/>
            <a:r>
              <a:rPr lang="es-ES"/>
              <a:t>Haga </a:t>
            </a:r>
            <a:r>
              <a:rPr lang="es-ES" err="1"/>
              <a:t>click</a:t>
            </a:r>
            <a:r>
              <a:rPr lang="es-ES"/>
              <a:t> para modificar el título de la sección</a:t>
            </a:r>
            <a:endParaRPr lang="en-US"/>
          </a:p>
        </p:txBody>
      </p:sp>
      <p:pic>
        <p:nvPicPr>
          <p:cNvPr id="11" name="Imagen 10">
            <a:extLst>
              <a:ext uri="{FF2B5EF4-FFF2-40B4-BE49-F238E27FC236}">
                <a16:creationId xmlns:a16="http://schemas.microsoft.com/office/drawing/2014/main" id="{C8F84AF6-8674-49ED-9011-CB314340CC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400000">
            <a:off x="-1532891" y="2279839"/>
            <a:ext cx="6128515" cy="3062733"/>
          </a:xfrm>
          <a:prstGeom prst="rect">
            <a:avLst/>
          </a:prstGeom>
        </p:spPr>
      </p:pic>
      <p:pic>
        <p:nvPicPr>
          <p:cNvPr id="17" name="Imagen 16" descr="Imagen que contiene Logotipo&#10;&#10;Descripción generada automáticamente">
            <a:extLst>
              <a:ext uri="{FF2B5EF4-FFF2-40B4-BE49-F238E27FC236}">
                <a16:creationId xmlns:a16="http://schemas.microsoft.com/office/drawing/2014/main" id="{4BF6C012-E334-4434-98DB-426B7B2A36EE}"/>
              </a:ext>
            </a:extLst>
          </p:cNvPr>
          <p:cNvPicPr>
            <a:picLocks noChangeAspect="1"/>
          </p:cNvPicPr>
          <p:nvPr/>
        </p:nvPicPr>
        <p:blipFill rotWithShape="1">
          <a:blip r:embed="rId6"/>
          <a:srcRect t="39632" b="40075"/>
          <a:stretch/>
        </p:blipFill>
        <p:spPr>
          <a:xfrm>
            <a:off x="10494836" y="224512"/>
            <a:ext cx="1434750" cy="164783"/>
          </a:xfrm>
          <a:prstGeom prst="rect">
            <a:avLst/>
          </a:prstGeom>
        </p:spPr>
      </p:pic>
    </p:spTree>
    <p:extLst>
      <p:ext uri="{BB962C8B-B14F-4D97-AF65-F5344CB8AC3E}">
        <p14:creationId xmlns:p14="http://schemas.microsoft.com/office/powerpoint/2010/main" val="1423243299"/>
      </p:ext>
    </p:extLst>
  </p:cSld>
  <p:clrMapOvr>
    <a:masterClrMapping/>
  </p:clrMapOvr>
  <p:hf hdr="0" dt="0"/>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Título_BCP">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7">
            <a:extLst>
              <a:ext uri="{FF2B5EF4-FFF2-40B4-BE49-F238E27FC236}">
                <a16:creationId xmlns:a16="http://schemas.microsoft.com/office/drawing/2014/main" id="{2B93E653-2556-4FCF-8A4E-D59EBBE62198}"/>
              </a:ext>
            </a:extLst>
          </p:cNvPr>
          <p:cNvPicPr>
            <a:picLocks noChangeAspect="1"/>
          </p:cNvPicPr>
          <p:nvPr/>
        </p:nvPicPr>
        <p:blipFill>
          <a:blip r:embed="rId6"/>
          <a:srcRect/>
          <a:stretch/>
        </p:blipFill>
        <p:spPr>
          <a:xfrm>
            <a:off x="10812254" y="249672"/>
            <a:ext cx="1045356" cy="266057"/>
          </a:xfrm>
          <a:prstGeom prst="rect">
            <a:avLst/>
          </a:prstGeom>
        </p:spPr>
      </p:pic>
    </p:spTree>
    <p:extLst>
      <p:ext uri="{BB962C8B-B14F-4D97-AF65-F5344CB8AC3E}">
        <p14:creationId xmlns:p14="http://schemas.microsoft.com/office/powerpoint/2010/main" val="3921367129"/>
      </p:ext>
    </p:extLst>
  </p:cSld>
  <p:clrMapOvr>
    <a:masterClrMapping/>
  </p:clrMapOvr>
  <p:hf hdr="0" dt="0"/>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Título_BCP BO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9" name="Picture 8">
            <a:extLst>
              <a:ext uri="{FF2B5EF4-FFF2-40B4-BE49-F238E27FC236}">
                <a16:creationId xmlns:a16="http://schemas.microsoft.com/office/drawing/2014/main" id="{4829D7E0-A427-4259-9916-52E66C9BCB9A}"/>
              </a:ext>
            </a:extLst>
          </p:cNvPr>
          <p:cNvPicPr>
            <a:picLocks noChangeAspect="1"/>
          </p:cNvPicPr>
          <p:nvPr/>
        </p:nvPicPr>
        <p:blipFill>
          <a:blip r:embed="rId6"/>
          <a:srcRect/>
          <a:stretch/>
        </p:blipFill>
        <p:spPr>
          <a:xfrm>
            <a:off x="10813828" y="249671"/>
            <a:ext cx="1043781" cy="389217"/>
          </a:xfrm>
          <a:prstGeom prst="rect">
            <a:avLst/>
          </a:prstGeom>
        </p:spPr>
      </p:pic>
    </p:spTree>
    <p:extLst>
      <p:ext uri="{BB962C8B-B14F-4D97-AF65-F5344CB8AC3E}">
        <p14:creationId xmlns:p14="http://schemas.microsoft.com/office/powerpoint/2010/main" val="3579292952"/>
      </p:ext>
    </p:extLst>
  </p:cSld>
  <p:clrMapOvr>
    <a:masterClrMapping/>
  </p:clrMapOvr>
  <p:hf hd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Título_Mibanc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10">
            <a:extLst>
              <a:ext uri="{FF2B5EF4-FFF2-40B4-BE49-F238E27FC236}">
                <a16:creationId xmlns:a16="http://schemas.microsoft.com/office/drawing/2014/main" id="{7DDB1BDB-5C05-40AB-B778-E7F0C96D7FC5}"/>
              </a:ext>
            </a:extLst>
          </p:cNvPr>
          <p:cNvPicPr>
            <a:picLocks noChangeAspect="1"/>
          </p:cNvPicPr>
          <p:nvPr/>
        </p:nvPicPr>
        <p:blipFill>
          <a:blip r:embed="rId6"/>
          <a:srcRect/>
          <a:stretch/>
        </p:blipFill>
        <p:spPr>
          <a:xfrm>
            <a:off x="10789320" y="138692"/>
            <a:ext cx="1076062" cy="547819"/>
          </a:xfrm>
          <a:prstGeom prst="rect">
            <a:avLst/>
          </a:prstGeom>
        </p:spPr>
      </p:pic>
    </p:spTree>
    <p:extLst>
      <p:ext uri="{BB962C8B-B14F-4D97-AF65-F5344CB8AC3E}">
        <p14:creationId xmlns:p14="http://schemas.microsoft.com/office/powerpoint/2010/main" val="4277288459"/>
      </p:ext>
    </p:extLst>
  </p:cSld>
  <p:clrMapOvr>
    <a:masterClrMapping/>
  </p:clrMapOvr>
  <p:hf hdr="0" dt="0"/>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Título_Mibanco CO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10">
            <a:extLst>
              <a:ext uri="{FF2B5EF4-FFF2-40B4-BE49-F238E27FC236}">
                <a16:creationId xmlns:a16="http://schemas.microsoft.com/office/drawing/2014/main" id="{28FA1749-95D5-4681-9777-169E1C715E55}"/>
              </a:ext>
            </a:extLst>
          </p:cNvPr>
          <p:cNvPicPr>
            <a:picLocks noChangeAspect="1"/>
          </p:cNvPicPr>
          <p:nvPr/>
        </p:nvPicPr>
        <p:blipFill>
          <a:blip r:embed="rId6"/>
          <a:srcRect/>
          <a:stretch/>
        </p:blipFill>
        <p:spPr>
          <a:xfrm>
            <a:off x="10789320" y="138692"/>
            <a:ext cx="1076060" cy="547819"/>
          </a:xfrm>
          <a:prstGeom prst="rect">
            <a:avLst/>
          </a:prstGeom>
        </p:spPr>
      </p:pic>
      <p:pic>
        <p:nvPicPr>
          <p:cNvPr id="9" name="Imagen 8">
            <a:extLst>
              <a:ext uri="{FF2B5EF4-FFF2-40B4-BE49-F238E27FC236}">
                <a16:creationId xmlns:a16="http://schemas.microsoft.com/office/drawing/2014/main" id="{AFCC60AF-BC39-4C2B-B28E-7857D52DCBF0}"/>
              </a:ext>
            </a:extLst>
          </p:cNvPr>
          <p:cNvPicPr>
            <a:picLocks noChangeAspect="1"/>
          </p:cNvPicPr>
          <p:nvPr/>
        </p:nvPicPr>
        <p:blipFill rotWithShape="1">
          <a:blip r:embed="rId7">
            <a:alphaModFix amt="85000"/>
          </a:blip>
          <a:srcRect l="7156" t="6742" r="7158" b="7249"/>
          <a:stretch/>
        </p:blipFill>
        <p:spPr>
          <a:xfrm>
            <a:off x="11857609" y="138692"/>
            <a:ext cx="215212" cy="217362"/>
          </a:xfrm>
          <a:prstGeom prst="rect">
            <a:avLst/>
          </a:prstGeom>
        </p:spPr>
      </p:pic>
    </p:spTree>
    <p:extLst>
      <p:ext uri="{BB962C8B-B14F-4D97-AF65-F5344CB8AC3E}">
        <p14:creationId xmlns:p14="http://schemas.microsoft.com/office/powerpoint/2010/main" val="11151435"/>
      </p:ext>
    </p:extLst>
  </p:cSld>
  <p:clrMapOvr>
    <a:masterClrMapping/>
  </p:clrMapOvr>
  <p:hf hdr="0" dt="0"/>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Título_Pacífic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57E52F62-C9AE-4731-B56C-3C912158A04B}"/>
              </a:ext>
            </a:extLst>
          </p:cNvPr>
          <p:cNvPicPr>
            <a:picLocks noChangeAspect="1"/>
          </p:cNvPicPr>
          <p:nvPr/>
        </p:nvPicPr>
        <p:blipFill>
          <a:blip r:embed="rId6"/>
          <a:stretch>
            <a:fillRect/>
          </a:stretch>
        </p:blipFill>
        <p:spPr>
          <a:xfrm>
            <a:off x="10671180" y="249671"/>
            <a:ext cx="1280509" cy="341064"/>
          </a:xfrm>
          <a:prstGeom prst="rect">
            <a:avLst/>
          </a:prstGeom>
        </p:spPr>
      </p:pic>
    </p:spTree>
    <p:extLst>
      <p:ext uri="{BB962C8B-B14F-4D97-AF65-F5344CB8AC3E}">
        <p14:creationId xmlns:p14="http://schemas.microsoft.com/office/powerpoint/2010/main" val="4064017887"/>
      </p:ext>
    </p:extLst>
  </p:cSld>
  <p:clrMapOvr>
    <a:masterClrMapping/>
  </p:clrMapOvr>
  <p:hf hdr="0" dt="0"/>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Título_Pacífico Salud">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29891744-3F45-4DE4-87DB-674EBA99A35B}"/>
              </a:ext>
            </a:extLst>
          </p:cNvPr>
          <p:cNvPicPr>
            <a:picLocks noChangeAspect="1"/>
          </p:cNvPicPr>
          <p:nvPr/>
        </p:nvPicPr>
        <p:blipFill rotWithShape="1">
          <a:blip r:embed="rId6"/>
          <a:srcRect l="60480" t="59916"/>
          <a:stretch/>
        </p:blipFill>
        <p:spPr>
          <a:xfrm>
            <a:off x="11455121" y="525210"/>
            <a:ext cx="506057" cy="184335"/>
          </a:xfrm>
          <a:prstGeom prst="rect">
            <a:avLst/>
          </a:prstGeom>
        </p:spPr>
      </p:pic>
      <p:pic>
        <p:nvPicPr>
          <p:cNvPr id="9" name="Imagen 8">
            <a:extLst>
              <a:ext uri="{FF2B5EF4-FFF2-40B4-BE49-F238E27FC236}">
                <a16:creationId xmlns:a16="http://schemas.microsoft.com/office/drawing/2014/main" id="{B1D2DE91-66A6-4A78-9B0C-A5EE774A70B1}"/>
              </a:ext>
            </a:extLst>
          </p:cNvPr>
          <p:cNvPicPr>
            <a:picLocks noChangeAspect="1"/>
          </p:cNvPicPr>
          <p:nvPr/>
        </p:nvPicPr>
        <p:blipFill>
          <a:blip r:embed="rId7"/>
          <a:stretch>
            <a:fillRect/>
          </a:stretch>
        </p:blipFill>
        <p:spPr>
          <a:xfrm>
            <a:off x="10671180" y="249671"/>
            <a:ext cx="1280509" cy="341064"/>
          </a:xfrm>
          <a:prstGeom prst="rect">
            <a:avLst/>
          </a:prstGeom>
        </p:spPr>
      </p:pic>
    </p:spTree>
    <p:extLst>
      <p:ext uri="{BB962C8B-B14F-4D97-AF65-F5344CB8AC3E}">
        <p14:creationId xmlns:p14="http://schemas.microsoft.com/office/powerpoint/2010/main" val="4268454894"/>
      </p:ext>
    </p:extLst>
  </p:cSld>
  <p:clrMapOvr>
    <a:masterClrMapping/>
  </p:clrMapOvr>
  <p:hf hdr="0" dt="0"/>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Título_Mibanco Prima">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602F05DE-46DC-429C-9DC3-5714E862901C}"/>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a:stretch/>
        </p:blipFill>
        <p:spPr>
          <a:xfrm>
            <a:off x="10839746" y="315763"/>
            <a:ext cx="1058277" cy="188656"/>
          </a:xfrm>
          <a:prstGeom prst="rect">
            <a:avLst/>
          </a:prstGeom>
        </p:spPr>
      </p:pic>
    </p:spTree>
    <p:extLst>
      <p:ext uri="{BB962C8B-B14F-4D97-AF65-F5344CB8AC3E}">
        <p14:creationId xmlns:p14="http://schemas.microsoft.com/office/powerpoint/2010/main" val="3877317684"/>
      </p:ext>
    </p:extLst>
  </p:cSld>
  <p:clrMapOvr>
    <a:masterClrMapping/>
  </p:clrMapOvr>
  <p:hf hdr="0" dt="0"/>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Título_Credicorp Capita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8">
            <a:extLst>
              <a:ext uri="{FF2B5EF4-FFF2-40B4-BE49-F238E27FC236}">
                <a16:creationId xmlns:a16="http://schemas.microsoft.com/office/drawing/2014/main" id="{04BFBD62-6BB3-4EFC-9A08-4F78293A11DC}"/>
              </a:ext>
            </a:extLst>
          </p:cNvPr>
          <p:cNvPicPr>
            <a:picLocks noChangeAspect="1"/>
          </p:cNvPicPr>
          <p:nvPr/>
        </p:nvPicPr>
        <p:blipFill>
          <a:blip r:embed="rId6" cstate="screen">
            <a:extLst>
              <a:ext uri="{28A0092B-C50C-407E-A947-70E740481C1C}">
                <a14:useLocalDpi xmlns:a14="http://schemas.microsoft.com/office/drawing/2010/main"/>
              </a:ext>
            </a:extLst>
          </a:blip>
          <a:srcRect/>
          <a:stretch/>
        </p:blipFill>
        <p:spPr>
          <a:xfrm>
            <a:off x="10683425" y="249671"/>
            <a:ext cx="1255406" cy="318810"/>
          </a:xfrm>
          <a:prstGeom prst="rect">
            <a:avLst/>
          </a:prstGeom>
        </p:spPr>
      </p:pic>
    </p:spTree>
    <p:extLst>
      <p:ext uri="{BB962C8B-B14F-4D97-AF65-F5344CB8AC3E}">
        <p14:creationId xmlns:p14="http://schemas.microsoft.com/office/powerpoint/2010/main" val="2916054341"/>
      </p:ext>
    </p:extLst>
  </p:cSld>
  <p:clrMapOvr>
    <a:masterClrMapping/>
  </p:clrMapOvr>
  <p:hf hdr="0" dt="0"/>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Título_Kreal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36ADD001-8635-4A12-8F2A-D42FB2234612}"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9" name="Imagen 8">
            <a:extLst>
              <a:ext uri="{FF2B5EF4-FFF2-40B4-BE49-F238E27FC236}">
                <a16:creationId xmlns:a16="http://schemas.microsoft.com/office/drawing/2014/main" id="{FD553E32-7265-4F39-A1CF-C703AA364E91}"/>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r="61870"/>
          <a:stretch/>
        </p:blipFill>
        <p:spPr>
          <a:xfrm>
            <a:off x="11021633" y="99020"/>
            <a:ext cx="669196" cy="599922"/>
          </a:xfrm>
          <a:prstGeom prst="rect">
            <a:avLst/>
          </a:prstGeom>
        </p:spPr>
      </p:pic>
    </p:spTree>
    <p:extLst>
      <p:ext uri="{BB962C8B-B14F-4D97-AF65-F5344CB8AC3E}">
        <p14:creationId xmlns:p14="http://schemas.microsoft.com/office/powerpoint/2010/main" val="2809511383"/>
      </p:ext>
    </p:extLst>
  </p:cSld>
  <p:clrMapOvr>
    <a:masterClrMapping/>
  </p:clrMapOvr>
  <p:hf hdr="0" dt="0"/>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242679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Diapositiva de títul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aphicFrame>
        <p:nvGraphicFramePr>
          <p:cNvPr id="8" name="Objeto 7" hidden="1">
            <a:extLst>
              <a:ext uri="{FF2B5EF4-FFF2-40B4-BE49-F238E27FC236}">
                <a16:creationId xmlns:a16="http://schemas.microsoft.com/office/drawing/2014/main" id="{EB45E1F9-278A-4FAE-9D98-A47C9D43DB01}"/>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4" imgW="592" imgH="595" progId="TCLayout.ActiveDocument.1">
                  <p:embed/>
                </p:oleObj>
              </mc:Choice>
              <mc:Fallback>
                <p:oleObj name="Diapositiva de think-cell" r:id="rId4" imgW="592" imgH="595" progId="TCLayout.ActiveDocument.1">
                  <p:embed/>
                  <p:pic>
                    <p:nvPicPr>
                      <p:cNvPr id="8" name="Objeto 7" hidden="1">
                        <a:extLst>
                          <a:ext uri="{FF2B5EF4-FFF2-40B4-BE49-F238E27FC236}">
                            <a16:creationId xmlns:a16="http://schemas.microsoft.com/office/drawing/2014/main" id="{EB45E1F9-278A-4FAE-9D98-A47C9D43DB01}"/>
                          </a:ext>
                        </a:extLst>
                      </p:cNvPr>
                      <p:cNvPicPr/>
                      <p:nvPr/>
                    </p:nvPicPr>
                    <p:blipFill>
                      <a:blip r:embed="rId5"/>
                      <a:stretch>
                        <a:fillRect/>
                      </a:stretch>
                    </p:blipFill>
                    <p:spPr>
                      <a:xfrm>
                        <a:off x="1583" y="1592"/>
                        <a:ext cx="1582" cy="1592"/>
                      </a:xfrm>
                      <a:prstGeom prst="rect">
                        <a:avLst/>
                      </a:prstGeom>
                    </p:spPr>
                  </p:pic>
                </p:oleObj>
              </mc:Fallback>
            </mc:AlternateContent>
          </a:graphicData>
        </a:graphic>
      </p:graphicFrame>
      <p:pic>
        <p:nvPicPr>
          <p:cNvPr id="11" name="Picture 6">
            <a:extLst>
              <a:ext uri="{FF2B5EF4-FFF2-40B4-BE49-F238E27FC236}">
                <a16:creationId xmlns:a16="http://schemas.microsoft.com/office/drawing/2014/main" id="{DE3E51E2-1D46-47BE-9BF1-191708321669}"/>
              </a:ext>
            </a:extLst>
          </p:cNvPr>
          <p:cNvPicPr>
            <a:picLocks noChangeAspect="1"/>
          </p:cNvPicPr>
          <p:nvPr/>
        </p:nvPicPr>
        <p:blipFill>
          <a:blip r:embed="rId6" cstate="screen">
            <a:alphaModFix amt="70000"/>
            <a:extLst>
              <a:ext uri="{28A0092B-C50C-407E-A947-70E740481C1C}">
                <a14:useLocalDpi xmlns:a14="http://schemas.microsoft.com/office/drawing/2010/main"/>
              </a:ext>
            </a:extLst>
          </a:blip>
          <a:stretch>
            <a:fillRect/>
          </a:stretch>
        </p:blipFill>
        <p:spPr>
          <a:xfrm>
            <a:off x="0" y="598420"/>
            <a:ext cx="5634375" cy="6277043"/>
          </a:xfrm>
          <a:prstGeom prst="rect">
            <a:avLst/>
          </a:prstGeom>
          <a:effectLst>
            <a:outerShdw blurRad="50800" dist="38100" dir="13500000" algn="br" rotWithShape="0">
              <a:prstClr val="black">
                <a:alpha val="40000"/>
              </a:prstClr>
            </a:outerShdw>
          </a:effectLst>
        </p:spPr>
      </p:pic>
      <p:sp>
        <p:nvSpPr>
          <p:cNvPr id="2" name="Título 1">
            <a:extLst>
              <a:ext uri="{FF2B5EF4-FFF2-40B4-BE49-F238E27FC236}">
                <a16:creationId xmlns:a16="http://schemas.microsoft.com/office/drawing/2014/main" id="{66467E84-7EBF-42F6-8768-A43192B4DE4D}"/>
              </a:ext>
            </a:extLst>
          </p:cNvPr>
          <p:cNvSpPr>
            <a:spLocks noGrp="1"/>
          </p:cNvSpPr>
          <p:nvPr>
            <p:ph type="ctrTitle" hasCustomPrompt="1"/>
          </p:nvPr>
        </p:nvSpPr>
        <p:spPr>
          <a:xfrm>
            <a:off x="333743" y="3437732"/>
            <a:ext cx="4662938" cy="1624125"/>
          </a:xfrm>
          <a:effectLst>
            <a:outerShdw blurRad="50800" dist="38100" dir="10800000" algn="r" rotWithShape="0">
              <a:prstClr val="black">
                <a:alpha val="40000"/>
              </a:prstClr>
            </a:outerShdw>
          </a:effectLst>
        </p:spPr>
        <p:txBody>
          <a:bodyPr vert="horz" anchor="b">
            <a:normAutofit/>
          </a:bodyPr>
          <a:lstStyle>
            <a:lvl1pPr algn="l">
              <a:defRPr sz="3586" b="1">
                <a:solidFill>
                  <a:schemeClr val="bg1"/>
                </a:solidFill>
              </a:defRPr>
            </a:lvl1pPr>
          </a:lstStyle>
          <a:p>
            <a:r>
              <a:rPr lang="es-ES"/>
              <a:t>Título de la presentación</a:t>
            </a:r>
            <a:endParaRPr lang="en-US"/>
          </a:p>
        </p:txBody>
      </p:sp>
      <p:sp>
        <p:nvSpPr>
          <p:cNvPr id="3" name="Subtítulo 2">
            <a:extLst>
              <a:ext uri="{FF2B5EF4-FFF2-40B4-BE49-F238E27FC236}">
                <a16:creationId xmlns:a16="http://schemas.microsoft.com/office/drawing/2014/main" id="{F369A164-5FDF-4394-B943-995B988CF542}"/>
              </a:ext>
            </a:extLst>
          </p:cNvPr>
          <p:cNvSpPr>
            <a:spLocks noGrp="1"/>
          </p:cNvSpPr>
          <p:nvPr>
            <p:ph type="subTitle" idx="1" hasCustomPrompt="1"/>
          </p:nvPr>
        </p:nvSpPr>
        <p:spPr>
          <a:xfrm>
            <a:off x="333743" y="5427285"/>
            <a:ext cx="4662938" cy="360917"/>
          </a:xfrm>
          <a:effectLst>
            <a:outerShdw blurRad="50800" dist="38100" dir="10800000" algn="r" rotWithShape="0">
              <a:prstClr val="black">
                <a:alpha val="40000"/>
              </a:prstClr>
            </a:outerShdw>
          </a:effectLst>
        </p:spPr>
        <p:txBody>
          <a:bodyPr/>
          <a:lstStyle>
            <a:lvl1pPr marL="0" indent="0" algn="l">
              <a:buNone/>
              <a:defRPr sz="2391">
                <a:solidFill>
                  <a:schemeClr val="bg1"/>
                </a:solidFill>
              </a:defRPr>
            </a:lvl1pPr>
            <a:lvl2pPr marL="455463" indent="0" algn="ctr">
              <a:buNone/>
              <a:defRPr sz="1992"/>
            </a:lvl2pPr>
            <a:lvl3pPr marL="910925" indent="0" algn="ctr">
              <a:buNone/>
              <a:defRPr sz="1793"/>
            </a:lvl3pPr>
            <a:lvl4pPr marL="1366388" indent="0" algn="ctr">
              <a:buNone/>
              <a:defRPr sz="1594"/>
            </a:lvl4pPr>
            <a:lvl5pPr marL="1821851" indent="0" algn="ctr">
              <a:buNone/>
              <a:defRPr sz="1594"/>
            </a:lvl5pPr>
            <a:lvl6pPr marL="2277313" indent="0" algn="ctr">
              <a:buNone/>
              <a:defRPr sz="1594"/>
            </a:lvl6pPr>
            <a:lvl7pPr marL="2732776" indent="0" algn="ctr">
              <a:buNone/>
              <a:defRPr sz="1594"/>
            </a:lvl7pPr>
            <a:lvl8pPr marL="3188238" indent="0" algn="ctr">
              <a:buNone/>
              <a:defRPr sz="1594"/>
            </a:lvl8pPr>
            <a:lvl9pPr marL="3643701" indent="0" algn="ctr">
              <a:buNone/>
              <a:defRPr sz="1594"/>
            </a:lvl9pPr>
          </a:lstStyle>
          <a:p>
            <a:r>
              <a:rPr lang="es-ES"/>
              <a:t>Subtítulo o división</a:t>
            </a:r>
            <a:endParaRPr lang="en-US"/>
          </a:p>
        </p:txBody>
      </p:sp>
      <p:sp>
        <p:nvSpPr>
          <p:cNvPr id="29" name="Marcador de texto 9">
            <a:extLst>
              <a:ext uri="{FF2B5EF4-FFF2-40B4-BE49-F238E27FC236}">
                <a16:creationId xmlns:a16="http://schemas.microsoft.com/office/drawing/2014/main" id="{334E3A5C-066E-4A70-81AB-B8143270DD01}"/>
              </a:ext>
            </a:extLst>
          </p:cNvPr>
          <p:cNvSpPr>
            <a:spLocks noGrp="1"/>
          </p:cNvSpPr>
          <p:nvPr>
            <p:ph type="body" sz="quarter" idx="11" hasCustomPrompt="1"/>
          </p:nvPr>
        </p:nvSpPr>
        <p:spPr>
          <a:xfrm>
            <a:off x="10001621" y="6158671"/>
            <a:ext cx="2145616" cy="438247"/>
          </a:xfrm>
          <a:solidFill>
            <a:srgbClr val="000000">
              <a:alpha val="50196"/>
            </a:srgbClr>
          </a:solidFill>
          <a:effectLst>
            <a:outerShdw blurRad="50800" dist="38100" dir="5400000" algn="t" rotWithShape="0">
              <a:prstClr val="black">
                <a:alpha val="40000"/>
              </a:prstClr>
            </a:outerShdw>
          </a:effectLst>
        </p:spPr>
        <p:txBody>
          <a:bodyPr anchor="ctr">
            <a:normAutofit/>
          </a:bodyPr>
          <a:lstStyle>
            <a:lvl1pPr marL="0" indent="0" algn="l">
              <a:buNone/>
              <a:defRPr sz="1793">
                <a:solidFill>
                  <a:schemeClr val="bg1"/>
                </a:solidFill>
                <a:effectLs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s-ES"/>
              <a:t>Fecha</a:t>
            </a:r>
            <a:endParaRPr lang="en-US"/>
          </a:p>
        </p:txBody>
      </p:sp>
      <p:pic>
        <p:nvPicPr>
          <p:cNvPr id="9" name="Imagen 8" descr="Texto, Logotipo&#10;&#10;Descripción generada automáticamente">
            <a:extLst>
              <a:ext uri="{FF2B5EF4-FFF2-40B4-BE49-F238E27FC236}">
                <a16:creationId xmlns:a16="http://schemas.microsoft.com/office/drawing/2014/main" id="{D03E36ED-27BD-4EFB-B566-9BD764D6F208}"/>
              </a:ext>
            </a:extLst>
          </p:cNvPr>
          <p:cNvPicPr>
            <a:picLocks noChangeAspect="1"/>
          </p:cNvPicPr>
          <p:nvPr/>
        </p:nvPicPr>
        <p:blipFill rotWithShape="1">
          <a:blip r:embed="rId7" cstate="screen">
            <a:biLevel thresh="25000"/>
            <a:extLst>
              <a:ext uri="{28A0092B-C50C-407E-A947-70E740481C1C}">
                <a14:useLocalDpi xmlns:a14="http://schemas.microsoft.com/office/drawing/2010/main"/>
              </a:ext>
            </a:extLst>
          </a:blip>
          <a:srcRect l="3576" t="39996" r="3728" b="40076"/>
          <a:stretch/>
        </p:blipFill>
        <p:spPr>
          <a:xfrm>
            <a:off x="9577703" y="265347"/>
            <a:ext cx="2223270" cy="270575"/>
          </a:xfrm>
          <a:prstGeom prst="rect">
            <a:avLst/>
          </a:prstGeom>
        </p:spPr>
      </p:pic>
    </p:spTree>
    <p:extLst>
      <p:ext uri="{BB962C8B-B14F-4D97-AF65-F5344CB8AC3E}">
        <p14:creationId xmlns:p14="http://schemas.microsoft.com/office/powerpoint/2010/main" val="2112833393"/>
      </p:ext>
    </p:extLst>
  </p:cSld>
  <p:clrMapOvr>
    <a:masterClrMapping/>
  </p:clrMapOvr>
  <p:hf hdr="0" dt="0"/>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Título_Credicorp">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spTree>
    <p:extLst>
      <p:ext uri="{BB962C8B-B14F-4D97-AF65-F5344CB8AC3E}">
        <p14:creationId xmlns:p14="http://schemas.microsoft.com/office/powerpoint/2010/main" val="2101576117"/>
      </p:ext>
    </p:extLst>
  </p:cSld>
  <p:clrMapOvr>
    <a:masterClrMapping/>
  </p:clrMapOvr>
  <p:hf hdr="0" dt="0"/>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Título_Credicorp_Alternativ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3" name="Rectángulo 2">
            <a:extLst>
              <a:ext uri="{FF2B5EF4-FFF2-40B4-BE49-F238E27FC236}">
                <a16:creationId xmlns:a16="http://schemas.microsoft.com/office/drawing/2014/main" id="{B55D53E4-FDFC-4096-8A4C-4075A1781233}"/>
              </a:ext>
            </a:extLst>
          </p:cNvPr>
          <p:cNvSpPr/>
          <p:nvPr/>
        </p:nvSpPr>
        <p:spPr>
          <a:xfrm>
            <a:off x="0" y="5869608"/>
            <a:ext cx="5744779" cy="1005855"/>
          </a:xfrm>
          <a:prstGeom prst="rect">
            <a:avLst/>
          </a:prstGeom>
          <a:solidFill>
            <a:schemeClr val="bg1"/>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395" b="1" i="1" err="1">
              <a:solidFill>
                <a:schemeClr val="accent6"/>
              </a:solidFill>
            </a:endParaRPr>
          </a:p>
        </p:txBody>
      </p:sp>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9" name="Imagen 8">
            <a:extLst>
              <a:ext uri="{FF2B5EF4-FFF2-40B4-BE49-F238E27FC236}">
                <a16:creationId xmlns:a16="http://schemas.microsoft.com/office/drawing/2014/main" id="{A3CE5343-F00F-4B20-8714-19275BB7F25E}"/>
              </a:ext>
            </a:extLst>
          </p:cNvPr>
          <p:cNvPicPr>
            <a:picLocks noChangeAspect="1"/>
          </p:cNvPicPr>
          <p:nvPr/>
        </p:nvPicPr>
        <p:blipFill rotWithShape="1">
          <a:blip r:embed="rId5" cstate="screen">
            <a:alphaModFix amt="35000"/>
            <a:extLst>
              <a:ext uri="{28A0092B-C50C-407E-A947-70E740481C1C}">
                <a14:useLocalDpi xmlns:a14="http://schemas.microsoft.com/office/drawing/2010/main"/>
              </a:ext>
            </a:extLst>
          </a:blip>
          <a:srcRect/>
          <a:stretch/>
        </p:blipFill>
        <p:spPr>
          <a:xfrm>
            <a:off x="10703088" y="0"/>
            <a:ext cx="1444459" cy="1200095"/>
          </a:xfrm>
          <a:prstGeom prst="rect">
            <a:avLst/>
          </a:prstGeom>
        </p:spPr>
      </p:pic>
      <p:pic>
        <p:nvPicPr>
          <p:cNvPr id="10" name="Imagen 9">
            <a:extLst>
              <a:ext uri="{FF2B5EF4-FFF2-40B4-BE49-F238E27FC236}">
                <a16:creationId xmlns:a16="http://schemas.microsoft.com/office/drawing/2014/main" id="{05EF5007-6506-4BBA-8234-1C2B4AAD547F}"/>
              </a:ext>
            </a:extLst>
          </p:cNvPr>
          <p:cNvPicPr>
            <a:picLocks noChangeAspect="1"/>
          </p:cNvPicPr>
          <p:nvPr/>
        </p:nvPicPr>
        <p:blipFill>
          <a:blip r:embed="rId6" cstate="screen">
            <a:alphaModFix amt="35000"/>
            <a:extLst>
              <a:ext uri="{28A0092B-C50C-407E-A947-70E740481C1C}">
                <a14:useLocalDpi xmlns:a14="http://schemas.microsoft.com/office/drawing/2010/main"/>
              </a:ext>
            </a:extLst>
          </a:blip>
          <a:stretch>
            <a:fillRect/>
          </a:stretch>
        </p:blipFill>
        <p:spPr>
          <a:xfrm>
            <a:off x="11375138" y="1443332"/>
            <a:ext cx="516850" cy="599874"/>
          </a:xfrm>
          <a:prstGeom prst="rect">
            <a:avLst/>
          </a:prstGeom>
        </p:spPr>
      </p:pic>
      <p:pic>
        <p:nvPicPr>
          <p:cNvPr id="11" name="Imagen 10">
            <a:extLst>
              <a:ext uri="{FF2B5EF4-FFF2-40B4-BE49-F238E27FC236}">
                <a16:creationId xmlns:a16="http://schemas.microsoft.com/office/drawing/2014/main" id="{44FEB631-98C0-45F1-9841-402E42766EF3}"/>
              </a:ext>
            </a:extLst>
          </p:cNvPr>
          <p:cNvPicPr>
            <a:picLocks noChangeAspect="1"/>
          </p:cNvPicPr>
          <p:nvPr/>
        </p:nvPicPr>
        <p:blipFill rotWithShape="1">
          <a:blip r:embed="rId7" cstate="screen">
            <a:alphaModFix amt="35000"/>
            <a:extLst>
              <a:ext uri="{28A0092B-C50C-407E-A947-70E740481C1C}">
                <a14:useLocalDpi xmlns:a14="http://schemas.microsoft.com/office/drawing/2010/main"/>
              </a:ext>
            </a:extLst>
          </a:blip>
          <a:srcRect/>
          <a:stretch/>
        </p:blipFill>
        <p:spPr>
          <a:xfrm>
            <a:off x="11775547" y="874315"/>
            <a:ext cx="372004" cy="863513"/>
          </a:xfrm>
          <a:prstGeom prst="rect">
            <a:avLst/>
          </a:prstGeom>
        </p:spPr>
      </p:pic>
      <p:pic>
        <p:nvPicPr>
          <p:cNvPr id="14" name="Imagen 13">
            <a:extLst>
              <a:ext uri="{FF2B5EF4-FFF2-40B4-BE49-F238E27FC236}">
                <a16:creationId xmlns:a16="http://schemas.microsoft.com/office/drawing/2014/main" id="{1E9D798F-950B-4706-B91C-456DF92421E8}"/>
              </a:ext>
            </a:extLst>
          </p:cNvPr>
          <p:cNvPicPr>
            <a:picLocks noChangeAspect="1"/>
          </p:cNvPicPr>
          <p:nvPr/>
        </p:nvPicPr>
        <p:blipFill>
          <a:blip r:embed="rId6" cstate="screen">
            <a:alphaModFix amt="35000"/>
            <a:extLst>
              <a:ext uri="{28A0092B-C50C-407E-A947-70E740481C1C}">
                <a14:useLocalDpi xmlns:a14="http://schemas.microsoft.com/office/drawing/2010/main"/>
              </a:ext>
            </a:extLst>
          </a:blip>
          <a:stretch>
            <a:fillRect/>
          </a:stretch>
        </p:blipFill>
        <p:spPr>
          <a:xfrm>
            <a:off x="11215679" y="1233552"/>
            <a:ext cx="219193" cy="254405"/>
          </a:xfrm>
          <a:prstGeom prst="rect">
            <a:avLst/>
          </a:prstGeom>
        </p:spPr>
      </p:pic>
    </p:spTree>
    <p:extLst>
      <p:ext uri="{BB962C8B-B14F-4D97-AF65-F5344CB8AC3E}">
        <p14:creationId xmlns:p14="http://schemas.microsoft.com/office/powerpoint/2010/main" val="3627385912"/>
      </p:ext>
    </p:extLst>
  </p:cSld>
  <p:clrMapOvr>
    <a:masterClrMapping/>
  </p:clrMapOvr>
  <p:hf hdr="0" dt="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cSld name="Separador">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3062733" y="3437732"/>
            <a:ext cx="8866853" cy="433100"/>
          </a:xfrm>
        </p:spPr>
        <p:txBody>
          <a:bodyPr vert="horz" lIns="91440" tIns="45720" rIns="91440" bIns="45720" rtlCol="0" anchor="ctr">
            <a:noAutofit/>
          </a:bodyPr>
          <a:lstStyle>
            <a:lvl1pPr>
              <a:defRPr lang="en-US" sz="3188" dirty="0"/>
            </a:lvl1pPr>
          </a:lstStyle>
          <a:p>
            <a:pPr marL="0" lvl="0" algn="r"/>
            <a:r>
              <a:rPr lang="es-ES"/>
              <a:t>Haga </a:t>
            </a:r>
            <a:r>
              <a:rPr lang="es-ES" err="1"/>
              <a:t>click</a:t>
            </a:r>
            <a:r>
              <a:rPr lang="es-ES"/>
              <a:t> para modificar el título de la sección</a:t>
            </a:r>
            <a:endParaRPr lang="en-US"/>
          </a:p>
        </p:txBody>
      </p:sp>
      <p:pic>
        <p:nvPicPr>
          <p:cNvPr id="11" name="Imagen 10">
            <a:extLst>
              <a:ext uri="{FF2B5EF4-FFF2-40B4-BE49-F238E27FC236}">
                <a16:creationId xmlns:a16="http://schemas.microsoft.com/office/drawing/2014/main" id="{C8F84AF6-8674-49ED-9011-CB314340CC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400000">
            <a:off x="-1532891" y="2279839"/>
            <a:ext cx="6128515" cy="3062733"/>
          </a:xfrm>
          <a:prstGeom prst="rect">
            <a:avLst/>
          </a:prstGeom>
        </p:spPr>
      </p:pic>
      <p:pic>
        <p:nvPicPr>
          <p:cNvPr id="17" name="Imagen 16" descr="Imagen que contiene Logotipo&#10;&#10;Descripción generada automáticamente">
            <a:extLst>
              <a:ext uri="{FF2B5EF4-FFF2-40B4-BE49-F238E27FC236}">
                <a16:creationId xmlns:a16="http://schemas.microsoft.com/office/drawing/2014/main" id="{4BF6C012-E334-4434-98DB-426B7B2A36EE}"/>
              </a:ext>
            </a:extLst>
          </p:cNvPr>
          <p:cNvPicPr>
            <a:picLocks noChangeAspect="1"/>
          </p:cNvPicPr>
          <p:nvPr/>
        </p:nvPicPr>
        <p:blipFill rotWithShape="1">
          <a:blip r:embed="rId6"/>
          <a:srcRect t="39632" b="40075"/>
          <a:stretch/>
        </p:blipFill>
        <p:spPr>
          <a:xfrm>
            <a:off x="10494836" y="224512"/>
            <a:ext cx="1434750" cy="164783"/>
          </a:xfrm>
          <a:prstGeom prst="rect">
            <a:avLst/>
          </a:prstGeom>
        </p:spPr>
      </p:pic>
    </p:spTree>
    <p:extLst>
      <p:ext uri="{BB962C8B-B14F-4D97-AF65-F5344CB8AC3E}">
        <p14:creationId xmlns:p14="http://schemas.microsoft.com/office/powerpoint/2010/main" val="3129239125"/>
      </p:ext>
    </p:extLst>
  </p:cSld>
  <p:clrMapOvr>
    <a:masterClrMapping/>
  </p:clrMapOvr>
  <p:hf hdr="0" dt="0"/>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Título_BCP">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7">
            <a:extLst>
              <a:ext uri="{FF2B5EF4-FFF2-40B4-BE49-F238E27FC236}">
                <a16:creationId xmlns:a16="http://schemas.microsoft.com/office/drawing/2014/main" id="{2B93E653-2556-4FCF-8A4E-D59EBBE62198}"/>
              </a:ext>
            </a:extLst>
          </p:cNvPr>
          <p:cNvPicPr>
            <a:picLocks noChangeAspect="1"/>
          </p:cNvPicPr>
          <p:nvPr/>
        </p:nvPicPr>
        <p:blipFill>
          <a:blip r:embed="rId6"/>
          <a:srcRect/>
          <a:stretch/>
        </p:blipFill>
        <p:spPr>
          <a:xfrm>
            <a:off x="10812254" y="249672"/>
            <a:ext cx="1045356" cy="266057"/>
          </a:xfrm>
          <a:prstGeom prst="rect">
            <a:avLst/>
          </a:prstGeom>
        </p:spPr>
      </p:pic>
    </p:spTree>
    <p:extLst>
      <p:ext uri="{BB962C8B-B14F-4D97-AF65-F5344CB8AC3E}">
        <p14:creationId xmlns:p14="http://schemas.microsoft.com/office/powerpoint/2010/main" val="1536798319"/>
      </p:ext>
    </p:extLst>
  </p:cSld>
  <p:clrMapOvr>
    <a:masterClrMapping/>
  </p:clrMapOvr>
  <p:hf hdr="0" dt="0"/>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Título_BCP BO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9" name="Picture 8">
            <a:extLst>
              <a:ext uri="{FF2B5EF4-FFF2-40B4-BE49-F238E27FC236}">
                <a16:creationId xmlns:a16="http://schemas.microsoft.com/office/drawing/2014/main" id="{4829D7E0-A427-4259-9916-52E66C9BCB9A}"/>
              </a:ext>
            </a:extLst>
          </p:cNvPr>
          <p:cNvPicPr>
            <a:picLocks noChangeAspect="1"/>
          </p:cNvPicPr>
          <p:nvPr/>
        </p:nvPicPr>
        <p:blipFill>
          <a:blip r:embed="rId6"/>
          <a:srcRect/>
          <a:stretch/>
        </p:blipFill>
        <p:spPr>
          <a:xfrm>
            <a:off x="10813828" y="249671"/>
            <a:ext cx="1043781" cy="389217"/>
          </a:xfrm>
          <a:prstGeom prst="rect">
            <a:avLst/>
          </a:prstGeom>
        </p:spPr>
      </p:pic>
    </p:spTree>
    <p:extLst>
      <p:ext uri="{BB962C8B-B14F-4D97-AF65-F5344CB8AC3E}">
        <p14:creationId xmlns:p14="http://schemas.microsoft.com/office/powerpoint/2010/main" val="2020110329"/>
      </p:ext>
    </p:extLst>
  </p:cSld>
  <p:clrMapOvr>
    <a:masterClrMapping/>
  </p:clrMapOvr>
  <p:hf hdr="0" dt="0"/>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Título_Mibanc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10">
            <a:extLst>
              <a:ext uri="{FF2B5EF4-FFF2-40B4-BE49-F238E27FC236}">
                <a16:creationId xmlns:a16="http://schemas.microsoft.com/office/drawing/2014/main" id="{7DDB1BDB-5C05-40AB-B778-E7F0C96D7FC5}"/>
              </a:ext>
            </a:extLst>
          </p:cNvPr>
          <p:cNvPicPr>
            <a:picLocks noChangeAspect="1"/>
          </p:cNvPicPr>
          <p:nvPr/>
        </p:nvPicPr>
        <p:blipFill>
          <a:blip r:embed="rId6"/>
          <a:srcRect/>
          <a:stretch/>
        </p:blipFill>
        <p:spPr>
          <a:xfrm>
            <a:off x="10789320" y="138692"/>
            <a:ext cx="1076062" cy="547819"/>
          </a:xfrm>
          <a:prstGeom prst="rect">
            <a:avLst/>
          </a:prstGeom>
        </p:spPr>
      </p:pic>
    </p:spTree>
    <p:extLst>
      <p:ext uri="{BB962C8B-B14F-4D97-AF65-F5344CB8AC3E}">
        <p14:creationId xmlns:p14="http://schemas.microsoft.com/office/powerpoint/2010/main" val="529906154"/>
      </p:ext>
    </p:extLst>
  </p:cSld>
  <p:clrMapOvr>
    <a:masterClrMapping/>
  </p:clrMapOvr>
  <p:hf hdr="0" dt="0"/>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Título_Mibanco CO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10">
            <a:extLst>
              <a:ext uri="{FF2B5EF4-FFF2-40B4-BE49-F238E27FC236}">
                <a16:creationId xmlns:a16="http://schemas.microsoft.com/office/drawing/2014/main" id="{28FA1749-95D5-4681-9777-169E1C715E55}"/>
              </a:ext>
            </a:extLst>
          </p:cNvPr>
          <p:cNvPicPr>
            <a:picLocks noChangeAspect="1"/>
          </p:cNvPicPr>
          <p:nvPr/>
        </p:nvPicPr>
        <p:blipFill>
          <a:blip r:embed="rId6"/>
          <a:srcRect/>
          <a:stretch/>
        </p:blipFill>
        <p:spPr>
          <a:xfrm>
            <a:off x="10789320" y="138692"/>
            <a:ext cx="1076060" cy="547819"/>
          </a:xfrm>
          <a:prstGeom prst="rect">
            <a:avLst/>
          </a:prstGeom>
        </p:spPr>
      </p:pic>
      <p:pic>
        <p:nvPicPr>
          <p:cNvPr id="9" name="Imagen 8">
            <a:extLst>
              <a:ext uri="{FF2B5EF4-FFF2-40B4-BE49-F238E27FC236}">
                <a16:creationId xmlns:a16="http://schemas.microsoft.com/office/drawing/2014/main" id="{AFCC60AF-BC39-4C2B-B28E-7857D52DCBF0}"/>
              </a:ext>
            </a:extLst>
          </p:cNvPr>
          <p:cNvPicPr>
            <a:picLocks noChangeAspect="1"/>
          </p:cNvPicPr>
          <p:nvPr/>
        </p:nvPicPr>
        <p:blipFill rotWithShape="1">
          <a:blip r:embed="rId7">
            <a:alphaModFix amt="85000"/>
          </a:blip>
          <a:srcRect l="7156" t="6742" r="7158" b="7249"/>
          <a:stretch/>
        </p:blipFill>
        <p:spPr>
          <a:xfrm>
            <a:off x="11857609" y="138692"/>
            <a:ext cx="215212" cy="217362"/>
          </a:xfrm>
          <a:prstGeom prst="rect">
            <a:avLst/>
          </a:prstGeom>
        </p:spPr>
      </p:pic>
    </p:spTree>
    <p:extLst>
      <p:ext uri="{BB962C8B-B14F-4D97-AF65-F5344CB8AC3E}">
        <p14:creationId xmlns:p14="http://schemas.microsoft.com/office/powerpoint/2010/main" val="2647434939"/>
      </p:ext>
    </p:extLst>
  </p:cSld>
  <p:clrMapOvr>
    <a:masterClrMapping/>
  </p:clrMapOvr>
  <p:hf hdr="0" dt="0"/>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Título_Pacífic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57E52F62-C9AE-4731-B56C-3C912158A04B}"/>
              </a:ext>
            </a:extLst>
          </p:cNvPr>
          <p:cNvPicPr>
            <a:picLocks noChangeAspect="1"/>
          </p:cNvPicPr>
          <p:nvPr/>
        </p:nvPicPr>
        <p:blipFill>
          <a:blip r:embed="rId6"/>
          <a:stretch>
            <a:fillRect/>
          </a:stretch>
        </p:blipFill>
        <p:spPr>
          <a:xfrm>
            <a:off x="10671180" y="249671"/>
            <a:ext cx="1280509" cy="341064"/>
          </a:xfrm>
          <a:prstGeom prst="rect">
            <a:avLst/>
          </a:prstGeom>
        </p:spPr>
      </p:pic>
    </p:spTree>
    <p:extLst>
      <p:ext uri="{BB962C8B-B14F-4D97-AF65-F5344CB8AC3E}">
        <p14:creationId xmlns:p14="http://schemas.microsoft.com/office/powerpoint/2010/main" val="1041813038"/>
      </p:ext>
    </p:extLst>
  </p:cSld>
  <p:clrMapOvr>
    <a:masterClrMapping/>
  </p:clrMapOvr>
  <p:hf hdr="0" dt="0"/>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Título_Pacífico Salud">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29891744-3F45-4DE4-87DB-674EBA99A35B}"/>
              </a:ext>
            </a:extLst>
          </p:cNvPr>
          <p:cNvPicPr>
            <a:picLocks noChangeAspect="1"/>
          </p:cNvPicPr>
          <p:nvPr/>
        </p:nvPicPr>
        <p:blipFill rotWithShape="1">
          <a:blip r:embed="rId6"/>
          <a:srcRect l="60480" t="59916"/>
          <a:stretch/>
        </p:blipFill>
        <p:spPr>
          <a:xfrm>
            <a:off x="11455121" y="525210"/>
            <a:ext cx="506057" cy="184335"/>
          </a:xfrm>
          <a:prstGeom prst="rect">
            <a:avLst/>
          </a:prstGeom>
        </p:spPr>
      </p:pic>
      <p:pic>
        <p:nvPicPr>
          <p:cNvPr id="9" name="Imagen 8">
            <a:extLst>
              <a:ext uri="{FF2B5EF4-FFF2-40B4-BE49-F238E27FC236}">
                <a16:creationId xmlns:a16="http://schemas.microsoft.com/office/drawing/2014/main" id="{B1D2DE91-66A6-4A78-9B0C-A5EE774A70B1}"/>
              </a:ext>
            </a:extLst>
          </p:cNvPr>
          <p:cNvPicPr>
            <a:picLocks noChangeAspect="1"/>
          </p:cNvPicPr>
          <p:nvPr/>
        </p:nvPicPr>
        <p:blipFill>
          <a:blip r:embed="rId7"/>
          <a:stretch>
            <a:fillRect/>
          </a:stretch>
        </p:blipFill>
        <p:spPr>
          <a:xfrm>
            <a:off x="10671180" y="249671"/>
            <a:ext cx="1280509" cy="341064"/>
          </a:xfrm>
          <a:prstGeom prst="rect">
            <a:avLst/>
          </a:prstGeom>
        </p:spPr>
      </p:pic>
    </p:spTree>
    <p:extLst>
      <p:ext uri="{BB962C8B-B14F-4D97-AF65-F5344CB8AC3E}">
        <p14:creationId xmlns:p14="http://schemas.microsoft.com/office/powerpoint/2010/main" val="1109855602"/>
      </p:ext>
    </p:extLst>
  </p:cSld>
  <p:clrMapOvr>
    <a:masterClrMapping/>
  </p:clrMapOvr>
  <p:hf hdr="0" dt="0"/>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Título_Mibanco Prima">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Imagen 7">
            <a:extLst>
              <a:ext uri="{FF2B5EF4-FFF2-40B4-BE49-F238E27FC236}">
                <a16:creationId xmlns:a16="http://schemas.microsoft.com/office/drawing/2014/main" id="{602F05DE-46DC-429C-9DC3-5714E862901C}"/>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a:stretch/>
        </p:blipFill>
        <p:spPr>
          <a:xfrm>
            <a:off x="10839746" y="315763"/>
            <a:ext cx="1058277" cy="188656"/>
          </a:xfrm>
          <a:prstGeom prst="rect">
            <a:avLst/>
          </a:prstGeom>
        </p:spPr>
      </p:pic>
    </p:spTree>
    <p:extLst>
      <p:ext uri="{BB962C8B-B14F-4D97-AF65-F5344CB8AC3E}">
        <p14:creationId xmlns:p14="http://schemas.microsoft.com/office/powerpoint/2010/main" val="3758351055"/>
      </p:ext>
    </p:extLst>
  </p:cSld>
  <p:clrMapOvr>
    <a:masterClrMapping/>
  </p:clrMapOvr>
  <p:hf hdr="0" dt="0"/>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Título_Credicorp Capital">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8" name="Picture 8">
            <a:extLst>
              <a:ext uri="{FF2B5EF4-FFF2-40B4-BE49-F238E27FC236}">
                <a16:creationId xmlns:a16="http://schemas.microsoft.com/office/drawing/2014/main" id="{04BFBD62-6BB3-4EFC-9A08-4F78293A11DC}"/>
              </a:ext>
            </a:extLst>
          </p:cNvPr>
          <p:cNvPicPr>
            <a:picLocks noChangeAspect="1"/>
          </p:cNvPicPr>
          <p:nvPr/>
        </p:nvPicPr>
        <p:blipFill>
          <a:blip r:embed="rId6" cstate="screen">
            <a:extLst>
              <a:ext uri="{28A0092B-C50C-407E-A947-70E740481C1C}">
                <a14:useLocalDpi xmlns:a14="http://schemas.microsoft.com/office/drawing/2010/main"/>
              </a:ext>
            </a:extLst>
          </a:blip>
          <a:srcRect/>
          <a:stretch/>
        </p:blipFill>
        <p:spPr>
          <a:xfrm>
            <a:off x="10683425" y="249671"/>
            <a:ext cx="1255406" cy="318810"/>
          </a:xfrm>
          <a:prstGeom prst="rect">
            <a:avLst/>
          </a:prstGeom>
        </p:spPr>
      </p:pic>
    </p:spTree>
    <p:extLst>
      <p:ext uri="{BB962C8B-B14F-4D97-AF65-F5344CB8AC3E}">
        <p14:creationId xmlns:p14="http://schemas.microsoft.com/office/powerpoint/2010/main" val="4279700088"/>
      </p:ext>
    </p:extLst>
  </p:cSld>
  <p:clrMapOvr>
    <a:masterClrMapping/>
  </p:clrMapOvr>
  <p:hf hdr="0" dt="0"/>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Título_Krealo">
    <p:spTree>
      <p:nvGrpSpPr>
        <p:cNvPr id="1" name=""/>
        <p:cNvGrpSpPr/>
        <p:nvPr/>
      </p:nvGrpSpPr>
      <p:grpSpPr>
        <a:xfrm>
          <a:off x="0" y="0"/>
          <a:ext cx="0" cy="0"/>
          <a:chOff x="0" y="0"/>
          <a:chExt cx="0" cy="0"/>
        </a:xfrm>
      </p:grpSpPr>
      <p:graphicFrame>
        <p:nvGraphicFramePr>
          <p:cNvPr id="12" name="Objeto 11" hidden="1">
            <a:extLst>
              <a:ext uri="{FF2B5EF4-FFF2-40B4-BE49-F238E27FC236}">
                <a16:creationId xmlns:a16="http://schemas.microsoft.com/office/drawing/2014/main" id="{D129F40E-E949-416B-B22C-ED065C484020}"/>
              </a:ext>
            </a:extLst>
          </p:cNvPr>
          <p:cNvGraphicFramePr>
            <a:graphicFrameLocks noChangeAspect="1"/>
          </p:cNvGraphicFramePr>
          <p:nvPr>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3" imgW="494" imgH="496" progId="TCLayout.ActiveDocument.1">
                  <p:embed/>
                </p:oleObj>
              </mc:Choice>
              <mc:Fallback>
                <p:oleObj name="Diapositiva de think-cell" r:id="rId3" imgW="494" imgH="496" progId="TCLayout.ActiveDocument.1">
                  <p:embed/>
                  <p:pic>
                    <p:nvPicPr>
                      <p:cNvPr id="12" name="Objeto 11" hidden="1">
                        <a:extLst>
                          <a:ext uri="{FF2B5EF4-FFF2-40B4-BE49-F238E27FC236}">
                            <a16:creationId xmlns:a16="http://schemas.microsoft.com/office/drawing/2014/main" id="{D129F40E-E949-416B-B22C-ED065C484020}"/>
                          </a:ext>
                        </a:extLst>
                      </p:cNvPr>
                      <p:cNvPicPr/>
                      <p:nvPr/>
                    </p:nvPicPr>
                    <p:blipFill>
                      <a:blip r:embed="rId4"/>
                      <a:stretch>
                        <a:fillRect/>
                      </a:stretch>
                    </p:blipFill>
                    <p:spPr>
                      <a:xfrm>
                        <a:off x="1583" y="1592"/>
                        <a:ext cx="1582" cy="1592"/>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E1421B34-7900-4FFB-B4BB-05CD50EB98DF}"/>
              </a:ext>
            </a:extLst>
          </p:cNvPr>
          <p:cNvSpPr>
            <a:spLocks noGrp="1"/>
          </p:cNvSpPr>
          <p:nvPr>
            <p:ph type="title" hasCustomPrompt="1"/>
          </p:nvPr>
        </p:nvSpPr>
        <p:spPr>
          <a:xfrm>
            <a:off x="289940" y="249671"/>
            <a:ext cx="10006828" cy="433100"/>
          </a:xfrm>
        </p:spPr>
        <p:txBody>
          <a:bodyPr vert="horz"/>
          <a:lstStyle>
            <a:lvl1pPr>
              <a:defRPr/>
            </a:lvl1pPr>
          </a:lstStyle>
          <a:p>
            <a:r>
              <a:rPr lang="es-ES"/>
              <a:t>Haga clic para modificar el estilo de título de la diapositiva</a:t>
            </a:r>
            <a:endParaRPr lang="en-US"/>
          </a:p>
        </p:txBody>
      </p:sp>
      <p:sp>
        <p:nvSpPr>
          <p:cNvPr id="6" name="Marcador de número de diapositiva 5">
            <a:extLst>
              <a:ext uri="{FF2B5EF4-FFF2-40B4-BE49-F238E27FC236}">
                <a16:creationId xmlns:a16="http://schemas.microsoft.com/office/drawing/2014/main" id="{0B1E1BE5-475D-451D-BAAF-B25C30E6B3E9}"/>
              </a:ext>
            </a:extLst>
          </p:cNvPr>
          <p:cNvSpPr>
            <a:spLocks noGrp="1"/>
          </p:cNvSpPr>
          <p:nvPr>
            <p:ph type="sldNum" sz="quarter" idx="12"/>
          </p:nvPr>
        </p:nvSpPr>
        <p:spPr/>
        <p:txBody>
          <a:bodyPr/>
          <a:lstStyle>
            <a:lvl1pPr>
              <a:defRPr>
                <a:solidFill>
                  <a:schemeClr val="tx1"/>
                </a:solidFill>
              </a:defRPr>
            </a:lvl1pPr>
          </a:lstStyle>
          <a:p>
            <a:fld id="{F44787C9-1D9A-CD4A-A8C6-C19F0C8E4AE6}" type="slidenum">
              <a:rPr lang="en-US" smtClean="0"/>
              <a:pPr/>
              <a:t>‹Nº›</a:t>
            </a:fld>
            <a:endParaRPr lang="en-US"/>
          </a:p>
        </p:txBody>
      </p:sp>
      <p:sp>
        <p:nvSpPr>
          <p:cNvPr id="13" name="Marcador de texto 9">
            <a:extLst>
              <a:ext uri="{FF2B5EF4-FFF2-40B4-BE49-F238E27FC236}">
                <a16:creationId xmlns:a16="http://schemas.microsoft.com/office/drawing/2014/main" id="{A9852AAF-A21C-4EE4-ABD4-DED655B855A6}"/>
              </a:ext>
            </a:extLst>
          </p:cNvPr>
          <p:cNvSpPr>
            <a:spLocks noGrp="1"/>
          </p:cNvSpPr>
          <p:nvPr>
            <p:ph type="body" sz="quarter" idx="13" hasCustomPrompt="1"/>
          </p:nvPr>
        </p:nvSpPr>
        <p:spPr>
          <a:xfrm>
            <a:off x="289938" y="6442762"/>
            <a:ext cx="9379397" cy="366056"/>
          </a:xfrm>
        </p:spPr>
        <p:txBody>
          <a:bodyPr anchor="b">
            <a:noAutofit/>
          </a:bodyPr>
          <a:lstStyle>
            <a:lvl1pPr marL="0" indent="0">
              <a:spcBef>
                <a:spcPts val="0"/>
              </a:spcBef>
              <a:buNone/>
              <a:defRPr sz="996"/>
            </a:lvl1pPr>
            <a:lvl2pPr marL="455463" indent="0">
              <a:buNone/>
              <a:defRPr sz="996"/>
            </a:lvl2pPr>
            <a:lvl3pPr marL="910925" indent="0">
              <a:buNone/>
              <a:defRPr sz="996"/>
            </a:lvl3pPr>
            <a:lvl4pPr marL="1366388" indent="0">
              <a:buNone/>
              <a:defRPr sz="996"/>
            </a:lvl4pPr>
            <a:lvl5pPr marL="1821851" indent="0">
              <a:buNone/>
              <a:defRPr sz="996"/>
            </a:lvl5pPr>
          </a:lstStyle>
          <a:p>
            <a:pPr lvl="0"/>
            <a:r>
              <a:rPr lang="es-ES"/>
              <a:t>Notas</a:t>
            </a:r>
            <a:endParaRPr lang="en-US"/>
          </a:p>
        </p:txBody>
      </p:sp>
      <p:pic>
        <p:nvPicPr>
          <p:cNvPr id="7" name="Picture 9">
            <a:extLst>
              <a:ext uri="{FF2B5EF4-FFF2-40B4-BE49-F238E27FC236}">
                <a16:creationId xmlns:a16="http://schemas.microsoft.com/office/drawing/2014/main" id="{397509CA-8D3E-44CA-BCD2-A8614AC3C6A0}"/>
              </a:ext>
            </a:extLst>
          </p:cNvPr>
          <p:cNvPicPr>
            <a:picLocks noChangeAspect="1"/>
          </p:cNvPicPr>
          <p:nvPr/>
        </p:nvPicPr>
        <p:blipFill rotWithShape="1">
          <a:blip r:embed="rId5">
            <a:duotone>
              <a:schemeClr val="bg2">
                <a:shade val="45000"/>
                <a:satMod val="135000"/>
              </a:schemeClr>
              <a:prstClr val="white"/>
            </a:duotone>
            <a:alphaModFix amt="25000"/>
          </a:blip>
          <a:srcRect r="34058"/>
          <a:stretch/>
        </p:blipFill>
        <p:spPr>
          <a:xfrm>
            <a:off x="10296768" y="-3114"/>
            <a:ext cx="1850783" cy="913475"/>
          </a:xfrm>
          <a:prstGeom prst="rect">
            <a:avLst/>
          </a:prstGeom>
        </p:spPr>
      </p:pic>
      <p:pic>
        <p:nvPicPr>
          <p:cNvPr id="9" name="Imagen 8">
            <a:extLst>
              <a:ext uri="{FF2B5EF4-FFF2-40B4-BE49-F238E27FC236}">
                <a16:creationId xmlns:a16="http://schemas.microsoft.com/office/drawing/2014/main" id="{FD553E32-7265-4F39-A1CF-C703AA364E91}"/>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r="61870"/>
          <a:stretch/>
        </p:blipFill>
        <p:spPr>
          <a:xfrm>
            <a:off x="11021633" y="99020"/>
            <a:ext cx="669196" cy="599922"/>
          </a:xfrm>
          <a:prstGeom prst="rect">
            <a:avLst/>
          </a:prstGeom>
        </p:spPr>
      </p:pic>
    </p:spTree>
    <p:extLst>
      <p:ext uri="{BB962C8B-B14F-4D97-AF65-F5344CB8AC3E}">
        <p14:creationId xmlns:p14="http://schemas.microsoft.com/office/powerpoint/2010/main" val="961001930"/>
      </p:ext>
    </p:extLst>
  </p:cSld>
  <p:clrMapOvr>
    <a:masterClrMapping/>
  </p:clrMapOvr>
  <p:hf hdr="0" dt="0"/>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CustomLayouts 1">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3" y="1592"/>
                        <a:ext cx="1582" cy="1592"/>
                      </a:xfrm>
                      <a:prstGeom prst="rect">
                        <a:avLst/>
                      </a:prstGeom>
                    </p:spPr>
                  </p:pic>
                </p:oleObj>
              </mc:Fallback>
            </mc:AlternateContent>
          </a:graphicData>
        </a:graphic>
      </p:graphicFrame>
      <p:pic>
        <p:nvPicPr>
          <p:cNvPr id="4" name="Picture 3">
            <a:extLst>
              <a:ext uri="{FF2B5EF4-FFF2-40B4-BE49-F238E27FC236}">
                <a16:creationId xmlns:a16="http://schemas.microsoft.com/office/drawing/2014/main" id="{EC5B746B-A82B-5B76-11EF-DC1F5C5A358A}"/>
              </a:ext>
            </a:extLst>
          </p:cNvPr>
          <p:cNvPicPr>
            <a:picLocks noChangeAspect="1"/>
          </p:cNvPicPr>
          <p:nvPr userDrawn="1"/>
        </p:nvPicPr>
        <p:blipFill>
          <a:blip r:embed="rId12" cstate="print">
            <a:extLst>
              <a:ext uri="{28A0092B-C50C-407E-A947-70E740481C1C}">
                <a14:useLocalDpi xmlns:a14="http://schemas.microsoft.com/office/drawing/2010/main"/>
              </a:ext>
            </a:extLst>
          </a:blip>
          <a:stretch>
            <a:fillRect/>
          </a:stretch>
        </p:blipFill>
        <p:spPr>
          <a:xfrm>
            <a:off x="-3037" y="3184"/>
            <a:ext cx="12150587" cy="6875463"/>
          </a:xfrm>
          <a:prstGeom prst="rect">
            <a:avLst/>
          </a:prstGeom>
        </p:spPr>
      </p:pic>
      <p:sp>
        <p:nvSpPr>
          <p:cNvPr id="2" name="Rectangle 1" hidden="1">
            <a:extLst>
              <a:ext uri="{FF2B5EF4-FFF2-40B4-BE49-F238E27FC236}">
                <a16:creationId xmlns:a16="http://schemas.microsoft.com/office/drawing/2014/main" id="{F95EE31F-4647-48C1-8F33-15A7FC3D359F}"/>
              </a:ext>
            </a:extLst>
          </p:cNvPr>
          <p:cNvSpPr/>
          <p:nvPr userDrawn="1">
            <p:custDataLst>
              <p:tags r:id="rId2"/>
            </p:custDataLst>
          </p:nvPr>
        </p:nvSpPr>
        <p:spPr>
          <a:xfrm>
            <a:off x="0" y="0"/>
            <a:ext cx="158171" cy="159154"/>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0925" rtl="0" eaLnBrk="1" fontAlgn="auto" latinLnBrk="0" hangingPunct="1">
              <a:lnSpc>
                <a:spcPct val="100000"/>
              </a:lnSpc>
              <a:spcBef>
                <a:spcPct val="0"/>
              </a:spcBef>
              <a:spcAft>
                <a:spcPct val="0"/>
              </a:spcAft>
              <a:buClrTx/>
              <a:buSzTx/>
              <a:buFontTx/>
              <a:buNone/>
              <a:tabLst/>
              <a:defRPr/>
            </a:pPr>
            <a:endParaRPr kumimoji="0" lang="en-US" sz="2491" b="1" i="0" u="none" strike="noStrike" kern="1200" cap="none" spc="0" normalizeH="0" baseline="0" noProof="0">
              <a:ln>
                <a:noFill/>
              </a:ln>
              <a:solidFill>
                <a:srgbClr val="051C2C"/>
              </a:solidFill>
              <a:effectLst/>
              <a:uLnTx/>
              <a:uFillTx/>
              <a:latin typeface="Georgia" panose="02040502050405020303" pitchFamily="18" charset="0"/>
              <a:ea typeface="+mn-ea"/>
              <a:cs typeface="+mn-cs"/>
              <a:sym typeface="Georgia" panose="02040502050405020303" pitchFamily="18" charset="0"/>
            </a:endParaRP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3"/>
            </p:custDataLst>
          </p:nvPr>
        </p:nvSpPr>
        <p:spPr bwMode="black">
          <a:xfrm>
            <a:off x="11271282" y="6516103"/>
            <a:ext cx="324314" cy="138051"/>
          </a:xfrm>
          <a:prstGeom prst="rect">
            <a:avLst/>
          </a:prstGeom>
          <a:noFill/>
          <a:ln w="9525" algn="ctr">
            <a:noFill/>
            <a:miter lim="800000"/>
            <a:headEnd/>
            <a:tailEnd/>
          </a:ln>
          <a:effectLst/>
        </p:spPr>
        <p:txBody>
          <a:bodyPr wrap="square" lIns="0" tIns="0" rIns="0" bIns="0" anchor="b">
            <a:spAutoFit/>
          </a:bodyPr>
          <a:lstStyle/>
          <a:p>
            <a:pPr marL="0" marR="0" lvl="0" indent="0" algn="r" defTabSz="608423" rtl="0" eaLnBrk="1" fontAlgn="auto" latinLnBrk="0" hangingPunct="1">
              <a:lnSpc>
                <a:spcPct val="100000"/>
              </a:lnSpc>
              <a:spcBef>
                <a:spcPts val="0"/>
              </a:spcBef>
              <a:spcAft>
                <a:spcPts val="0"/>
              </a:spcAft>
              <a:buClrTx/>
              <a:buSzTx/>
              <a:buFontTx/>
              <a:buNone/>
              <a:tabLst/>
              <a:defRPr/>
            </a:pPr>
            <a:fld id="{4ABDCABE-3F10-B64C-92F1-862014417034}" type="slidenum">
              <a:rPr kumimoji="0" lang="en-US" sz="897"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08423" rtl="0" eaLnBrk="1" fontAlgn="auto" latinLnBrk="0" hangingPunct="1">
                <a:lnSpc>
                  <a:spcPct val="100000"/>
                </a:lnSpc>
                <a:spcBef>
                  <a:spcPts val="0"/>
                </a:spcBef>
                <a:spcAft>
                  <a:spcPts val="0"/>
                </a:spcAft>
                <a:buClrTx/>
                <a:buSzTx/>
                <a:buFontTx/>
                <a:buNone/>
                <a:tabLst/>
                <a:defRPr/>
              </a:pPr>
              <a:t>‹Nº›</a:t>
            </a:fld>
            <a:endParaRPr kumimoji="0" lang="en-US" sz="897"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4"/>
            </p:custDataLst>
          </p:nvPr>
        </p:nvSpPr>
        <p:spPr>
          <a:xfrm>
            <a:off x="552714" y="6518225"/>
            <a:ext cx="7251327" cy="122662"/>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0925" rtl="0" eaLnBrk="1" fontAlgn="auto" latinLnBrk="0" hangingPunct="1">
              <a:lnSpc>
                <a:spcPct val="100000"/>
              </a:lnSpc>
              <a:spcBef>
                <a:spcPts val="299"/>
              </a:spcBef>
              <a:spcAft>
                <a:spcPts val="299"/>
              </a:spcAft>
              <a:buClrTx/>
              <a:buSzTx/>
              <a:buFont typeface="Segoe UI" panose="020B0502040204020203" pitchFamily="34" charset="0"/>
              <a:buChar char="​"/>
              <a:tabLst/>
              <a:defRPr/>
            </a:pPr>
            <a:r>
              <a:rPr kumimoji="0" lang="en-US" sz="797" b="0" i="0" u="none" strike="noStrike" kern="1200" cap="none" spc="0" normalizeH="0" baseline="0" noProof="0">
                <a:ln>
                  <a:noFill/>
                </a:ln>
                <a:solidFill>
                  <a:srgbClr val="FFFFFF"/>
                </a:solidFill>
                <a:effectLst/>
                <a:uLnTx/>
                <a:uFillTx/>
                <a:latin typeface="Arial"/>
                <a:ea typeface="+mn-ea"/>
                <a:cs typeface="Arial" panose="020B0604020202020204" pitchFamily="34" charset="0"/>
              </a:rPr>
              <a:t>Source: …</a:t>
            </a:r>
          </a:p>
        </p:txBody>
      </p:sp>
      <p:sp>
        <p:nvSpPr>
          <p:cNvPr id="12" name="2. Slide Title">
            <a:extLst>
              <a:ext uri="{FF2B5EF4-FFF2-40B4-BE49-F238E27FC236}">
                <a16:creationId xmlns:a16="http://schemas.microsoft.com/office/drawing/2014/main" id="{0BDEB94E-58BF-43E2-8FF2-DCDA24AD4E9D}"/>
              </a:ext>
            </a:extLst>
          </p:cNvPr>
          <p:cNvSpPr>
            <a:spLocks noGrp="1"/>
          </p:cNvSpPr>
          <p:nvPr>
            <p:ph type="title"/>
            <p:custDataLst>
              <p:tags r:id="rId5"/>
            </p:custDataLst>
          </p:nvPr>
        </p:nvSpPr>
        <p:spPr>
          <a:xfrm>
            <a:off x="552714" y="182836"/>
            <a:ext cx="11042123" cy="733383"/>
          </a:xfrm>
        </p:spPr>
        <p:txBody>
          <a:bodyPr vert="horz"/>
          <a:lstStyle/>
          <a:p>
            <a:r>
              <a:rPr lang="en-US"/>
              <a:t>Click to edit Master title style</a:t>
            </a:r>
          </a:p>
        </p:txBody>
      </p:sp>
      <p:sp>
        <p:nvSpPr>
          <p:cNvPr id="14" name="3. Subtitle">
            <a:extLst>
              <a:ext uri="{FF2B5EF4-FFF2-40B4-BE49-F238E27FC236}">
                <a16:creationId xmlns:a16="http://schemas.microsoft.com/office/drawing/2014/main" id="{A865C2CC-D12C-4517-9906-7CCD161322EB}"/>
              </a:ext>
            </a:extLst>
          </p:cNvPr>
          <p:cNvSpPr>
            <a:spLocks noGrp="1"/>
          </p:cNvSpPr>
          <p:nvPr>
            <p:ph type="subTitle" idx="1"/>
            <p:custDataLst>
              <p:tags r:id="rId6"/>
            </p:custDataLst>
          </p:nvPr>
        </p:nvSpPr>
        <p:spPr>
          <a:xfrm>
            <a:off x="552714" y="906163"/>
            <a:ext cx="11042123" cy="277704"/>
          </a:xfrm>
        </p:spPr>
        <p:txBody>
          <a:bodyPr anchor="ctr" anchorCtr="0"/>
          <a:lstStyle/>
          <a:p>
            <a:r>
              <a:rPr lang="en-US" sz="1594"/>
              <a:t>Click to edit Master subtitle style</a:t>
            </a:r>
          </a:p>
        </p:txBody>
      </p:sp>
      <p:sp>
        <p:nvSpPr>
          <p:cNvPr id="17" name="1. On-page tracker">
            <a:extLst>
              <a:ext uri="{FF2B5EF4-FFF2-40B4-BE49-F238E27FC236}">
                <a16:creationId xmlns:a16="http://schemas.microsoft.com/office/drawing/2014/main" id="{FE52895E-A8CE-4207-AC48-2296C3D01401}"/>
              </a:ext>
            </a:extLst>
          </p:cNvPr>
          <p:cNvSpPr>
            <a:spLocks noGrp="1"/>
          </p:cNvSpPr>
          <p:nvPr>
            <p:ph type="body" sz="quarter" idx="17" hasCustomPrompt="1"/>
            <p:custDataLst>
              <p:tags r:id="rId7"/>
            </p:custDataLst>
          </p:nvPr>
        </p:nvSpPr>
        <p:spPr>
          <a:xfrm>
            <a:off x="7133649" y="39307"/>
            <a:ext cx="4464225" cy="202748"/>
          </a:xfrm>
        </p:spPr>
        <p:txBody>
          <a:bodyPr anchor="ctr" anchorCtr="0">
            <a:spAutoFit/>
          </a:bodyPr>
          <a:lstStyle>
            <a:lvl1pPr algn="r">
              <a:defRPr sz="797">
                <a:latin typeface="+mn-lt"/>
              </a:defRPr>
            </a:lvl1pPr>
          </a:lstStyle>
          <a:p>
            <a:pPr lvl="0"/>
            <a:r>
              <a:rPr lang="en-US"/>
              <a:t>Chapter › Topic</a:t>
            </a:r>
          </a:p>
        </p:txBody>
      </p:sp>
      <p:sp>
        <p:nvSpPr>
          <p:cNvPr id="6" name="SlideLogoText">
            <a:extLst>
              <a:ext uri="{FF2B5EF4-FFF2-40B4-BE49-F238E27FC236}">
                <a16:creationId xmlns:a16="http://schemas.microsoft.com/office/drawing/2014/main" id="{17777A94-E817-F658-EB46-039D380FADEF}"/>
              </a:ext>
            </a:extLst>
          </p:cNvPr>
          <p:cNvSpPr txBox="1"/>
          <p:nvPr userDrawn="1">
            <p:custDataLst>
              <p:tags r:id="rId8"/>
            </p:custDataLst>
          </p:nvPr>
        </p:nvSpPr>
        <p:spPr bwMode="black">
          <a:xfrm>
            <a:off x="10103460" y="6516732"/>
            <a:ext cx="1134926" cy="138051"/>
          </a:xfrm>
          <a:prstGeom prst="rect">
            <a:avLst/>
          </a:prstGeom>
          <a:noFill/>
        </p:spPr>
        <p:txBody>
          <a:bodyPr wrap="none" lIns="0" tIns="0" rIns="0" bIns="0" rtlCol="0" anchor="b">
            <a:spAutoFit/>
          </a:bodyPr>
          <a:lstStyle/>
          <a:p>
            <a:pPr marL="0" marR="0" lvl="0" indent="0" algn="ctr" defTabSz="910925" rtl="0" eaLnBrk="1" fontAlgn="auto" latinLnBrk="0" hangingPunct="1">
              <a:lnSpc>
                <a:spcPct val="100000"/>
              </a:lnSpc>
              <a:spcBef>
                <a:spcPts val="0"/>
              </a:spcBef>
              <a:spcAft>
                <a:spcPts val="0"/>
              </a:spcAft>
              <a:buClrTx/>
              <a:buSzTx/>
              <a:buFontTx/>
              <a:buNone/>
              <a:tabLst/>
              <a:defRPr/>
            </a:pPr>
            <a:r>
              <a:rPr kumimoji="0" lang="en-US" sz="897" b="0" i="0" u="none" strike="noStrike" kern="1200" cap="none" spc="0" normalizeH="0" baseline="0" noProof="0">
                <a:ln>
                  <a:noFill/>
                </a:ln>
                <a:solidFill>
                  <a:srgbClr val="FFFFFF"/>
                </a:solidFill>
                <a:effectLst/>
                <a:uLnTx/>
                <a:uFillTx/>
                <a:latin typeface="Arial"/>
                <a:ea typeface="+mn-ea"/>
                <a:cs typeface="Arial" panose="020B0604020202020204" pitchFamily="34" charset="0"/>
              </a:rPr>
              <a:t>McKinsey &amp; Company</a:t>
            </a:r>
          </a:p>
        </p:txBody>
      </p:sp>
    </p:spTree>
    <p:extLst>
      <p:ext uri="{BB962C8B-B14F-4D97-AF65-F5344CB8AC3E}">
        <p14:creationId xmlns:p14="http://schemas.microsoft.com/office/powerpoint/2010/main" val="415692074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D8EFF8A2-0FB9-4B25-8B8D-492353274983}"/>
                          </a:ext>
                        </a:extLst>
                      </p:cNvPr>
                      <p:cNvPicPr/>
                      <p:nvPr/>
                    </p:nvPicPr>
                    <p:blipFill>
                      <a:blip r:embed="rId10"/>
                      <a:stretch>
                        <a:fillRect/>
                      </a:stretch>
                    </p:blipFill>
                    <p:spPr>
                      <a:xfrm>
                        <a:off x="1583" y="1592"/>
                        <a:ext cx="1582" cy="1592"/>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9F741700-5035-4E61-A4AC-1B3C7AE220D5}"/>
              </a:ext>
            </a:extLst>
          </p:cNvPr>
          <p:cNvSpPr/>
          <p:nvPr userDrawn="1">
            <p:custDataLst>
              <p:tags r:id="rId2"/>
            </p:custDataLst>
          </p:nvPr>
        </p:nvSpPr>
        <p:spPr>
          <a:xfrm>
            <a:off x="0" y="0"/>
            <a:ext cx="158171" cy="159154"/>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491" b="1" i="0" baseline="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2714" y="182836"/>
            <a:ext cx="11042123" cy="733383"/>
          </a:xfrm>
        </p:spPr>
        <p:txBody>
          <a:bodyPr/>
          <a:lstStyle/>
          <a:p>
            <a:r>
              <a:rPr lang="en-US"/>
              <a:t>Click to edit Master 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4"/>
            </p:custDataLst>
          </p:nvPr>
        </p:nvSpPr>
        <p:spPr bwMode="black">
          <a:xfrm>
            <a:off x="11271282" y="6516104"/>
            <a:ext cx="324314" cy="138051"/>
          </a:xfrm>
          <a:prstGeom prst="rect">
            <a:avLst/>
          </a:prstGeom>
          <a:noFill/>
          <a:ln w="9525" algn="ctr">
            <a:noFill/>
            <a:miter lim="800000"/>
            <a:headEnd/>
            <a:tailEnd/>
          </a:ln>
          <a:effectLst/>
        </p:spPr>
        <p:txBody>
          <a:bodyPr wrap="square" lIns="0" tIns="0" rIns="0" bIns="0" anchor="b">
            <a:spAutoFit/>
          </a:bodyPr>
          <a:lstStyle/>
          <a:p>
            <a:pPr algn="r" defTabSz="608423" fontAlgn="auto">
              <a:spcBef>
                <a:spcPts val="0"/>
              </a:spcBef>
              <a:spcAft>
                <a:spcPts val="0"/>
              </a:spcAft>
              <a:defRPr/>
            </a:pPr>
            <a:fld id="{4ABDCABE-3F10-B64C-92F1-862014417034}" type="slidenum">
              <a:rPr lang="en-US" sz="897" smtClean="0">
                <a:solidFill>
                  <a:schemeClr val="tx1"/>
                </a:solidFill>
                <a:latin typeface="+mn-lt"/>
                <a:ea typeface="+mn-ea"/>
                <a:cs typeface="Arial" panose="020B0604020202020204" pitchFamily="34" charset="0"/>
              </a:rPr>
              <a:pPr algn="r" defTabSz="608423" fontAlgn="auto">
                <a:spcBef>
                  <a:spcPts val="0"/>
                </a:spcBef>
                <a:spcAft>
                  <a:spcPts val="0"/>
                </a:spcAft>
                <a:defRPr/>
              </a:pPr>
              <a:t>‹Nº›</a:t>
            </a:fld>
            <a:endParaRPr lang="en-US" sz="897">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5"/>
            </p:custDataLst>
          </p:nvPr>
        </p:nvSpPr>
        <p:spPr>
          <a:xfrm>
            <a:off x="552714" y="6518225"/>
            <a:ext cx="7251327" cy="122662"/>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797"/>
              <a:t>Source: …</a:t>
            </a:r>
          </a:p>
        </p:txBody>
      </p:sp>
      <p:sp>
        <p:nvSpPr>
          <p:cNvPr id="10" name="1. On-page tracker">
            <a:extLst>
              <a:ext uri="{FF2B5EF4-FFF2-40B4-BE49-F238E27FC236}">
                <a16:creationId xmlns:a16="http://schemas.microsoft.com/office/drawing/2014/main" id="{A8BAFD1A-3C11-49E6-B76E-5166760AF118}"/>
              </a:ext>
            </a:extLst>
          </p:cNvPr>
          <p:cNvSpPr>
            <a:spLocks noGrp="1"/>
          </p:cNvSpPr>
          <p:nvPr>
            <p:ph type="body" sz="quarter" idx="17" hasCustomPrompt="1"/>
            <p:custDataLst>
              <p:tags r:id="rId6"/>
            </p:custDataLst>
          </p:nvPr>
        </p:nvSpPr>
        <p:spPr>
          <a:xfrm>
            <a:off x="7133649" y="39307"/>
            <a:ext cx="4464225" cy="202748"/>
          </a:xfrm>
        </p:spPr>
        <p:txBody>
          <a:bodyPr wrap="square" anchor="ctr" anchorCtr="0">
            <a:spAutoFit/>
          </a:bodyPr>
          <a:lstStyle>
            <a:lvl1pPr algn="r">
              <a:defRPr sz="797">
                <a:latin typeface="+mn-lt"/>
              </a:defRPr>
            </a:lvl1pPr>
          </a:lstStyle>
          <a:p>
            <a:pPr lvl="0"/>
            <a:r>
              <a:rPr lang="en-US"/>
              <a:t>Chapter › Topic</a:t>
            </a:r>
          </a:p>
        </p:txBody>
      </p:sp>
      <p:sp>
        <p:nvSpPr>
          <p:cNvPr id="12" name="3. Subtitle">
            <a:extLst>
              <a:ext uri="{FF2B5EF4-FFF2-40B4-BE49-F238E27FC236}">
                <a16:creationId xmlns:a16="http://schemas.microsoft.com/office/drawing/2014/main" id="{1EE9FF4B-7331-4DE1-A594-C0C335ED5BE5}"/>
              </a:ext>
            </a:extLst>
          </p:cNvPr>
          <p:cNvSpPr>
            <a:spLocks noGrp="1"/>
          </p:cNvSpPr>
          <p:nvPr>
            <p:ph type="subTitle" idx="1"/>
            <p:custDataLst>
              <p:tags r:id="rId7"/>
            </p:custDataLst>
          </p:nvPr>
        </p:nvSpPr>
        <p:spPr>
          <a:xfrm>
            <a:off x="552714" y="906163"/>
            <a:ext cx="11042123" cy="277704"/>
          </a:xfrm>
        </p:spPr>
        <p:txBody>
          <a:bodyPr anchor="ctr" anchorCtr="0"/>
          <a:lstStyle/>
          <a:p>
            <a:r>
              <a:rPr lang="en-US" sz="1594"/>
              <a:t>Click to edit Master subtitle style</a:t>
            </a:r>
          </a:p>
        </p:txBody>
      </p:sp>
    </p:spTree>
    <p:extLst>
      <p:ext uri="{BB962C8B-B14F-4D97-AF65-F5344CB8AC3E}">
        <p14:creationId xmlns:p14="http://schemas.microsoft.com/office/powerpoint/2010/main" val="380162931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1_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1091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oleObject" Target="../embeddings/oleObject1.bin"/><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ags" Target="../tags/tag3.xml"/><Relationship Id="rId25" Type="http://schemas.openxmlformats.org/officeDocument/2006/relationships/image" Target="../media/image6.png"/><Relationship Id="rId2" Type="http://schemas.openxmlformats.org/officeDocument/2006/relationships/slideLayout" Target="../slideLayouts/slideLayout2.xml"/><Relationship Id="rId16" Type="http://schemas.openxmlformats.org/officeDocument/2006/relationships/tags" Target="../tags/tag2.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5.png"/><Relationship Id="rId5" Type="http://schemas.openxmlformats.org/officeDocument/2006/relationships/slideLayout" Target="../slideLayouts/slideLayout5.xml"/><Relationship Id="rId15" Type="http://schemas.openxmlformats.org/officeDocument/2006/relationships/theme" Target="../theme/theme1.xml"/><Relationship Id="rId23" Type="http://schemas.openxmlformats.org/officeDocument/2006/relationships/image" Target="../media/image4.emf"/><Relationship Id="rId10" Type="http://schemas.openxmlformats.org/officeDocument/2006/relationships/slideLayout" Target="../slideLayouts/slideLayout10.xml"/><Relationship Id="rId19"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18" Type="http://schemas.openxmlformats.org/officeDocument/2006/relationships/oleObject" Target="../embeddings/oleObject1.bin"/><Relationship Id="rId3" Type="http://schemas.openxmlformats.org/officeDocument/2006/relationships/slideLayout" Target="../slideLayouts/slideLayout17.xml"/><Relationship Id="rId21" Type="http://schemas.openxmlformats.org/officeDocument/2006/relationships/image" Target="../media/image3.png"/><Relationship Id="rId7" Type="http://schemas.openxmlformats.org/officeDocument/2006/relationships/slideLayout" Target="../slideLayouts/slideLayout21.xml"/><Relationship Id="rId12" Type="http://schemas.openxmlformats.org/officeDocument/2006/relationships/slideLayout" Target="../slideLayouts/slideLayout26.xml"/><Relationship Id="rId17" Type="http://schemas.openxmlformats.org/officeDocument/2006/relationships/tags" Target="../tags/tag17.xml"/><Relationship Id="rId2" Type="http://schemas.openxmlformats.org/officeDocument/2006/relationships/slideLayout" Target="../slideLayouts/slideLayout16.xml"/><Relationship Id="rId16" Type="http://schemas.openxmlformats.org/officeDocument/2006/relationships/theme" Target="../theme/theme2.xml"/><Relationship Id="rId20" Type="http://schemas.openxmlformats.org/officeDocument/2006/relationships/image" Target="../media/image2.png"/><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slideLayout" Target="../slideLayouts/slideLayout29.xml"/><Relationship Id="rId10" Type="http://schemas.openxmlformats.org/officeDocument/2006/relationships/slideLayout" Target="../slideLayouts/slideLayout24.xml"/><Relationship Id="rId19" Type="http://schemas.openxmlformats.org/officeDocument/2006/relationships/image" Target="../media/image1.emf"/><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oleObject" Target="../embeddings/oleObject1.bin"/><Relationship Id="rId3" Type="http://schemas.openxmlformats.org/officeDocument/2006/relationships/slideLayout" Target="../slideLayouts/slideLayout32.xml"/><Relationship Id="rId21" Type="http://schemas.openxmlformats.org/officeDocument/2006/relationships/image" Target="../media/image3.png"/><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tags" Target="../tags/tag47.xml"/><Relationship Id="rId25" Type="http://schemas.openxmlformats.org/officeDocument/2006/relationships/image" Target="../media/image6.png"/><Relationship Id="rId2" Type="http://schemas.openxmlformats.org/officeDocument/2006/relationships/slideLayout" Target="../slideLayouts/slideLayout31.xml"/><Relationship Id="rId16" Type="http://schemas.openxmlformats.org/officeDocument/2006/relationships/tags" Target="../tags/tag46.xml"/><Relationship Id="rId20" Type="http://schemas.openxmlformats.org/officeDocument/2006/relationships/image" Target="../media/image2.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24" Type="http://schemas.openxmlformats.org/officeDocument/2006/relationships/image" Target="../media/image5.png"/><Relationship Id="rId5" Type="http://schemas.openxmlformats.org/officeDocument/2006/relationships/slideLayout" Target="../slideLayouts/slideLayout34.xml"/><Relationship Id="rId15" Type="http://schemas.openxmlformats.org/officeDocument/2006/relationships/theme" Target="../theme/theme3.xml"/><Relationship Id="rId23" Type="http://schemas.openxmlformats.org/officeDocument/2006/relationships/image" Target="../media/image4.emf"/><Relationship Id="rId10" Type="http://schemas.openxmlformats.org/officeDocument/2006/relationships/slideLayout" Target="../slideLayouts/slideLayout39.xml"/><Relationship Id="rId19" Type="http://schemas.openxmlformats.org/officeDocument/2006/relationships/image" Target="../media/image1.emf"/><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 Id="rId22" Type="http://schemas.openxmlformats.org/officeDocument/2006/relationships/oleObject" Target="../embeddings/oleObject2.bin"/></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1.xml"/><Relationship Id="rId13" Type="http://schemas.openxmlformats.org/officeDocument/2006/relationships/slideLayout" Target="../slideLayouts/slideLayout56.xml"/><Relationship Id="rId18" Type="http://schemas.openxmlformats.org/officeDocument/2006/relationships/tags" Target="../tags/tag61.xml"/><Relationship Id="rId3" Type="http://schemas.openxmlformats.org/officeDocument/2006/relationships/slideLayout" Target="../slideLayouts/slideLayout46.xml"/><Relationship Id="rId21" Type="http://schemas.openxmlformats.org/officeDocument/2006/relationships/image" Target="../media/image2.png"/><Relationship Id="rId7" Type="http://schemas.openxmlformats.org/officeDocument/2006/relationships/slideLayout" Target="../slideLayouts/slideLayout50.xml"/><Relationship Id="rId12" Type="http://schemas.openxmlformats.org/officeDocument/2006/relationships/slideLayout" Target="../slideLayouts/slideLayout55.xml"/><Relationship Id="rId17" Type="http://schemas.openxmlformats.org/officeDocument/2006/relationships/theme" Target="../theme/theme4.xml"/><Relationship Id="rId2" Type="http://schemas.openxmlformats.org/officeDocument/2006/relationships/slideLayout" Target="../slideLayouts/slideLayout45.xml"/><Relationship Id="rId16" Type="http://schemas.openxmlformats.org/officeDocument/2006/relationships/slideLayout" Target="../slideLayouts/slideLayout59.xml"/><Relationship Id="rId20" Type="http://schemas.openxmlformats.org/officeDocument/2006/relationships/image" Target="../media/image1.emf"/><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5" Type="http://schemas.openxmlformats.org/officeDocument/2006/relationships/slideLayout" Target="../slideLayouts/slideLayout48.xml"/><Relationship Id="rId15" Type="http://schemas.openxmlformats.org/officeDocument/2006/relationships/slideLayout" Target="../slideLayouts/slideLayout58.xml"/><Relationship Id="rId10" Type="http://schemas.openxmlformats.org/officeDocument/2006/relationships/slideLayout" Target="../slideLayouts/slideLayout53.xml"/><Relationship Id="rId19" Type="http://schemas.openxmlformats.org/officeDocument/2006/relationships/oleObject" Target="../embeddings/oleObject1.bin"/><Relationship Id="rId4" Type="http://schemas.openxmlformats.org/officeDocument/2006/relationships/slideLayout" Target="../slideLayouts/slideLayout47.xml"/><Relationship Id="rId9" Type="http://schemas.openxmlformats.org/officeDocument/2006/relationships/slideLayout" Target="../slideLayouts/slideLayout52.xml"/><Relationship Id="rId14" Type="http://schemas.openxmlformats.org/officeDocument/2006/relationships/slideLayout" Target="../slideLayouts/slideLayout57.xml"/><Relationship Id="rId22"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9" name="Objeto 8" hidden="1">
            <a:extLst>
              <a:ext uri="{FF2B5EF4-FFF2-40B4-BE49-F238E27FC236}">
                <a16:creationId xmlns:a16="http://schemas.microsoft.com/office/drawing/2014/main" id="{B1EE4FA1-AA98-4139-AC14-6B5C620C1D50}"/>
              </a:ext>
            </a:extLst>
          </p:cNvPr>
          <p:cNvGraphicFramePr>
            <a:graphicFrameLocks noChangeAspect="1"/>
          </p:cNvGraphicFramePr>
          <p:nvPr>
            <p:custDataLst>
              <p:tags r:id="rId16"/>
            </p:custDataLst>
            <p:extLst>
              <p:ext uri="{D42A27DB-BD31-4B8C-83A1-F6EECF244321}">
                <p14:modId xmlns:p14="http://schemas.microsoft.com/office/powerpoint/2010/main" val="174998968"/>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18" imgW="290" imgH="290" progId="TCLayout.ActiveDocument.1">
                  <p:embed/>
                </p:oleObj>
              </mc:Choice>
              <mc:Fallback>
                <p:oleObj name="Diapositiva de think-cell" r:id="rId18" imgW="290" imgH="290" progId="TCLayout.ActiveDocument.1">
                  <p:embed/>
                  <p:pic>
                    <p:nvPicPr>
                      <p:cNvPr id="9" name="Objeto 8" hidden="1">
                        <a:extLst>
                          <a:ext uri="{FF2B5EF4-FFF2-40B4-BE49-F238E27FC236}">
                            <a16:creationId xmlns:a16="http://schemas.microsoft.com/office/drawing/2014/main" id="{B1EE4FA1-AA98-4139-AC14-6B5C620C1D50}"/>
                          </a:ext>
                        </a:extLst>
                      </p:cNvPr>
                      <p:cNvPicPr/>
                      <p:nvPr/>
                    </p:nvPicPr>
                    <p:blipFill>
                      <a:blip r:embed="rId19"/>
                      <a:stretch>
                        <a:fillRect/>
                      </a:stretch>
                    </p:blipFill>
                    <p:spPr>
                      <a:xfrm>
                        <a:off x="1583" y="1592"/>
                        <a:ext cx="1582" cy="1592"/>
                      </a:xfrm>
                      <a:prstGeom prst="rect">
                        <a:avLst/>
                      </a:prstGeom>
                    </p:spPr>
                  </p:pic>
                </p:oleObj>
              </mc:Fallback>
            </mc:AlternateContent>
          </a:graphicData>
        </a:graphic>
      </p:graphicFrame>
      <p:pic>
        <p:nvPicPr>
          <p:cNvPr id="22" name="Picture 2">
            <a:extLst>
              <a:ext uri="{FF2B5EF4-FFF2-40B4-BE49-F238E27FC236}">
                <a16:creationId xmlns:a16="http://schemas.microsoft.com/office/drawing/2014/main" id="{B1EB5E4D-981C-4A66-96E2-C07DFFFEE206}"/>
              </a:ext>
            </a:extLst>
          </p:cNvPr>
          <p:cNvPicPr>
            <a:picLocks noChangeAspect="1"/>
          </p:cNvPicPr>
          <p:nvPr/>
        </p:nvPicPr>
        <p:blipFill rotWithShape="1">
          <a:blip r:embed="rId20">
            <a:alphaModFix amt="40000"/>
          </a:blip>
          <a:srcRect r="11707"/>
          <a:stretch/>
        </p:blipFill>
        <p:spPr>
          <a:xfrm flipH="1">
            <a:off x="-2" y="5930171"/>
            <a:ext cx="5314555" cy="961155"/>
          </a:xfrm>
          <a:prstGeom prst="rect">
            <a:avLst/>
          </a:prstGeom>
        </p:spPr>
      </p:pic>
      <p:sp>
        <p:nvSpPr>
          <p:cNvPr id="2" name="Marcador de título 1">
            <a:extLst>
              <a:ext uri="{FF2B5EF4-FFF2-40B4-BE49-F238E27FC236}">
                <a16:creationId xmlns:a16="http://schemas.microsoft.com/office/drawing/2014/main" id="{4D91D6A7-9A77-457F-90C8-E79A97CF4377}"/>
              </a:ext>
            </a:extLst>
          </p:cNvPr>
          <p:cNvSpPr>
            <a:spLocks noGrp="1"/>
          </p:cNvSpPr>
          <p:nvPr>
            <p:ph type="title"/>
          </p:nvPr>
        </p:nvSpPr>
        <p:spPr>
          <a:xfrm>
            <a:off x="289939" y="249671"/>
            <a:ext cx="11567672" cy="433100"/>
          </a:xfrm>
          <a:prstGeom prst="rect">
            <a:avLst/>
          </a:prstGeom>
        </p:spPr>
        <p:txBody>
          <a:bodyPr vert="horz" lIns="91440" tIns="45720" rIns="91440" bIns="45720" rtlCol="0" anchor="t">
            <a:noAutofit/>
          </a:bodyPr>
          <a:lstStyle/>
          <a:p>
            <a:r>
              <a:rPr lang="es-ES"/>
              <a:t>Haga clic para modificar el estilo de título de la diapositiva</a:t>
            </a:r>
            <a:endParaRPr lang="en-US"/>
          </a:p>
        </p:txBody>
      </p:sp>
      <p:sp>
        <p:nvSpPr>
          <p:cNvPr id="3" name="Marcador de texto 2">
            <a:extLst>
              <a:ext uri="{FF2B5EF4-FFF2-40B4-BE49-F238E27FC236}">
                <a16:creationId xmlns:a16="http://schemas.microsoft.com/office/drawing/2014/main" id="{EF810983-082D-445F-9F22-687B867D27F8}"/>
              </a:ext>
            </a:extLst>
          </p:cNvPr>
          <p:cNvSpPr>
            <a:spLocks noGrp="1"/>
          </p:cNvSpPr>
          <p:nvPr>
            <p:ph type="body" idx="1"/>
          </p:nvPr>
        </p:nvSpPr>
        <p:spPr>
          <a:xfrm>
            <a:off x="289939" y="1129921"/>
            <a:ext cx="11567671" cy="5062771"/>
          </a:xfrm>
          <a:prstGeom prst="rect">
            <a:avLst/>
          </a:prstGeom>
        </p:spPr>
        <p:txBody>
          <a:bodyPr vert="horz" lIns="91440" tIns="45720" rIns="91440" bIns="45720" rtlCol="0">
            <a:normAutofit/>
          </a:bodyPr>
          <a:lstStyle/>
          <a:p>
            <a:pPr lvl="0"/>
            <a:r>
              <a:rPr lang="es-ES"/>
              <a:t>Haga clic para modificar los estilos de texto</a:t>
            </a:r>
          </a:p>
          <a:p>
            <a:pPr lvl="1"/>
            <a:r>
              <a:rPr lang="es-ES"/>
              <a:t>Segundo nivel</a:t>
            </a:r>
          </a:p>
          <a:p>
            <a:pPr lvl="2"/>
            <a:r>
              <a:rPr lang="es-ES"/>
              <a:t>Tercer nivel</a:t>
            </a:r>
          </a:p>
        </p:txBody>
      </p:sp>
      <p:sp>
        <p:nvSpPr>
          <p:cNvPr id="6" name="Marcador de número de diapositiva 5">
            <a:extLst>
              <a:ext uri="{FF2B5EF4-FFF2-40B4-BE49-F238E27FC236}">
                <a16:creationId xmlns:a16="http://schemas.microsoft.com/office/drawing/2014/main" id="{FCF4B856-22A4-48D9-9488-A60336919CEA}"/>
              </a:ext>
            </a:extLst>
          </p:cNvPr>
          <p:cNvSpPr>
            <a:spLocks noGrp="1"/>
          </p:cNvSpPr>
          <p:nvPr>
            <p:ph type="sldNum" sz="quarter" idx="4"/>
          </p:nvPr>
        </p:nvSpPr>
        <p:spPr>
          <a:xfrm>
            <a:off x="11497803" y="6457521"/>
            <a:ext cx="488725" cy="366055"/>
          </a:xfrm>
          <a:prstGeom prst="rect">
            <a:avLst/>
          </a:prstGeom>
        </p:spPr>
        <p:txBody>
          <a:bodyPr vert="horz" lIns="0" tIns="0" rIns="0" bIns="0" rtlCol="0" anchor="ctr"/>
          <a:lstStyle>
            <a:lvl1pPr algn="ctr">
              <a:defRPr sz="1195" b="0">
                <a:solidFill>
                  <a:schemeClr val="tx1">
                    <a:lumMod val="75000"/>
                    <a:lumOff val="25000"/>
                  </a:schemeClr>
                </a:solidFill>
              </a:defRPr>
            </a:lvl1pPr>
          </a:lstStyle>
          <a:p>
            <a:fld id="{36ADD001-8635-4A12-8F2A-D42FB2234612}" type="slidenum">
              <a:rPr lang="en-US" smtClean="0"/>
              <a:pPr/>
              <a:t>‹Nº›</a:t>
            </a:fld>
            <a:endParaRPr lang="en-US"/>
          </a:p>
        </p:txBody>
      </p:sp>
      <p:graphicFrame>
        <p:nvGraphicFramePr>
          <p:cNvPr id="58" name="Tabla 58">
            <a:extLst>
              <a:ext uri="{FF2B5EF4-FFF2-40B4-BE49-F238E27FC236}">
                <a16:creationId xmlns:a16="http://schemas.microsoft.com/office/drawing/2014/main" id="{60BB0685-30D1-49A1-B820-06C8ADF8D364}"/>
              </a:ext>
            </a:extLst>
          </p:cNvPr>
          <p:cNvGraphicFramePr>
            <a:graphicFrameLocks noGrp="1"/>
          </p:cNvGraphicFramePr>
          <p:nvPr>
            <p:extLst>
              <p:ext uri="{D42A27DB-BD31-4B8C-83A1-F6EECF244321}">
                <p14:modId xmlns:p14="http://schemas.microsoft.com/office/powerpoint/2010/main" val="506709522"/>
              </p:ext>
            </p:extLst>
          </p:nvPr>
        </p:nvGraphicFramePr>
        <p:xfrm>
          <a:off x="-644621" y="0"/>
          <a:ext cx="609769" cy="1588036"/>
        </p:xfrm>
        <a:graphic>
          <a:graphicData uri="http://schemas.openxmlformats.org/drawingml/2006/table">
            <a:tbl>
              <a:tblPr firstRow="1" bandRow="1">
                <a:tableStyleId>{5C22544A-7EE6-4342-B048-85BDC9FD1C3A}</a:tableStyleId>
              </a:tblPr>
              <a:tblGrid>
                <a:gridCol w="143475">
                  <a:extLst>
                    <a:ext uri="{9D8B030D-6E8A-4147-A177-3AD203B41FA5}">
                      <a16:colId xmlns:a16="http://schemas.microsoft.com/office/drawing/2014/main" val="196106640"/>
                    </a:ext>
                  </a:extLst>
                </a:gridCol>
                <a:gridCol w="35869">
                  <a:extLst>
                    <a:ext uri="{9D8B030D-6E8A-4147-A177-3AD203B41FA5}">
                      <a16:colId xmlns:a16="http://schemas.microsoft.com/office/drawing/2014/main" val="2734952404"/>
                    </a:ext>
                  </a:extLst>
                </a:gridCol>
                <a:gridCol w="143475">
                  <a:extLst>
                    <a:ext uri="{9D8B030D-6E8A-4147-A177-3AD203B41FA5}">
                      <a16:colId xmlns:a16="http://schemas.microsoft.com/office/drawing/2014/main" val="1186814675"/>
                    </a:ext>
                  </a:extLst>
                </a:gridCol>
                <a:gridCol w="143475">
                  <a:extLst>
                    <a:ext uri="{9D8B030D-6E8A-4147-A177-3AD203B41FA5}">
                      <a16:colId xmlns:a16="http://schemas.microsoft.com/office/drawing/2014/main" val="4037667467"/>
                    </a:ext>
                  </a:extLst>
                </a:gridCol>
                <a:gridCol w="143475">
                  <a:extLst>
                    <a:ext uri="{9D8B030D-6E8A-4147-A177-3AD203B41FA5}">
                      <a16:colId xmlns:a16="http://schemas.microsoft.com/office/drawing/2014/main" val="2412638856"/>
                    </a:ext>
                  </a:extLst>
                </a:gridCol>
              </a:tblGrid>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474933496"/>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732805723"/>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97959807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78110513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905409309"/>
                  </a:ext>
                </a:extLst>
              </a:tr>
              <a:tr h="72183">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635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635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4525149"/>
                  </a:ext>
                </a:extLst>
              </a:tr>
              <a:tr h="72183">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635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635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133201"/>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3CAC"/>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51687"/>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89CD"/>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AD8EE"/>
                    </a:solidFill>
                  </a:tcPr>
                </a:tc>
                <a:extLst>
                  <a:ext uri="{0D108BD9-81ED-4DB2-BD59-A6C34878D82A}">
                    <a16:rowId xmlns:a16="http://schemas.microsoft.com/office/drawing/2014/main" val="2033584857"/>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AD2C9"/>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F9D96"/>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7EE5DF"/>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F9F6"/>
                    </a:solidFill>
                  </a:tcPr>
                </a:tc>
                <a:extLst>
                  <a:ext uri="{0D108BD9-81ED-4DB2-BD59-A6C34878D82A}">
                    <a16:rowId xmlns:a16="http://schemas.microsoft.com/office/drawing/2014/main" val="3135226807"/>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6D07C"/>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777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79E6B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2F6E4"/>
                    </a:solidFill>
                  </a:tcPr>
                </a:tc>
                <a:extLst>
                  <a:ext uri="{0D108BD9-81ED-4DB2-BD59-A6C34878D82A}">
                    <a16:rowId xmlns:a16="http://schemas.microsoft.com/office/drawing/2014/main" val="279346419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DB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EA4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E965"/>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7CB"/>
                    </a:solidFill>
                  </a:tcPr>
                </a:tc>
                <a:extLst>
                  <a:ext uri="{0D108BD9-81ED-4DB2-BD59-A6C34878D82A}">
                    <a16:rowId xmlns:a16="http://schemas.microsoft.com/office/drawing/2014/main" val="2279847063"/>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50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E3C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9565"/>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DBCB"/>
                    </a:solidFill>
                  </a:tcPr>
                </a:tc>
                <a:extLst>
                  <a:ext uri="{0D108BD9-81ED-4DB2-BD59-A6C34878D82A}">
                    <a16:rowId xmlns:a16="http://schemas.microsoft.com/office/drawing/2014/main" val="1682237883"/>
                  </a:ext>
                </a:extLst>
              </a:tr>
            </a:tbl>
          </a:graphicData>
        </a:graphic>
      </p:graphicFrame>
      <p:cxnSp>
        <p:nvCxnSpPr>
          <p:cNvPr id="17" name="Separador numeración">
            <a:extLst>
              <a:ext uri="{FF2B5EF4-FFF2-40B4-BE49-F238E27FC236}">
                <a16:creationId xmlns:a16="http://schemas.microsoft.com/office/drawing/2014/main" id="{56965255-92E8-488C-87D2-6344BDD57A9C}"/>
              </a:ext>
            </a:extLst>
          </p:cNvPr>
          <p:cNvCxnSpPr>
            <a:cxnSpLocks/>
          </p:cNvCxnSpPr>
          <p:nvPr/>
        </p:nvCxnSpPr>
        <p:spPr>
          <a:xfrm>
            <a:off x="11497802" y="6523249"/>
            <a:ext cx="0" cy="234596"/>
          </a:xfrm>
          <a:prstGeom prst="line">
            <a:avLst/>
          </a:prstGeom>
          <a:ln w="63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8" name="Imagen 17" descr="Imagen que contiene Logotipo&#10;&#10;Descripción generada automáticamente">
            <a:extLst>
              <a:ext uri="{FF2B5EF4-FFF2-40B4-BE49-F238E27FC236}">
                <a16:creationId xmlns:a16="http://schemas.microsoft.com/office/drawing/2014/main" id="{D40ADFF4-56A4-462A-B3E0-B250C0E4E845}"/>
              </a:ext>
            </a:extLst>
          </p:cNvPr>
          <p:cNvPicPr>
            <a:picLocks noChangeAspect="1"/>
          </p:cNvPicPr>
          <p:nvPr/>
        </p:nvPicPr>
        <p:blipFill rotWithShape="1">
          <a:blip r:embed="rId21"/>
          <a:srcRect t="39632" b="40075"/>
          <a:stretch/>
        </p:blipFill>
        <p:spPr>
          <a:xfrm>
            <a:off x="9989990" y="6562988"/>
            <a:ext cx="1434750" cy="164783"/>
          </a:xfrm>
          <a:prstGeom prst="rect">
            <a:avLst/>
          </a:prstGeom>
        </p:spPr>
      </p:pic>
      <p:graphicFrame>
        <p:nvGraphicFramePr>
          <p:cNvPr id="10" name="Tabla 21">
            <a:extLst>
              <a:ext uri="{FF2B5EF4-FFF2-40B4-BE49-F238E27FC236}">
                <a16:creationId xmlns:a16="http://schemas.microsoft.com/office/drawing/2014/main" id="{7C37C578-8779-4DB5-A6D6-C9CF185196A1}"/>
              </a:ext>
            </a:extLst>
          </p:cNvPr>
          <p:cNvGraphicFramePr>
            <a:graphicFrameLocks noGrp="1"/>
          </p:cNvGraphicFramePr>
          <p:nvPr>
            <p:extLst>
              <p:ext uri="{D42A27DB-BD31-4B8C-83A1-F6EECF244321}">
                <p14:modId xmlns:p14="http://schemas.microsoft.com/office/powerpoint/2010/main" val="3680251591"/>
              </p:ext>
            </p:extLst>
          </p:nvPr>
        </p:nvGraphicFramePr>
        <p:xfrm>
          <a:off x="-178328" y="6442363"/>
          <a:ext cx="143475" cy="433101"/>
        </p:xfrm>
        <a:graphic>
          <a:graphicData uri="http://schemas.openxmlformats.org/drawingml/2006/table">
            <a:tbl>
              <a:tblPr firstRow="1" bandRow="1">
                <a:tableStyleId>{5C22544A-7EE6-4342-B048-85BDC9FD1C3A}</a:tableStyleId>
              </a:tblPr>
              <a:tblGrid>
                <a:gridCol w="143475">
                  <a:extLst>
                    <a:ext uri="{9D8B030D-6E8A-4147-A177-3AD203B41FA5}">
                      <a16:colId xmlns:a16="http://schemas.microsoft.com/office/drawing/2014/main" val="3819462841"/>
                    </a:ext>
                  </a:extLst>
                </a:gridCol>
              </a:tblGrid>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563C1"/>
                    </a:solidFill>
                  </a:tcPr>
                </a:tc>
                <a:extLst>
                  <a:ext uri="{0D108BD9-81ED-4DB2-BD59-A6C34878D82A}">
                    <a16:rowId xmlns:a16="http://schemas.microsoft.com/office/drawing/2014/main" val="1612473849"/>
                  </a:ext>
                </a:extLst>
              </a:tr>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07770"/>
                    </a:solidFill>
                  </a:tcPr>
                </a:tc>
                <a:extLst>
                  <a:ext uri="{0D108BD9-81ED-4DB2-BD59-A6C34878D82A}">
                    <a16:rowId xmlns:a16="http://schemas.microsoft.com/office/drawing/2014/main" val="3371440308"/>
                  </a:ext>
                </a:extLst>
              </a:tr>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30C3E"/>
                    </a:solidFill>
                  </a:tcPr>
                </a:tc>
                <a:extLst>
                  <a:ext uri="{0D108BD9-81ED-4DB2-BD59-A6C34878D82A}">
                    <a16:rowId xmlns:a16="http://schemas.microsoft.com/office/drawing/2014/main" val="2689202745"/>
                  </a:ext>
                </a:extLst>
              </a:tr>
            </a:tbl>
          </a:graphicData>
        </a:graphic>
      </p:graphicFrame>
      <p:sp>
        <p:nvSpPr>
          <p:cNvPr id="5" name="CuadroTexto 4">
            <a:extLst>
              <a:ext uri="{FF2B5EF4-FFF2-40B4-BE49-F238E27FC236}">
                <a16:creationId xmlns:a16="http://schemas.microsoft.com/office/drawing/2014/main" id="{717874D3-35ED-0072-B6BB-5368A5A62DBB}"/>
              </a:ext>
            </a:extLst>
          </p:cNvPr>
          <p:cNvSpPr txBox="1"/>
          <p:nvPr>
            <p:extLst>
              <p:ext uri="{1162E1C5-73C7-4A58-AE30-91384D911F3F}">
                <p184:classification xmlns:p184="http://schemas.microsoft.com/office/powerpoint/2018/4/main" val="ftr"/>
              </p:ext>
            </p:extLst>
          </p:nvPr>
        </p:nvSpPr>
        <p:spPr>
          <a:xfrm>
            <a:off x="5186435" y="6689571"/>
            <a:ext cx="1796825" cy="122662"/>
          </a:xfrm>
          <a:prstGeom prst="rect">
            <a:avLst/>
          </a:prstGeom>
        </p:spPr>
        <p:txBody>
          <a:bodyPr horzOverflow="overflow" lIns="0" tIns="0" rIns="0" bIns="0">
            <a:spAutoFit/>
          </a:bodyPr>
          <a:lstStyle/>
          <a:p>
            <a:pPr algn="l"/>
            <a:r>
              <a:rPr lang="es-PE" sz="797">
                <a:solidFill>
                  <a:srgbClr val="0000FF"/>
                </a:solidFill>
                <a:latin typeface="Calibri" panose="020F0502020204030204" pitchFamily="34" charset="0"/>
                <a:ea typeface="Calibri" panose="020F0502020204030204" pitchFamily="34" charset="0"/>
                <a:cs typeface="Calibri" panose="020F0502020204030204" pitchFamily="34" charset="0"/>
              </a:rPr>
              <a:t>Datos elaborados por BCP para uso Interno</a:t>
            </a:r>
          </a:p>
        </p:txBody>
      </p:sp>
      <p:graphicFrame>
        <p:nvGraphicFramePr>
          <p:cNvPr id="4" name="Objeto 3" hidden="1">
            <a:extLst>
              <a:ext uri="{FF2B5EF4-FFF2-40B4-BE49-F238E27FC236}">
                <a16:creationId xmlns:a16="http://schemas.microsoft.com/office/drawing/2014/main" id="{57038248-6A4B-2AD5-1247-23FECD910FF2}"/>
              </a:ext>
            </a:extLst>
          </p:cNvPr>
          <p:cNvGraphicFramePr>
            <a:graphicFrameLocks noChangeAspect="1"/>
          </p:cNvGraphicFramePr>
          <p:nvPr userDrawn="1">
            <p:custDataLst>
              <p:tags r:id="rId17"/>
            </p:custDataLst>
            <p:extLst>
              <p:ext uri="{D42A27DB-BD31-4B8C-83A1-F6EECF244321}">
                <p14:modId xmlns:p14="http://schemas.microsoft.com/office/powerpoint/2010/main" val="1359837402"/>
              </p:ext>
            </p:extLst>
          </p:nvPr>
        </p:nvGraphicFramePr>
        <p:xfrm>
          <a:off x="791" y="796"/>
          <a:ext cx="791" cy="796"/>
        </p:xfrm>
        <a:graphic>
          <a:graphicData uri="http://schemas.openxmlformats.org/presentationml/2006/ole">
            <mc:AlternateContent xmlns:mc="http://schemas.openxmlformats.org/markup-compatibility/2006">
              <mc:Choice xmlns:v="urn:schemas-microsoft-com:vml" Requires="v">
                <p:oleObj name="Diapositiva de think-cell" r:id="rId22" imgW="216" imgH="216" progId="TCLayout.ActiveDocument.1">
                  <p:embed/>
                </p:oleObj>
              </mc:Choice>
              <mc:Fallback>
                <p:oleObj name="Diapositiva de think-cell" r:id="rId22" imgW="216" imgH="216" progId="TCLayout.ActiveDocument.1">
                  <p:embed/>
                  <p:pic>
                    <p:nvPicPr>
                      <p:cNvPr id="4" name="Objeto 3" hidden="1">
                        <a:extLst>
                          <a:ext uri="{FF2B5EF4-FFF2-40B4-BE49-F238E27FC236}">
                            <a16:creationId xmlns:a16="http://schemas.microsoft.com/office/drawing/2014/main" id="{57038248-6A4B-2AD5-1247-23FECD910FF2}"/>
                          </a:ext>
                        </a:extLst>
                      </p:cNvPr>
                      <p:cNvPicPr/>
                      <p:nvPr/>
                    </p:nvPicPr>
                    <p:blipFill>
                      <a:blip r:embed="rId23"/>
                      <a:stretch>
                        <a:fillRect/>
                      </a:stretch>
                    </p:blipFill>
                    <p:spPr>
                      <a:xfrm>
                        <a:off x="791" y="796"/>
                        <a:ext cx="791" cy="796"/>
                      </a:xfrm>
                      <a:prstGeom prst="rect">
                        <a:avLst/>
                      </a:prstGeom>
                    </p:spPr>
                  </p:pic>
                </p:oleObj>
              </mc:Fallback>
            </mc:AlternateContent>
          </a:graphicData>
        </a:graphic>
      </p:graphicFrame>
      <p:sp>
        <p:nvSpPr>
          <p:cNvPr id="7" name="CuadroTexto 6">
            <a:extLst>
              <a:ext uri="{FF2B5EF4-FFF2-40B4-BE49-F238E27FC236}">
                <a16:creationId xmlns:a16="http://schemas.microsoft.com/office/drawing/2014/main" id="{8F20EC23-EA72-D1E5-4140-65925C7CBD1A}"/>
              </a:ext>
            </a:extLst>
          </p:cNvPr>
          <p:cNvSpPr txBox="1"/>
          <p:nvPr userDrawn="1"/>
        </p:nvSpPr>
        <p:spPr>
          <a:xfrm>
            <a:off x="5850308" y="2200148"/>
            <a:ext cx="6032498" cy="858825"/>
          </a:xfrm>
          <a:prstGeom prst="rect">
            <a:avLst/>
          </a:prstGeom>
          <a:noFill/>
        </p:spPr>
        <p:txBody>
          <a:bodyPr wrap="square" rtlCol="0">
            <a:spAutoFit/>
          </a:bodyPr>
          <a:lstStyle/>
          <a:p>
            <a:r>
              <a:rPr lang="es-CL" sz="4981" baseline="0">
                <a:solidFill>
                  <a:schemeClr val="bg1"/>
                </a:solidFill>
                <a:latin typeface="Calibri" panose="020F0502020204030204" pitchFamily="34" charset="0"/>
              </a:rPr>
              <a:t>Título de presentación</a:t>
            </a:r>
          </a:p>
        </p:txBody>
      </p:sp>
      <p:sp>
        <p:nvSpPr>
          <p:cNvPr id="8" name="CuadroTexto 7">
            <a:extLst>
              <a:ext uri="{FF2B5EF4-FFF2-40B4-BE49-F238E27FC236}">
                <a16:creationId xmlns:a16="http://schemas.microsoft.com/office/drawing/2014/main" id="{A84767FA-6E8E-5B7E-2DD3-391194FF1AA1}"/>
              </a:ext>
            </a:extLst>
          </p:cNvPr>
          <p:cNvSpPr txBox="1"/>
          <p:nvPr userDrawn="1"/>
        </p:nvSpPr>
        <p:spPr>
          <a:xfrm>
            <a:off x="5941403" y="3017833"/>
            <a:ext cx="5455564" cy="256865"/>
          </a:xfrm>
          <a:prstGeom prst="rect">
            <a:avLst/>
          </a:prstGeom>
          <a:noFill/>
        </p:spPr>
        <p:txBody>
          <a:bodyPr wrap="square" rtlCol="0">
            <a:spAutoFit/>
          </a:bodyPr>
          <a:lstStyle/>
          <a:p>
            <a:r>
              <a:rPr lang="es-CL" sz="1069" baseline="0">
                <a:solidFill>
                  <a:schemeClr val="bg1"/>
                </a:solidFill>
                <a:latin typeface="Calibri" panose="020F0502020204030204" pitchFamily="34" charset="0"/>
              </a:rPr>
              <a:t>Bajada presentación</a:t>
            </a:r>
          </a:p>
        </p:txBody>
      </p:sp>
      <p:pic>
        <p:nvPicPr>
          <p:cNvPr id="11" name="Imagen 10">
            <a:extLst>
              <a:ext uri="{FF2B5EF4-FFF2-40B4-BE49-F238E27FC236}">
                <a16:creationId xmlns:a16="http://schemas.microsoft.com/office/drawing/2014/main" id="{A32675CA-6D65-0AFA-92B7-3C4981C34A49}"/>
              </a:ext>
            </a:extLst>
          </p:cNvPr>
          <p:cNvPicPr>
            <a:picLocks noChangeAspect="1"/>
          </p:cNvPicPr>
          <p:nvPr userDrawn="1"/>
        </p:nvPicPr>
        <p:blipFill>
          <a:blip r:embed="rId24"/>
          <a:stretch>
            <a:fillRect/>
          </a:stretch>
        </p:blipFill>
        <p:spPr>
          <a:xfrm>
            <a:off x="1971" y="827602"/>
            <a:ext cx="12143608" cy="6047861"/>
          </a:xfrm>
          <a:prstGeom prst="rect">
            <a:avLst/>
          </a:prstGeom>
        </p:spPr>
      </p:pic>
      <p:pic>
        <p:nvPicPr>
          <p:cNvPr id="12" name="Imagen 11">
            <a:extLst>
              <a:ext uri="{FF2B5EF4-FFF2-40B4-BE49-F238E27FC236}">
                <a16:creationId xmlns:a16="http://schemas.microsoft.com/office/drawing/2014/main" id="{04A1C32B-FF3F-138A-09E2-E58512E4FFBC}"/>
              </a:ext>
            </a:extLst>
          </p:cNvPr>
          <p:cNvPicPr>
            <a:picLocks noChangeAspect="1"/>
          </p:cNvPicPr>
          <p:nvPr userDrawn="1"/>
        </p:nvPicPr>
        <p:blipFill>
          <a:blip r:embed="rId25"/>
          <a:stretch>
            <a:fillRect/>
          </a:stretch>
        </p:blipFill>
        <p:spPr>
          <a:xfrm>
            <a:off x="153979" y="-223430"/>
            <a:ext cx="3251577" cy="1747341"/>
          </a:xfrm>
          <a:prstGeom prst="rect">
            <a:avLst/>
          </a:prstGeom>
        </p:spPr>
      </p:pic>
    </p:spTree>
    <p:extLst>
      <p:ext uri="{BB962C8B-B14F-4D97-AF65-F5344CB8AC3E}">
        <p14:creationId xmlns:p14="http://schemas.microsoft.com/office/powerpoint/2010/main" val="3822276463"/>
      </p:ext>
    </p:extLst>
  </p:cSld>
  <p:clrMap bg1="lt1" tx1="dk1" bg2="lt2" tx2="dk2" accent1="accent1" accent2="accent2" accent3="accent3" accent4="accent4" accent5="accent5" accent6="accent6" hlink="hlink" folHlink="folHlink"/>
  <p:sldLayoutIdLst>
    <p:sldLayoutId id="2147483734" r:id="rId1"/>
    <p:sldLayoutId id="2147483735" r:id="rId2"/>
    <p:sldLayoutId id="2147483736" r:id="rId3"/>
    <p:sldLayoutId id="2147483737" r:id="rId4"/>
    <p:sldLayoutId id="2147483738" r:id="rId5"/>
    <p:sldLayoutId id="2147483739" r:id="rId6"/>
    <p:sldLayoutId id="2147483740" r:id="rId7"/>
    <p:sldLayoutId id="2147483741" r:id="rId8"/>
    <p:sldLayoutId id="2147483742" r:id="rId9"/>
    <p:sldLayoutId id="2147483743" r:id="rId10"/>
    <p:sldLayoutId id="2147483744" r:id="rId11"/>
    <p:sldLayoutId id="2147483745" r:id="rId12"/>
    <p:sldLayoutId id="2147483746" r:id="rId13"/>
    <p:sldLayoutId id="2147483747" r:id="rId14"/>
  </p:sldLayoutIdLst>
  <p:hf hdr="0" dt="0"/>
  <p:txStyles>
    <p:titleStyle>
      <a:lvl1pPr algn="l" defTabSz="910925" rtl="0" eaLnBrk="1" latinLnBrk="0" hangingPunct="1">
        <a:lnSpc>
          <a:spcPct val="90000"/>
        </a:lnSpc>
        <a:spcBef>
          <a:spcPct val="0"/>
        </a:spcBef>
        <a:buNone/>
        <a:defRPr sz="2391" b="1" kern="1200">
          <a:solidFill>
            <a:schemeClr val="tx1"/>
          </a:solidFill>
          <a:latin typeface="+mj-lt"/>
          <a:ea typeface="Source Sans Pro" panose="020B0503030403020204" pitchFamily="34" charset="0"/>
          <a:cs typeface="Calibri Light" panose="020F0302020204030204" pitchFamily="34" charset="0"/>
        </a:defRPr>
      </a:lvl1pPr>
    </p:titleStyle>
    <p:bodyStyle>
      <a:lvl1pPr marL="227731" indent="-227731" algn="l" defTabSz="910925" rtl="0" eaLnBrk="1" latinLnBrk="0" hangingPunct="1">
        <a:lnSpc>
          <a:spcPct val="90000"/>
        </a:lnSpc>
        <a:spcBef>
          <a:spcPts val="996"/>
        </a:spcBef>
        <a:buFont typeface="Arial" panose="020B0604020202020204" pitchFamily="34" charset="0"/>
        <a:buChar char="•"/>
        <a:defRPr sz="1992" kern="1200">
          <a:solidFill>
            <a:schemeClr val="tx1">
              <a:lumMod val="85000"/>
              <a:lumOff val="15000"/>
            </a:schemeClr>
          </a:solidFill>
          <a:latin typeface="+mn-lt"/>
          <a:ea typeface="+mn-ea"/>
          <a:cs typeface="+mn-cs"/>
        </a:defRPr>
      </a:lvl1pPr>
      <a:lvl2pPr marL="683194" indent="-227731" algn="l" defTabSz="910925" rtl="0" eaLnBrk="1" latinLnBrk="0" hangingPunct="1">
        <a:lnSpc>
          <a:spcPct val="90000"/>
        </a:lnSpc>
        <a:spcBef>
          <a:spcPts val="498"/>
        </a:spcBef>
        <a:buFont typeface="Calibri" panose="020F0502020204030204" pitchFamily="34" charset="0"/>
        <a:buChar char="‒"/>
        <a:defRPr sz="1793" kern="1200">
          <a:solidFill>
            <a:schemeClr val="tx1">
              <a:lumMod val="85000"/>
              <a:lumOff val="15000"/>
            </a:schemeClr>
          </a:solidFill>
          <a:latin typeface="+mn-lt"/>
          <a:ea typeface="+mn-ea"/>
          <a:cs typeface="+mn-cs"/>
        </a:defRPr>
      </a:lvl2pPr>
      <a:lvl3pPr marL="1138657" indent="-227731" algn="l" defTabSz="910925" rtl="0" eaLnBrk="1" latinLnBrk="0" hangingPunct="1">
        <a:lnSpc>
          <a:spcPct val="90000"/>
        </a:lnSpc>
        <a:spcBef>
          <a:spcPts val="498"/>
        </a:spcBef>
        <a:buFont typeface="Calibri" panose="020F0502020204030204" pitchFamily="34" charset="0"/>
        <a:buChar char="▪"/>
        <a:defRPr sz="1594" kern="1200">
          <a:solidFill>
            <a:schemeClr val="tx1">
              <a:lumMod val="85000"/>
              <a:lumOff val="15000"/>
            </a:schemeClr>
          </a:solidFill>
          <a:latin typeface="+mn-lt"/>
          <a:ea typeface="+mn-ea"/>
          <a:cs typeface="+mn-cs"/>
        </a:defRPr>
      </a:lvl3pPr>
      <a:lvl4pPr marL="1594119" indent="-227731" algn="l" defTabSz="910925" rtl="0" eaLnBrk="1" latinLnBrk="0" hangingPunct="1">
        <a:lnSpc>
          <a:spcPct val="90000"/>
        </a:lnSpc>
        <a:spcBef>
          <a:spcPts val="498"/>
        </a:spcBef>
        <a:buFont typeface="Arial" panose="020B0604020202020204" pitchFamily="34" charset="0"/>
        <a:buChar char="•"/>
        <a:defRPr sz="1395" kern="1200">
          <a:solidFill>
            <a:schemeClr val="tx1"/>
          </a:solidFill>
          <a:latin typeface="+mn-lt"/>
          <a:ea typeface="+mn-ea"/>
          <a:cs typeface="+mn-cs"/>
        </a:defRPr>
      </a:lvl4pPr>
      <a:lvl5pPr marL="2049582" indent="-227731" algn="l" defTabSz="910925" rtl="0" eaLnBrk="1" latinLnBrk="0" hangingPunct="1">
        <a:lnSpc>
          <a:spcPct val="90000"/>
        </a:lnSpc>
        <a:spcBef>
          <a:spcPts val="498"/>
        </a:spcBef>
        <a:buFont typeface="Arial" panose="020B0604020202020204" pitchFamily="34" charset="0"/>
        <a:buChar char="•"/>
        <a:defRPr sz="1395" kern="1200">
          <a:solidFill>
            <a:schemeClr val="tx1"/>
          </a:solidFill>
          <a:latin typeface="+mn-lt"/>
          <a:ea typeface="+mn-ea"/>
          <a:cs typeface="+mn-cs"/>
        </a:defRPr>
      </a:lvl5pPr>
      <a:lvl6pPr marL="2505045"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6pPr>
      <a:lvl7pPr marL="2960507"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7pPr>
      <a:lvl8pPr marL="3415970"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8pPr>
      <a:lvl9pPr marL="3871432"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9pPr>
    </p:bodyStyle>
    <p:otherStyle>
      <a:defPPr>
        <a:defRPr lang="en-US"/>
      </a:defPPr>
      <a:lvl1pPr marL="0" algn="l" defTabSz="910925" rtl="0" eaLnBrk="1" latinLnBrk="0" hangingPunct="1">
        <a:defRPr sz="1793" kern="1200">
          <a:solidFill>
            <a:schemeClr val="tx1"/>
          </a:solidFill>
          <a:latin typeface="+mn-lt"/>
          <a:ea typeface="+mn-ea"/>
          <a:cs typeface="+mn-cs"/>
        </a:defRPr>
      </a:lvl1pPr>
      <a:lvl2pPr marL="455463" algn="l" defTabSz="910925" rtl="0" eaLnBrk="1" latinLnBrk="0" hangingPunct="1">
        <a:defRPr sz="1793" kern="1200">
          <a:solidFill>
            <a:schemeClr val="tx1"/>
          </a:solidFill>
          <a:latin typeface="+mn-lt"/>
          <a:ea typeface="+mn-ea"/>
          <a:cs typeface="+mn-cs"/>
        </a:defRPr>
      </a:lvl2pPr>
      <a:lvl3pPr marL="910925" algn="l" defTabSz="910925" rtl="0" eaLnBrk="1" latinLnBrk="0" hangingPunct="1">
        <a:defRPr sz="1793" kern="1200">
          <a:solidFill>
            <a:schemeClr val="tx1"/>
          </a:solidFill>
          <a:latin typeface="+mn-lt"/>
          <a:ea typeface="+mn-ea"/>
          <a:cs typeface="+mn-cs"/>
        </a:defRPr>
      </a:lvl3pPr>
      <a:lvl4pPr marL="1366388" algn="l" defTabSz="910925" rtl="0" eaLnBrk="1" latinLnBrk="0" hangingPunct="1">
        <a:defRPr sz="1793" kern="1200">
          <a:solidFill>
            <a:schemeClr val="tx1"/>
          </a:solidFill>
          <a:latin typeface="+mn-lt"/>
          <a:ea typeface="+mn-ea"/>
          <a:cs typeface="+mn-cs"/>
        </a:defRPr>
      </a:lvl4pPr>
      <a:lvl5pPr marL="1821851" algn="l" defTabSz="910925" rtl="0" eaLnBrk="1" latinLnBrk="0" hangingPunct="1">
        <a:defRPr sz="1793" kern="1200">
          <a:solidFill>
            <a:schemeClr val="tx1"/>
          </a:solidFill>
          <a:latin typeface="+mn-lt"/>
          <a:ea typeface="+mn-ea"/>
          <a:cs typeface="+mn-cs"/>
        </a:defRPr>
      </a:lvl5pPr>
      <a:lvl6pPr marL="2277313" algn="l" defTabSz="910925" rtl="0" eaLnBrk="1" latinLnBrk="0" hangingPunct="1">
        <a:defRPr sz="1793" kern="1200">
          <a:solidFill>
            <a:schemeClr val="tx1"/>
          </a:solidFill>
          <a:latin typeface="+mn-lt"/>
          <a:ea typeface="+mn-ea"/>
          <a:cs typeface="+mn-cs"/>
        </a:defRPr>
      </a:lvl6pPr>
      <a:lvl7pPr marL="2732776" algn="l" defTabSz="910925" rtl="0" eaLnBrk="1" latinLnBrk="0" hangingPunct="1">
        <a:defRPr sz="1793" kern="1200">
          <a:solidFill>
            <a:schemeClr val="tx1"/>
          </a:solidFill>
          <a:latin typeface="+mn-lt"/>
          <a:ea typeface="+mn-ea"/>
          <a:cs typeface="+mn-cs"/>
        </a:defRPr>
      </a:lvl7pPr>
      <a:lvl8pPr marL="3188238" algn="l" defTabSz="910925" rtl="0" eaLnBrk="1" latinLnBrk="0" hangingPunct="1">
        <a:defRPr sz="1793" kern="1200">
          <a:solidFill>
            <a:schemeClr val="tx1"/>
          </a:solidFill>
          <a:latin typeface="+mn-lt"/>
          <a:ea typeface="+mn-ea"/>
          <a:cs typeface="+mn-cs"/>
        </a:defRPr>
      </a:lvl8pPr>
      <a:lvl9pPr marL="3643701" algn="l" defTabSz="910925" rtl="0" eaLnBrk="1" latinLnBrk="0" hangingPunct="1">
        <a:defRPr sz="1793"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9" name="Objeto 8" hidden="1">
            <a:extLst>
              <a:ext uri="{FF2B5EF4-FFF2-40B4-BE49-F238E27FC236}">
                <a16:creationId xmlns:a16="http://schemas.microsoft.com/office/drawing/2014/main" id="{B1EE4FA1-AA98-4139-AC14-6B5C620C1D50}"/>
              </a:ext>
            </a:extLst>
          </p:cNvPr>
          <p:cNvGraphicFramePr>
            <a:graphicFrameLocks noChangeAspect="1"/>
          </p:cNvGraphicFramePr>
          <p:nvPr>
            <p:custDataLst>
              <p:tags r:id="rId17"/>
            </p:custDataLst>
            <p:extLst>
              <p:ext uri="{D42A27DB-BD31-4B8C-83A1-F6EECF244321}">
                <p14:modId xmlns:p14="http://schemas.microsoft.com/office/powerpoint/2010/main" val="174998968"/>
              </p:ext>
            </p:ext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18" imgW="290" imgH="290" progId="TCLayout.ActiveDocument.1">
                  <p:embed/>
                </p:oleObj>
              </mc:Choice>
              <mc:Fallback>
                <p:oleObj name="Diapositiva de think-cell" r:id="rId18" imgW="290" imgH="290" progId="TCLayout.ActiveDocument.1">
                  <p:embed/>
                  <p:pic>
                    <p:nvPicPr>
                      <p:cNvPr id="9" name="Objeto 8" hidden="1">
                        <a:extLst>
                          <a:ext uri="{FF2B5EF4-FFF2-40B4-BE49-F238E27FC236}">
                            <a16:creationId xmlns:a16="http://schemas.microsoft.com/office/drawing/2014/main" id="{B1EE4FA1-AA98-4139-AC14-6B5C620C1D50}"/>
                          </a:ext>
                        </a:extLst>
                      </p:cNvPr>
                      <p:cNvPicPr/>
                      <p:nvPr/>
                    </p:nvPicPr>
                    <p:blipFill>
                      <a:blip r:embed="rId19"/>
                      <a:stretch>
                        <a:fillRect/>
                      </a:stretch>
                    </p:blipFill>
                    <p:spPr>
                      <a:xfrm>
                        <a:off x="1583" y="1592"/>
                        <a:ext cx="1582" cy="1592"/>
                      </a:xfrm>
                      <a:prstGeom prst="rect">
                        <a:avLst/>
                      </a:prstGeom>
                    </p:spPr>
                  </p:pic>
                </p:oleObj>
              </mc:Fallback>
            </mc:AlternateContent>
          </a:graphicData>
        </a:graphic>
      </p:graphicFrame>
      <p:pic>
        <p:nvPicPr>
          <p:cNvPr id="22" name="Picture 2">
            <a:extLst>
              <a:ext uri="{FF2B5EF4-FFF2-40B4-BE49-F238E27FC236}">
                <a16:creationId xmlns:a16="http://schemas.microsoft.com/office/drawing/2014/main" id="{B1EB5E4D-981C-4A66-96E2-C07DFFFEE206}"/>
              </a:ext>
            </a:extLst>
          </p:cNvPr>
          <p:cNvPicPr>
            <a:picLocks noChangeAspect="1"/>
          </p:cNvPicPr>
          <p:nvPr/>
        </p:nvPicPr>
        <p:blipFill rotWithShape="1">
          <a:blip r:embed="rId20">
            <a:alphaModFix amt="40000"/>
          </a:blip>
          <a:srcRect r="11707"/>
          <a:stretch/>
        </p:blipFill>
        <p:spPr>
          <a:xfrm flipH="1">
            <a:off x="-2" y="5930171"/>
            <a:ext cx="5314555" cy="961155"/>
          </a:xfrm>
          <a:prstGeom prst="rect">
            <a:avLst/>
          </a:prstGeom>
        </p:spPr>
      </p:pic>
      <p:sp>
        <p:nvSpPr>
          <p:cNvPr id="2" name="Marcador de título 1">
            <a:extLst>
              <a:ext uri="{FF2B5EF4-FFF2-40B4-BE49-F238E27FC236}">
                <a16:creationId xmlns:a16="http://schemas.microsoft.com/office/drawing/2014/main" id="{4D91D6A7-9A77-457F-90C8-E79A97CF4377}"/>
              </a:ext>
            </a:extLst>
          </p:cNvPr>
          <p:cNvSpPr>
            <a:spLocks noGrp="1"/>
          </p:cNvSpPr>
          <p:nvPr>
            <p:ph type="title"/>
          </p:nvPr>
        </p:nvSpPr>
        <p:spPr>
          <a:xfrm>
            <a:off x="289939" y="249671"/>
            <a:ext cx="11567672" cy="433100"/>
          </a:xfrm>
          <a:prstGeom prst="rect">
            <a:avLst/>
          </a:prstGeom>
        </p:spPr>
        <p:txBody>
          <a:bodyPr vert="horz" lIns="91440" tIns="45720" rIns="91440" bIns="45720" rtlCol="0" anchor="t">
            <a:noAutofit/>
          </a:bodyPr>
          <a:lstStyle/>
          <a:p>
            <a:r>
              <a:rPr lang="es-ES"/>
              <a:t>Haga clic para modificar el estilo de título de la diapositiva</a:t>
            </a:r>
            <a:endParaRPr lang="en-US"/>
          </a:p>
        </p:txBody>
      </p:sp>
      <p:sp>
        <p:nvSpPr>
          <p:cNvPr id="3" name="Marcador de texto 2">
            <a:extLst>
              <a:ext uri="{FF2B5EF4-FFF2-40B4-BE49-F238E27FC236}">
                <a16:creationId xmlns:a16="http://schemas.microsoft.com/office/drawing/2014/main" id="{EF810983-082D-445F-9F22-687B867D27F8}"/>
              </a:ext>
            </a:extLst>
          </p:cNvPr>
          <p:cNvSpPr>
            <a:spLocks noGrp="1"/>
          </p:cNvSpPr>
          <p:nvPr>
            <p:ph type="body" idx="1"/>
          </p:nvPr>
        </p:nvSpPr>
        <p:spPr>
          <a:xfrm>
            <a:off x="289939" y="1129921"/>
            <a:ext cx="11567671" cy="5062771"/>
          </a:xfrm>
          <a:prstGeom prst="rect">
            <a:avLst/>
          </a:prstGeom>
        </p:spPr>
        <p:txBody>
          <a:bodyPr vert="horz" lIns="91440" tIns="45720" rIns="91440" bIns="45720" rtlCol="0">
            <a:normAutofit/>
          </a:bodyPr>
          <a:lstStyle/>
          <a:p>
            <a:pPr lvl="0"/>
            <a:r>
              <a:rPr lang="es-ES"/>
              <a:t>Haga clic para modificar los estilos de texto</a:t>
            </a:r>
          </a:p>
          <a:p>
            <a:pPr lvl="1"/>
            <a:r>
              <a:rPr lang="es-ES"/>
              <a:t>Segundo nivel</a:t>
            </a:r>
          </a:p>
          <a:p>
            <a:pPr lvl="2"/>
            <a:r>
              <a:rPr lang="es-ES"/>
              <a:t>Tercer nivel</a:t>
            </a:r>
          </a:p>
        </p:txBody>
      </p:sp>
      <p:sp>
        <p:nvSpPr>
          <p:cNvPr id="6" name="Marcador de número de diapositiva 5">
            <a:extLst>
              <a:ext uri="{FF2B5EF4-FFF2-40B4-BE49-F238E27FC236}">
                <a16:creationId xmlns:a16="http://schemas.microsoft.com/office/drawing/2014/main" id="{FCF4B856-22A4-48D9-9488-A60336919CEA}"/>
              </a:ext>
            </a:extLst>
          </p:cNvPr>
          <p:cNvSpPr>
            <a:spLocks noGrp="1"/>
          </p:cNvSpPr>
          <p:nvPr>
            <p:ph type="sldNum" sz="quarter" idx="4"/>
          </p:nvPr>
        </p:nvSpPr>
        <p:spPr>
          <a:xfrm>
            <a:off x="11497803" y="6457521"/>
            <a:ext cx="488725" cy="366055"/>
          </a:xfrm>
          <a:prstGeom prst="rect">
            <a:avLst/>
          </a:prstGeom>
        </p:spPr>
        <p:txBody>
          <a:bodyPr vert="horz" lIns="0" tIns="0" rIns="0" bIns="0" rtlCol="0" anchor="ctr"/>
          <a:lstStyle>
            <a:lvl1pPr algn="ctr">
              <a:defRPr sz="1195" b="0">
                <a:solidFill>
                  <a:schemeClr val="tx1">
                    <a:lumMod val="75000"/>
                    <a:lumOff val="25000"/>
                  </a:schemeClr>
                </a:solidFill>
              </a:defRPr>
            </a:lvl1pPr>
          </a:lstStyle>
          <a:p>
            <a:fld id="{36ADD001-8635-4A12-8F2A-D42FB2234612}" type="slidenum">
              <a:rPr lang="en-US" smtClean="0"/>
              <a:pPr/>
              <a:t>‹Nº›</a:t>
            </a:fld>
            <a:endParaRPr lang="en-US"/>
          </a:p>
        </p:txBody>
      </p:sp>
      <p:graphicFrame>
        <p:nvGraphicFramePr>
          <p:cNvPr id="58" name="Tabla 58">
            <a:extLst>
              <a:ext uri="{FF2B5EF4-FFF2-40B4-BE49-F238E27FC236}">
                <a16:creationId xmlns:a16="http://schemas.microsoft.com/office/drawing/2014/main" id="{60BB0685-30D1-49A1-B820-06C8ADF8D364}"/>
              </a:ext>
            </a:extLst>
          </p:cNvPr>
          <p:cNvGraphicFramePr>
            <a:graphicFrameLocks noGrp="1"/>
          </p:cNvGraphicFramePr>
          <p:nvPr>
            <p:extLst>
              <p:ext uri="{D42A27DB-BD31-4B8C-83A1-F6EECF244321}">
                <p14:modId xmlns:p14="http://schemas.microsoft.com/office/powerpoint/2010/main" val="506709522"/>
              </p:ext>
            </p:extLst>
          </p:nvPr>
        </p:nvGraphicFramePr>
        <p:xfrm>
          <a:off x="-644621" y="0"/>
          <a:ext cx="609769" cy="1588036"/>
        </p:xfrm>
        <a:graphic>
          <a:graphicData uri="http://schemas.openxmlformats.org/drawingml/2006/table">
            <a:tbl>
              <a:tblPr firstRow="1" bandRow="1">
                <a:tableStyleId>{5C22544A-7EE6-4342-B048-85BDC9FD1C3A}</a:tableStyleId>
              </a:tblPr>
              <a:tblGrid>
                <a:gridCol w="143475">
                  <a:extLst>
                    <a:ext uri="{9D8B030D-6E8A-4147-A177-3AD203B41FA5}">
                      <a16:colId xmlns:a16="http://schemas.microsoft.com/office/drawing/2014/main" val="196106640"/>
                    </a:ext>
                  </a:extLst>
                </a:gridCol>
                <a:gridCol w="35869">
                  <a:extLst>
                    <a:ext uri="{9D8B030D-6E8A-4147-A177-3AD203B41FA5}">
                      <a16:colId xmlns:a16="http://schemas.microsoft.com/office/drawing/2014/main" val="2734952404"/>
                    </a:ext>
                  </a:extLst>
                </a:gridCol>
                <a:gridCol w="143475">
                  <a:extLst>
                    <a:ext uri="{9D8B030D-6E8A-4147-A177-3AD203B41FA5}">
                      <a16:colId xmlns:a16="http://schemas.microsoft.com/office/drawing/2014/main" val="1186814675"/>
                    </a:ext>
                  </a:extLst>
                </a:gridCol>
                <a:gridCol w="143475">
                  <a:extLst>
                    <a:ext uri="{9D8B030D-6E8A-4147-A177-3AD203B41FA5}">
                      <a16:colId xmlns:a16="http://schemas.microsoft.com/office/drawing/2014/main" val="4037667467"/>
                    </a:ext>
                  </a:extLst>
                </a:gridCol>
                <a:gridCol w="143475">
                  <a:extLst>
                    <a:ext uri="{9D8B030D-6E8A-4147-A177-3AD203B41FA5}">
                      <a16:colId xmlns:a16="http://schemas.microsoft.com/office/drawing/2014/main" val="2412638856"/>
                    </a:ext>
                  </a:extLst>
                </a:gridCol>
              </a:tblGrid>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474933496"/>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732805723"/>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97959807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78110513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905409309"/>
                  </a:ext>
                </a:extLst>
              </a:tr>
              <a:tr h="72183">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635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635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4525149"/>
                  </a:ext>
                </a:extLst>
              </a:tr>
              <a:tr h="72183">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635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635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133201"/>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3CAC"/>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51687"/>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89CD"/>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AD8EE"/>
                    </a:solidFill>
                  </a:tcPr>
                </a:tc>
                <a:extLst>
                  <a:ext uri="{0D108BD9-81ED-4DB2-BD59-A6C34878D82A}">
                    <a16:rowId xmlns:a16="http://schemas.microsoft.com/office/drawing/2014/main" val="2033584857"/>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AD2C9"/>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F9D96"/>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7EE5DF"/>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F9F6"/>
                    </a:solidFill>
                  </a:tcPr>
                </a:tc>
                <a:extLst>
                  <a:ext uri="{0D108BD9-81ED-4DB2-BD59-A6C34878D82A}">
                    <a16:rowId xmlns:a16="http://schemas.microsoft.com/office/drawing/2014/main" val="3135226807"/>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6D07C"/>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777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79E6B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2F6E4"/>
                    </a:solidFill>
                  </a:tcPr>
                </a:tc>
                <a:extLst>
                  <a:ext uri="{0D108BD9-81ED-4DB2-BD59-A6C34878D82A}">
                    <a16:rowId xmlns:a16="http://schemas.microsoft.com/office/drawing/2014/main" val="279346419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DB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EA4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E965"/>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7CB"/>
                    </a:solidFill>
                  </a:tcPr>
                </a:tc>
                <a:extLst>
                  <a:ext uri="{0D108BD9-81ED-4DB2-BD59-A6C34878D82A}">
                    <a16:rowId xmlns:a16="http://schemas.microsoft.com/office/drawing/2014/main" val="2279847063"/>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50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E3C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9565"/>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DBCB"/>
                    </a:solidFill>
                  </a:tcPr>
                </a:tc>
                <a:extLst>
                  <a:ext uri="{0D108BD9-81ED-4DB2-BD59-A6C34878D82A}">
                    <a16:rowId xmlns:a16="http://schemas.microsoft.com/office/drawing/2014/main" val="1682237883"/>
                  </a:ext>
                </a:extLst>
              </a:tr>
            </a:tbl>
          </a:graphicData>
        </a:graphic>
      </p:graphicFrame>
      <p:cxnSp>
        <p:nvCxnSpPr>
          <p:cNvPr id="17" name="Separador numeración">
            <a:extLst>
              <a:ext uri="{FF2B5EF4-FFF2-40B4-BE49-F238E27FC236}">
                <a16:creationId xmlns:a16="http://schemas.microsoft.com/office/drawing/2014/main" id="{56965255-92E8-488C-87D2-6344BDD57A9C}"/>
              </a:ext>
            </a:extLst>
          </p:cNvPr>
          <p:cNvCxnSpPr>
            <a:cxnSpLocks/>
          </p:cNvCxnSpPr>
          <p:nvPr/>
        </p:nvCxnSpPr>
        <p:spPr>
          <a:xfrm>
            <a:off x="11497802" y="6523249"/>
            <a:ext cx="0" cy="234596"/>
          </a:xfrm>
          <a:prstGeom prst="line">
            <a:avLst/>
          </a:prstGeom>
          <a:ln w="63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8" name="Imagen 17" descr="Imagen que contiene Logotipo&#10;&#10;Descripción generada automáticamente">
            <a:extLst>
              <a:ext uri="{FF2B5EF4-FFF2-40B4-BE49-F238E27FC236}">
                <a16:creationId xmlns:a16="http://schemas.microsoft.com/office/drawing/2014/main" id="{D40ADFF4-56A4-462A-B3E0-B250C0E4E845}"/>
              </a:ext>
            </a:extLst>
          </p:cNvPr>
          <p:cNvPicPr>
            <a:picLocks noChangeAspect="1"/>
          </p:cNvPicPr>
          <p:nvPr/>
        </p:nvPicPr>
        <p:blipFill rotWithShape="1">
          <a:blip r:embed="rId21"/>
          <a:srcRect t="39632" b="40075"/>
          <a:stretch/>
        </p:blipFill>
        <p:spPr>
          <a:xfrm>
            <a:off x="9989990" y="6562988"/>
            <a:ext cx="1434750" cy="164783"/>
          </a:xfrm>
          <a:prstGeom prst="rect">
            <a:avLst/>
          </a:prstGeom>
        </p:spPr>
      </p:pic>
      <p:graphicFrame>
        <p:nvGraphicFramePr>
          <p:cNvPr id="10" name="Tabla 21">
            <a:extLst>
              <a:ext uri="{FF2B5EF4-FFF2-40B4-BE49-F238E27FC236}">
                <a16:creationId xmlns:a16="http://schemas.microsoft.com/office/drawing/2014/main" id="{7C37C578-8779-4DB5-A6D6-C9CF185196A1}"/>
              </a:ext>
            </a:extLst>
          </p:cNvPr>
          <p:cNvGraphicFramePr>
            <a:graphicFrameLocks noGrp="1"/>
          </p:cNvGraphicFramePr>
          <p:nvPr>
            <p:extLst>
              <p:ext uri="{D42A27DB-BD31-4B8C-83A1-F6EECF244321}">
                <p14:modId xmlns:p14="http://schemas.microsoft.com/office/powerpoint/2010/main" val="3680251591"/>
              </p:ext>
            </p:extLst>
          </p:nvPr>
        </p:nvGraphicFramePr>
        <p:xfrm>
          <a:off x="-178328" y="6442363"/>
          <a:ext cx="143475" cy="433101"/>
        </p:xfrm>
        <a:graphic>
          <a:graphicData uri="http://schemas.openxmlformats.org/drawingml/2006/table">
            <a:tbl>
              <a:tblPr firstRow="1" bandRow="1">
                <a:tableStyleId>{5C22544A-7EE6-4342-B048-85BDC9FD1C3A}</a:tableStyleId>
              </a:tblPr>
              <a:tblGrid>
                <a:gridCol w="143475">
                  <a:extLst>
                    <a:ext uri="{9D8B030D-6E8A-4147-A177-3AD203B41FA5}">
                      <a16:colId xmlns:a16="http://schemas.microsoft.com/office/drawing/2014/main" val="3819462841"/>
                    </a:ext>
                  </a:extLst>
                </a:gridCol>
              </a:tblGrid>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563C1"/>
                    </a:solidFill>
                  </a:tcPr>
                </a:tc>
                <a:extLst>
                  <a:ext uri="{0D108BD9-81ED-4DB2-BD59-A6C34878D82A}">
                    <a16:rowId xmlns:a16="http://schemas.microsoft.com/office/drawing/2014/main" val="1612473849"/>
                  </a:ext>
                </a:extLst>
              </a:tr>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07770"/>
                    </a:solidFill>
                  </a:tcPr>
                </a:tc>
                <a:extLst>
                  <a:ext uri="{0D108BD9-81ED-4DB2-BD59-A6C34878D82A}">
                    <a16:rowId xmlns:a16="http://schemas.microsoft.com/office/drawing/2014/main" val="3371440308"/>
                  </a:ext>
                </a:extLst>
              </a:tr>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30C3E"/>
                    </a:solidFill>
                  </a:tcPr>
                </a:tc>
                <a:extLst>
                  <a:ext uri="{0D108BD9-81ED-4DB2-BD59-A6C34878D82A}">
                    <a16:rowId xmlns:a16="http://schemas.microsoft.com/office/drawing/2014/main" val="2689202745"/>
                  </a:ext>
                </a:extLst>
              </a:tr>
            </a:tbl>
          </a:graphicData>
        </a:graphic>
      </p:graphicFrame>
      <p:sp>
        <p:nvSpPr>
          <p:cNvPr id="5" name="CuadroTexto 4">
            <a:extLst>
              <a:ext uri="{FF2B5EF4-FFF2-40B4-BE49-F238E27FC236}">
                <a16:creationId xmlns:a16="http://schemas.microsoft.com/office/drawing/2014/main" id="{717874D3-35ED-0072-B6BB-5368A5A62DBB}"/>
              </a:ext>
            </a:extLst>
          </p:cNvPr>
          <p:cNvSpPr txBox="1"/>
          <p:nvPr>
            <p:extLst>
              <p:ext uri="{1162E1C5-73C7-4A58-AE30-91384D911F3F}">
                <p184:classification xmlns:p184="http://schemas.microsoft.com/office/powerpoint/2018/4/main" val="ftr"/>
              </p:ext>
            </p:extLst>
          </p:nvPr>
        </p:nvSpPr>
        <p:spPr>
          <a:xfrm>
            <a:off x="5186435" y="6689571"/>
            <a:ext cx="1796825" cy="122662"/>
          </a:xfrm>
          <a:prstGeom prst="rect">
            <a:avLst/>
          </a:prstGeom>
        </p:spPr>
        <p:txBody>
          <a:bodyPr horzOverflow="overflow" lIns="0" tIns="0" rIns="0" bIns="0">
            <a:spAutoFit/>
          </a:bodyPr>
          <a:lstStyle/>
          <a:p>
            <a:pPr algn="l"/>
            <a:r>
              <a:rPr lang="es-PE" sz="797">
                <a:solidFill>
                  <a:srgbClr val="0000FF"/>
                </a:solidFill>
                <a:latin typeface="Calibri" panose="020F0502020204030204" pitchFamily="34" charset="0"/>
                <a:ea typeface="Calibri" panose="020F0502020204030204" pitchFamily="34" charset="0"/>
                <a:cs typeface="Calibri" panose="020F0502020204030204" pitchFamily="34" charset="0"/>
              </a:rPr>
              <a:t>Datos elaborados por BCP para uso Interno</a:t>
            </a:r>
          </a:p>
        </p:txBody>
      </p:sp>
    </p:spTree>
    <p:extLst>
      <p:ext uri="{BB962C8B-B14F-4D97-AF65-F5344CB8AC3E}">
        <p14:creationId xmlns:p14="http://schemas.microsoft.com/office/powerpoint/2010/main" val="3149305047"/>
      </p:ext>
    </p:extLst>
  </p:cSld>
  <p:clrMap bg1="lt1" tx1="dk1" bg2="lt2" tx2="dk2" accent1="accent1" accent2="accent2" accent3="accent3" accent4="accent4" accent5="accent5" accent6="accent6" hlink="hlink" folHlink="folHlink"/>
  <p:sldLayoutIdLst>
    <p:sldLayoutId id="2147483818" r:id="rId1"/>
    <p:sldLayoutId id="2147483819" r:id="rId2"/>
    <p:sldLayoutId id="2147483820" r:id="rId3"/>
    <p:sldLayoutId id="2147483821" r:id="rId4"/>
    <p:sldLayoutId id="2147483822" r:id="rId5"/>
    <p:sldLayoutId id="2147483823" r:id="rId6"/>
    <p:sldLayoutId id="2147483824" r:id="rId7"/>
    <p:sldLayoutId id="2147483825" r:id="rId8"/>
    <p:sldLayoutId id="2147483826" r:id="rId9"/>
    <p:sldLayoutId id="2147483827" r:id="rId10"/>
    <p:sldLayoutId id="2147483828" r:id="rId11"/>
    <p:sldLayoutId id="2147483829" r:id="rId12"/>
    <p:sldLayoutId id="2147483830" r:id="rId13"/>
    <p:sldLayoutId id="2147483833" r:id="rId14"/>
    <p:sldLayoutId id="2147483834" r:id="rId15"/>
  </p:sldLayoutIdLst>
  <p:hf hdr="0" dt="0"/>
  <p:txStyles>
    <p:titleStyle>
      <a:lvl1pPr algn="l" defTabSz="910925" rtl="0" eaLnBrk="1" latinLnBrk="0" hangingPunct="1">
        <a:lnSpc>
          <a:spcPct val="90000"/>
        </a:lnSpc>
        <a:spcBef>
          <a:spcPct val="0"/>
        </a:spcBef>
        <a:buNone/>
        <a:defRPr sz="2391" b="1" kern="1200">
          <a:solidFill>
            <a:schemeClr val="tx1"/>
          </a:solidFill>
          <a:latin typeface="+mj-lt"/>
          <a:ea typeface="Source Sans Pro" panose="020B0503030403020204" pitchFamily="34" charset="0"/>
          <a:cs typeface="Calibri Light" panose="020F0302020204030204" pitchFamily="34" charset="0"/>
        </a:defRPr>
      </a:lvl1pPr>
    </p:titleStyle>
    <p:bodyStyle>
      <a:lvl1pPr marL="227731" indent="-227731" algn="l" defTabSz="910925" rtl="0" eaLnBrk="1" latinLnBrk="0" hangingPunct="1">
        <a:lnSpc>
          <a:spcPct val="90000"/>
        </a:lnSpc>
        <a:spcBef>
          <a:spcPts val="996"/>
        </a:spcBef>
        <a:buFont typeface="Arial" panose="020B0604020202020204" pitchFamily="34" charset="0"/>
        <a:buChar char="•"/>
        <a:defRPr sz="1992" kern="1200">
          <a:solidFill>
            <a:schemeClr val="tx1">
              <a:lumMod val="85000"/>
              <a:lumOff val="15000"/>
            </a:schemeClr>
          </a:solidFill>
          <a:latin typeface="+mn-lt"/>
          <a:ea typeface="+mn-ea"/>
          <a:cs typeface="+mn-cs"/>
        </a:defRPr>
      </a:lvl1pPr>
      <a:lvl2pPr marL="683194" indent="-227731" algn="l" defTabSz="910925" rtl="0" eaLnBrk="1" latinLnBrk="0" hangingPunct="1">
        <a:lnSpc>
          <a:spcPct val="90000"/>
        </a:lnSpc>
        <a:spcBef>
          <a:spcPts val="498"/>
        </a:spcBef>
        <a:buFont typeface="Calibri" panose="020F0502020204030204" pitchFamily="34" charset="0"/>
        <a:buChar char="‒"/>
        <a:defRPr sz="1793" kern="1200">
          <a:solidFill>
            <a:schemeClr val="tx1">
              <a:lumMod val="85000"/>
              <a:lumOff val="15000"/>
            </a:schemeClr>
          </a:solidFill>
          <a:latin typeface="+mn-lt"/>
          <a:ea typeface="+mn-ea"/>
          <a:cs typeface="+mn-cs"/>
        </a:defRPr>
      </a:lvl2pPr>
      <a:lvl3pPr marL="1138657" indent="-227731" algn="l" defTabSz="910925" rtl="0" eaLnBrk="1" latinLnBrk="0" hangingPunct="1">
        <a:lnSpc>
          <a:spcPct val="90000"/>
        </a:lnSpc>
        <a:spcBef>
          <a:spcPts val="498"/>
        </a:spcBef>
        <a:buFont typeface="Calibri" panose="020F0502020204030204" pitchFamily="34" charset="0"/>
        <a:buChar char="▪"/>
        <a:defRPr sz="1594" kern="1200">
          <a:solidFill>
            <a:schemeClr val="tx1">
              <a:lumMod val="85000"/>
              <a:lumOff val="15000"/>
            </a:schemeClr>
          </a:solidFill>
          <a:latin typeface="+mn-lt"/>
          <a:ea typeface="+mn-ea"/>
          <a:cs typeface="+mn-cs"/>
        </a:defRPr>
      </a:lvl3pPr>
      <a:lvl4pPr marL="1594119" indent="-227731" algn="l" defTabSz="910925" rtl="0" eaLnBrk="1" latinLnBrk="0" hangingPunct="1">
        <a:lnSpc>
          <a:spcPct val="90000"/>
        </a:lnSpc>
        <a:spcBef>
          <a:spcPts val="498"/>
        </a:spcBef>
        <a:buFont typeface="Arial" panose="020B0604020202020204" pitchFamily="34" charset="0"/>
        <a:buChar char="•"/>
        <a:defRPr sz="1395" kern="1200">
          <a:solidFill>
            <a:schemeClr val="tx1"/>
          </a:solidFill>
          <a:latin typeface="+mn-lt"/>
          <a:ea typeface="+mn-ea"/>
          <a:cs typeface="+mn-cs"/>
        </a:defRPr>
      </a:lvl4pPr>
      <a:lvl5pPr marL="2049582" indent="-227731" algn="l" defTabSz="910925" rtl="0" eaLnBrk="1" latinLnBrk="0" hangingPunct="1">
        <a:lnSpc>
          <a:spcPct val="90000"/>
        </a:lnSpc>
        <a:spcBef>
          <a:spcPts val="498"/>
        </a:spcBef>
        <a:buFont typeface="Arial" panose="020B0604020202020204" pitchFamily="34" charset="0"/>
        <a:buChar char="•"/>
        <a:defRPr sz="1395" kern="1200">
          <a:solidFill>
            <a:schemeClr val="tx1"/>
          </a:solidFill>
          <a:latin typeface="+mn-lt"/>
          <a:ea typeface="+mn-ea"/>
          <a:cs typeface="+mn-cs"/>
        </a:defRPr>
      </a:lvl5pPr>
      <a:lvl6pPr marL="2505045"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6pPr>
      <a:lvl7pPr marL="2960507"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7pPr>
      <a:lvl8pPr marL="3415970"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8pPr>
      <a:lvl9pPr marL="3871432"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9pPr>
    </p:bodyStyle>
    <p:otherStyle>
      <a:defPPr>
        <a:defRPr lang="en-US"/>
      </a:defPPr>
      <a:lvl1pPr marL="0" algn="l" defTabSz="910925" rtl="0" eaLnBrk="1" latinLnBrk="0" hangingPunct="1">
        <a:defRPr sz="1793" kern="1200">
          <a:solidFill>
            <a:schemeClr val="tx1"/>
          </a:solidFill>
          <a:latin typeface="+mn-lt"/>
          <a:ea typeface="+mn-ea"/>
          <a:cs typeface="+mn-cs"/>
        </a:defRPr>
      </a:lvl1pPr>
      <a:lvl2pPr marL="455463" algn="l" defTabSz="910925" rtl="0" eaLnBrk="1" latinLnBrk="0" hangingPunct="1">
        <a:defRPr sz="1793" kern="1200">
          <a:solidFill>
            <a:schemeClr val="tx1"/>
          </a:solidFill>
          <a:latin typeface="+mn-lt"/>
          <a:ea typeface="+mn-ea"/>
          <a:cs typeface="+mn-cs"/>
        </a:defRPr>
      </a:lvl2pPr>
      <a:lvl3pPr marL="910925" algn="l" defTabSz="910925" rtl="0" eaLnBrk="1" latinLnBrk="0" hangingPunct="1">
        <a:defRPr sz="1793" kern="1200">
          <a:solidFill>
            <a:schemeClr val="tx1"/>
          </a:solidFill>
          <a:latin typeface="+mn-lt"/>
          <a:ea typeface="+mn-ea"/>
          <a:cs typeface="+mn-cs"/>
        </a:defRPr>
      </a:lvl3pPr>
      <a:lvl4pPr marL="1366388" algn="l" defTabSz="910925" rtl="0" eaLnBrk="1" latinLnBrk="0" hangingPunct="1">
        <a:defRPr sz="1793" kern="1200">
          <a:solidFill>
            <a:schemeClr val="tx1"/>
          </a:solidFill>
          <a:latin typeface="+mn-lt"/>
          <a:ea typeface="+mn-ea"/>
          <a:cs typeface="+mn-cs"/>
        </a:defRPr>
      </a:lvl4pPr>
      <a:lvl5pPr marL="1821851" algn="l" defTabSz="910925" rtl="0" eaLnBrk="1" latinLnBrk="0" hangingPunct="1">
        <a:defRPr sz="1793" kern="1200">
          <a:solidFill>
            <a:schemeClr val="tx1"/>
          </a:solidFill>
          <a:latin typeface="+mn-lt"/>
          <a:ea typeface="+mn-ea"/>
          <a:cs typeface="+mn-cs"/>
        </a:defRPr>
      </a:lvl5pPr>
      <a:lvl6pPr marL="2277313" algn="l" defTabSz="910925" rtl="0" eaLnBrk="1" latinLnBrk="0" hangingPunct="1">
        <a:defRPr sz="1793" kern="1200">
          <a:solidFill>
            <a:schemeClr val="tx1"/>
          </a:solidFill>
          <a:latin typeface="+mn-lt"/>
          <a:ea typeface="+mn-ea"/>
          <a:cs typeface="+mn-cs"/>
        </a:defRPr>
      </a:lvl6pPr>
      <a:lvl7pPr marL="2732776" algn="l" defTabSz="910925" rtl="0" eaLnBrk="1" latinLnBrk="0" hangingPunct="1">
        <a:defRPr sz="1793" kern="1200">
          <a:solidFill>
            <a:schemeClr val="tx1"/>
          </a:solidFill>
          <a:latin typeface="+mn-lt"/>
          <a:ea typeface="+mn-ea"/>
          <a:cs typeface="+mn-cs"/>
        </a:defRPr>
      </a:lvl7pPr>
      <a:lvl8pPr marL="3188238" algn="l" defTabSz="910925" rtl="0" eaLnBrk="1" latinLnBrk="0" hangingPunct="1">
        <a:defRPr sz="1793" kern="1200">
          <a:solidFill>
            <a:schemeClr val="tx1"/>
          </a:solidFill>
          <a:latin typeface="+mn-lt"/>
          <a:ea typeface="+mn-ea"/>
          <a:cs typeface="+mn-cs"/>
        </a:defRPr>
      </a:lvl8pPr>
      <a:lvl9pPr marL="3643701" algn="l" defTabSz="910925" rtl="0" eaLnBrk="1" latinLnBrk="0" hangingPunct="1">
        <a:defRPr sz="1793"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9" name="Objeto 8" hidden="1">
            <a:extLst>
              <a:ext uri="{FF2B5EF4-FFF2-40B4-BE49-F238E27FC236}">
                <a16:creationId xmlns:a16="http://schemas.microsoft.com/office/drawing/2014/main" id="{B1EE4FA1-AA98-4139-AC14-6B5C620C1D50}"/>
              </a:ext>
            </a:extLst>
          </p:cNvPr>
          <p:cNvGraphicFramePr>
            <a:graphicFrameLocks noChangeAspect="1"/>
          </p:cNvGraphicFramePr>
          <p:nvPr>
            <p:custDataLst>
              <p:tags r:id="rId16"/>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18" imgW="290" imgH="290" progId="TCLayout.ActiveDocument.1">
                  <p:embed/>
                </p:oleObj>
              </mc:Choice>
              <mc:Fallback>
                <p:oleObj name="Diapositiva de think-cell" r:id="rId18" imgW="290" imgH="290" progId="TCLayout.ActiveDocument.1">
                  <p:embed/>
                  <p:pic>
                    <p:nvPicPr>
                      <p:cNvPr id="9" name="Objeto 8" hidden="1">
                        <a:extLst>
                          <a:ext uri="{FF2B5EF4-FFF2-40B4-BE49-F238E27FC236}">
                            <a16:creationId xmlns:a16="http://schemas.microsoft.com/office/drawing/2014/main" id="{B1EE4FA1-AA98-4139-AC14-6B5C620C1D50}"/>
                          </a:ext>
                        </a:extLst>
                      </p:cNvPr>
                      <p:cNvPicPr/>
                      <p:nvPr/>
                    </p:nvPicPr>
                    <p:blipFill>
                      <a:blip r:embed="rId19"/>
                      <a:stretch>
                        <a:fillRect/>
                      </a:stretch>
                    </p:blipFill>
                    <p:spPr>
                      <a:xfrm>
                        <a:off x="1583" y="1592"/>
                        <a:ext cx="1582" cy="1592"/>
                      </a:xfrm>
                      <a:prstGeom prst="rect">
                        <a:avLst/>
                      </a:prstGeom>
                    </p:spPr>
                  </p:pic>
                </p:oleObj>
              </mc:Fallback>
            </mc:AlternateContent>
          </a:graphicData>
        </a:graphic>
      </p:graphicFrame>
      <p:pic>
        <p:nvPicPr>
          <p:cNvPr id="22" name="Picture 2">
            <a:extLst>
              <a:ext uri="{FF2B5EF4-FFF2-40B4-BE49-F238E27FC236}">
                <a16:creationId xmlns:a16="http://schemas.microsoft.com/office/drawing/2014/main" id="{B1EB5E4D-981C-4A66-96E2-C07DFFFEE206}"/>
              </a:ext>
            </a:extLst>
          </p:cNvPr>
          <p:cNvPicPr>
            <a:picLocks noChangeAspect="1"/>
          </p:cNvPicPr>
          <p:nvPr/>
        </p:nvPicPr>
        <p:blipFill rotWithShape="1">
          <a:blip r:embed="rId20">
            <a:alphaModFix amt="40000"/>
          </a:blip>
          <a:srcRect r="11707"/>
          <a:stretch/>
        </p:blipFill>
        <p:spPr>
          <a:xfrm flipH="1">
            <a:off x="-2" y="5930171"/>
            <a:ext cx="5314555" cy="961155"/>
          </a:xfrm>
          <a:prstGeom prst="rect">
            <a:avLst/>
          </a:prstGeom>
        </p:spPr>
      </p:pic>
      <p:sp>
        <p:nvSpPr>
          <p:cNvPr id="2" name="Marcador de título 1">
            <a:extLst>
              <a:ext uri="{FF2B5EF4-FFF2-40B4-BE49-F238E27FC236}">
                <a16:creationId xmlns:a16="http://schemas.microsoft.com/office/drawing/2014/main" id="{4D91D6A7-9A77-457F-90C8-E79A97CF4377}"/>
              </a:ext>
            </a:extLst>
          </p:cNvPr>
          <p:cNvSpPr>
            <a:spLocks noGrp="1"/>
          </p:cNvSpPr>
          <p:nvPr>
            <p:ph type="title"/>
          </p:nvPr>
        </p:nvSpPr>
        <p:spPr>
          <a:xfrm>
            <a:off x="289939" y="249671"/>
            <a:ext cx="11567672" cy="433100"/>
          </a:xfrm>
          <a:prstGeom prst="rect">
            <a:avLst/>
          </a:prstGeom>
        </p:spPr>
        <p:txBody>
          <a:bodyPr vert="horz" lIns="91440" tIns="45720" rIns="91440" bIns="45720" rtlCol="0" anchor="t">
            <a:noAutofit/>
          </a:bodyPr>
          <a:lstStyle/>
          <a:p>
            <a:r>
              <a:rPr lang="es-ES"/>
              <a:t>Haga clic para modificar el estilo de título de la diapositiva</a:t>
            </a:r>
            <a:endParaRPr lang="en-US"/>
          </a:p>
        </p:txBody>
      </p:sp>
      <p:sp>
        <p:nvSpPr>
          <p:cNvPr id="3" name="Marcador de texto 2">
            <a:extLst>
              <a:ext uri="{FF2B5EF4-FFF2-40B4-BE49-F238E27FC236}">
                <a16:creationId xmlns:a16="http://schemas.microsoft.com/office/drawing/2014/main" id="{EF810983-082D-445F-9F22-687B867D27F8}"/>
              </a:ext>
            </a:extLst>
          </p:cNvPr>
          <p:cNvSpPr>
            <a:spLocks noGrp="1"/>
          </p:cNvSpPr>
          <p:nvPr>
            <p:ph type="body" idx="1"/>
          </p:nvPr>
        </p:nvSpPr>
        <p:spPr>
          <a:xfrm>
            <a:off x="289939" y="1129921"/>
            <a:ext cx="11567671" cy="5062771"/>
          </a:xfrm>
          <a:prstGeom prst="rect">
            <a:avLst/>
          </a:prstGeom>
        </p:spPr>
        <p:txBody>
          <a:bodyPr vert="horz" lIns="91440" tIns="45720" rIns="91440" bIns="45720" rtlCol="0">
            <a:normAutofit/>
          </a:bodyPr>
          <a:lstStyle/>
          <a:p>
            <a:pPr lvl="0"/>
            <a:r>
              <a:rPr lang="es-ES"/>
              <a:t>Haga clic para modificar los estilos de texto</a:t>
            </a:r>
          </a:p>
          <a:p>
            <a:pPr lvl="1"/>
            <a:r>
              <a:rPr lang="es-ES"/>
              <a:t>Segundo nivel</a:t>
            </a:r>
          </a:p>
          <a:p>
            <a:pPr lvl="2"/>
            <a:r>
              <a:rPr lang="es-ES"/>
              <a:t>Tercer nivel</a:t>
            </a:r>
          </a:p>
        </p:txBody>
      </p:sp>
      <p:sp>
        <p:nvSpPr>
          <p:cNvPr id="6" name="Marcador de número de diapositiva 5">
            <a:extLst>
              <a:ext uri="{FF2B5EF4-FFF2-40B4-BE49-F238E27FC236}">
                <a16:creationId xmlns:a16="http://schemas.microsoft.com/office/drawing/2014/main" id="{FCF4B856-22A4-48D9-9488-A60336919CEA}"/>
              </a:ext>
            </a:extLst>
          </p:cNvPr>
          <p:cNvSpPr>
            <a:spLocks noGrp="1"/>
          </p:cNvSpPr>
          <p:nvPr>
            <p:ph type="sldNum" sz="quarter" idx="4"/>
          </p:nvPr>
        </p:nvSpPr>
        <p:spPr>
          <a:xfrm>
            <a:off x="11497803" y="6457521"/>
            <a:ext cx="488725" cy="366055"/>
          </a:xfrm>
          <a:prstGeom prst="rect">
            <a:avLst/>
          </a:prstGeom>
        </p:spPr>
        <p:txBody>
          <a:bodyPr vert="horz" lIns="0" tIns="0" rIns="0" bIns="0" rtlCol="0" anchor="ctr"/>
          <a:lstStyle>
            <a:lvl1pPr algn="ctr">
              <a:defRPr sz="1195" b="0">
                <a:solidFill>
                  <a:schemeClr val="tx1">
                    <a:lumMod val="75000"/>
                    <a:lumOff val="25000"/>
                  </a:schemeClr>
                </a:solidFill>
              </a:defRPr>
            </a:lvl1pPr>
          </a:lstStyle>
          <a:p>
            <a:fld id="{36ADD001-8635-4A12-8F2A-D42FB2234612}" type="slidenum">
              <a:rPr lang="en-US" smtClean="0"/>
              <a:pPr/>
              <a:t>‹Nº›</a:t>
            </a:fld>
            <a:endParaRPr lang="en-US"/>
          </a:p>
        </p:txBody>
      </p:sp>
      <p:graphicFrame>
        <p:nvGraphicFramePr>
          <p:cNvPr id="58" name="Tabla 58">
            <a:extLst>
              <a:ext uri="{FF2B5EF4-FFF2-40B4-BE49-F238E27FC236}">
                <a16:creationId xmlns:a16="http://schemas.microsoft.com/office/drawing/2014/main" id="{60BB0685-30D1-49A1-B820-06C8ADF8D364}"/>
              </a:ext>
            </a:extLst>
          </p:cNvPr>
          <p:cNvGraphicFramePr>
            <a:graphicFrameLocks noGrp="1"/>
          </p:cNvGraphicFramePr>
          <p:nvPr/>
        </p:nvGraphicFramePr>
        <p:xfrm>
          <a:off x="-644621" y="0"/>
          <a:ext cx="609769" cy="1588036"/>
        </p:xfrm>
        <a:graphic>
          <a:graphicData uri="http://schemas.openxmlformats.org/drawingml/2006/table">
            <a:tbl>
              <a:tblPr firstRow="1" bandRow="1">
                <a:tableStyleId>{5C22544A-7EE6-4342-B048-85BDC9FD1C3A}</a:tableStyleId>
              </a:tblPr>
              <a:tblGrid>
                <a:gridCol w="143475">
                  <a:extLst>
                    <a:ext uri="{9D8B030D-6E8A-4147-A177-3AD203B41FA5}">
                      <a16:colId xmlns:a16="http://schemas.microsoft.com/office/drawing/2014/main" val="196106640"/>
                    </a:ext>
                  </a:extLst>
                </a:gridCol>
                <a:gridCol w="35869">
                  <a:extLst>
                    <a:ext uri="{9D8B030D-6E8A-4147-A177-3AD203B41FA5}">
                      <a16:colId xmlns:a16="http://schemas.microsoft.com/office/drawing/2014/main" val="2734952404"/>
                    </a:ext>
                  </a:extLst>
                </a:gridCol>
                <a:gridCol w="143475">
                  <a:extLst>
                    <a:ext uri="{9D8B030D-6E8A-4147-A177-3AD203B41FA5}">
                      <a16:colId xmlns:a16="http://schemas.microsoft.com/office/drawing/2014/main" val="1186814675"/>
                    </a:ext>
                  </a:extLst>
                </a:gridCol>
                <a:gridCol w="143475">
                  <a:extLst>
                    <a:ext uri="{9D8B030D-6E8A-4147-A177-3AD203B41FA5}">
                      <a16:colId xmlns:a16="http://schemas.microsoft.com/office/drawing/2014/main" val="4037667467"/>
                    </a:ext>
                  </a:extLst>
                </a:gridCol>
                <a:gridCol w="143475">
                  <a:extLst>
                    <a:ext uri="{9D8B030D-6E8A-4147-A177-3AD203B41FA5}">
                      <a16:colId xmlns:a16="http://schemas.microsoft.com/office/drawing/2014/main" val="2412638856"/>
                    </a:ext>
                  </a:extLst>
                </a:gridCol>
              </a:tblGrid>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474933496"/>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732805723"/>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97959807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78110513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905409309"/>
                  </a:ext>
                </a:extLst>
              </a:tr>
              <a:tr h="72183">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635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635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4525149"/>
                  </a:ext>
                </a:extLst>
              </a:tr>
              <a:tr h="72183">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635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635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133201"/>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3CAC"/>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51687"/>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89CD"/>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AD8EE"/>
                    </a:solidFill>
                  </a:tcPr>
                </a:tc>
                <a:extLst>
                  <a:ext uri="{0D108BD9-81ED-4DB2-BD59-A6C34878D82A}">
                    <a16:rowId xmlns:a16="http://schemas.microsoft.com/office/drawing/2014/main" val="2033584857"/>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AD2C9"/>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F9D96"/>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7EE5DF"/>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F9F6"/>
                    </a:solidFill>
                  </a:tcPr>
                </a:tc>
                <a:extLst>
                  <a:ext uri="{0D108BD9-81ED-4DB2-BD59-A6C34878D82A}">
                    <a16:rowId xmlns:a16="http://schemas.microsoft.com/office/drawing/2014/main" val="3135226807"/>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6D07C"/>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777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79E6B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2F6E4"/>
                    </a:solidFill>
                  </a:tcPr>
                </a:tc>
                <a:extLst>
                  <a:ext uri="{0D108BD9-81ED-4DB2-BD59-A6C34878D82A}">
                    <a16:rowId xmlns:a16="http://schemas.microsoft.com/office/drawing/2014/main" val="279346419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DB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EA4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E965"/>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7CB"/>
                    </a:solidFill>
                  </a:tcPr>
                </a:tc>
                <a:extLst>
                  <a:ext uri="{0D108BD9-81ED-4DB2-BD59-A6C34878D82A}">
                    <a16:rowId xmlns:a16="http://schemas.microsoft.com/office/drawing/2014/main" val="2279847063"/>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50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E3C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9565"/>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DBCB"/>
                    </a:solidFill>
                  </a:tcPr>
                </a:tc>
                <a:extLst>
                  <a:ext uri="{0D108BD9-81ED-4DB2-BD59-A6C34878D82A}">
                    <a16:rowId xmlns:a16="http://schemas.microsoft.com/office/drawing/2014/main" val="1682237883"/>
                  </a:ext>
                </a:extLst>
              </a:tr>
            </a:tbl>
          </a:graphicData>
        </a:graphic>
      </p:graphicFrame>
      <p:cxnSp>
        <p:nvCxnSpPr>
          <p:cNvPr id="17" name="Separador numeración">
            <a:extLst>
              <a:ext uri="{FF2B5EF4-FFF2-40B4-BE49-F238E27FC236}">
                <a16:creationId xmlns:a16="http://schemas.microsoft.com/office/drawing/2014/main" id="{56965255-92E8-488C-87D2-6344BDD57A9C}"/>
              </a:ext>
            </a:extLst>
          </p:cNvPr>
          <p:cNvCxnSpPr>
            <a:cxnSpLocks/>
          </p:cNvCxnSpPr>
          <p:nvPr/>
        </p:nvCxnSpPr>
        <p:spPr>
          <a:xfrm>
            <a:off x="11497802" y="6523249"/>
            <a:ext cx="0" cy="234596"/>
          </a:xfrm>
          <a:prstGeom prst="line">
            <a:avLst/>
          </a:prstGeom>
          <a:ln w="63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8" name="Imagen 17" descr="Imagen que contiene Logotipo&#10;&#10;Descripción generada automáticamente">
            <a:extLst>
              <a:ext uri="{FF2B5EF4-FFF2-40B4-BE49-F238E27FC236}">
                <a16:creationId xmlns:a16="http://schemas.microsoft.com/office/drawing/2014/main" id="{D40ADFF4-56A4-462A-B3E0-B250C0E4E845}"/>
              </a:ext>
            </a:extLst>
          </p:cNvPr>
          <p:cNvPicPr>
            <a:picLocks noChangeAspect="1"/>
          </p:cNvPicPr>
          <p:nvPr/>
        </p:nvPicPr>
        <p:blipFill rotWithShape="1">
          <a:blip r:embed="rId21"/>
          <a:srcRect t="39632" b="40075"/>
          <a:stretch/>
        </p:blipFill>
        <p:spPr>
          <a:xfrm>
            <a:off x="9989990" y="6562988"/>
            <a:ext cx="1434750" cy="164783"/>
          </a:xfrm>
          <a:prstGeom prst="rect">
            <a:avLst/>
          </a:prstGeom>
        </p:spPr>
      </p:pic>
      <p:graphicFrame>
        <p:nvGraphicFramePr>
          <p:cNvPr id="10" name="Tabla 21">
            <a:extLst>
              <a:ext uri="{FF2B5EF4-FFF2-40B4-BE49-F238E27FC236}">
                <a16:creationId xmlns:a16="http://schemas.microsoft.com/office/drawing/2014/main" id="{7C37C578-8779-4DB5-A6D6-C9CF185196A1}"/>
              </a:ext>
            </a:extLst>
          </p:cNvPr>
          <p:cNvGraphicFramePr>
            <a:graphicFrameLocks noGrp="1"/>
          </p:cNvGraphicFramePr>
          <p:nvPr/>
        </p:nvGraphicFramePr>
        <p:xfrm>
          <a:off x="-178328" y="6442363"/>
          <a:ext cx="143475" cy="433101"/>
        </p:xfrm>
        <a:graphic>
          <a:graphicData uri="http://schemas.openxmlformats.org/drawingml/2006/table">
            <a:tbl>
              <a:tblPr firstRow="1" bandRow="1">
                <a:tableStyleId>{5C22544A-7EE6-4342-B048-85BDC9FD1C3A}</a:tableStyleId>
              </a:tblPr>
              <a:tblGrid>
                <a:gridCol w="143475">
                  <a:extLst>
                    <a:ext uri="{9D8B030D-6E8A-4147-A177-3AD203B41FA5}">
                      <a16:colId xmlns:a16="http://schemas.microsoft.com/office/drawing/2014/main" val="3819462841"/>
                    </a:ext>
                  </a:extLst>
                </a:gridCol>
              </a:tblGrid>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563C1"/>
                    </a:solidFill>
                  </a:tcPr>
                </a:tc>
                <a:extLst>
                  <a:ext uri="{0D108BD9-81ED-4DB2-BD59-A6C34878D82A}">
                    <a16:rowId xmlns:a16="http://schemas.microsoft.com/office/drawing/2014/main" val="1612473849"/>
                  </a:ext>
                </a:extLst>
              </a:tr>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07770"/>
                    </a:solidFill>
                  </a:tcPr>
                </a:tc>
                <a:extLst>
                  <a:ext uri="{0D108BD9-81ED-4DB2-BD59-A6C34878D82A}">
                    <a16:rowId xmlns:a16="http://schemas.microsoft.com/office/drawing/2014/main" val="3371440308"/>
                  </a:ext>
                </a:extLst>
              </a:tr>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30C3E"/>
                    </a:solidFill>
                  </a:tcPr>
                </a:tc>
                <a:extLst>
                  <a:ext uri="{0D108BD9-81ED-4DB2-BD59-A6C34878D82A}">
                    <a16:rowId xmlns:a16="http://schemas.microsoft.com/office/drawing/2014/main" val="2689202745"/>
                  </a:ext>
                </a:extLst>
              </a:tr>
            </a:tbl>
          </a:graphicData>
        </a:graphic>
      </p:graphicFrame>
      <p:sp>
        <p:nvSpPr>
          <p:cNvPr id="5" name="CuadroTexto 4">
            <a:extLst>
              <a:ext uri="{FF2B5EF4-FFF2-40B4-BE49-F238E27FC236}">
                <a16:creationId xmlns:a16="http://schemas.microsoft.com/office/drawing/2014/main" id="{717874D3-35ED-0072-B6BB-5368A5A62DBB}"/>
              </a:ext>
            </a:extLst>
          </p:cNvPr>
          <p:cNvSpPr txBox="1"/>
          <p:nvPr>
            <p:extLst>
              <p:ext uri="{1162E1C5-73C7-4A58-AE30-91384D911F3F}">
                <p184:classification xmlns:p184="http://schemas.microsoft.com/office/powerpoint/2018/4/main" val="ftr"/>
              </p:ext>
            </p:extLst>
          </p:nvPr>
        </p:nvSpPr>
        <p:spPr>
          <a:xfrm>
            <a:off x="5186435" y="6689571"/>
            <a:ext cx="1796825" cy="122662"/>
          </a:xfrm>
          <a:prstGeom prst="rect">
            <a:avLst/>
          </a:prstGeom>
        </p:spPr>
        <p:txBody>
          <a:bodyPr horzOverflow="overflow" lIns="0" tIns="0" rIns="0" bIns="0">
            <a:spAutoFit/>
          </a:bodyPr>
          <a:lstStyle/>
          <a:p>
            <a:pPr algn="l"/>
            <a:r>
              <a:rPr lang="es-PE" sz="797">
                <a:solidFill>
                  <a:srgbClr val="0000FF"/>
                </a:solidFill>
                <a:latin typeface="Calibri" panose="020F0502020204030204" pitchFamily="34" charset="0"/>
                <a:ea typeface="Calibri" panose="020F0502020204030204" pitchFamily="34" charset="0"/>
                <a:cs typeface="Calibri" panose="020F0502020204030204" pitchFamily="34" charset="0"/>
              </a:rPr>
              <a:t>Datos elaborados por BCP para uso Interno</a:t>
            </a:r>
          </a:p>
        </p:txBody>
      </p:sp>
      <p:graphicFrame>
        <p:nvGraphicFramePr>
          <p:cNvPr id="4" name="Objeto 3" hidden="1">
            <a:extLst>
              <a:ext uri="{FF2B5EF4-FFF2-40B4-BE49-F238E27FC236}">
                <a16:creationId xmlns:a16="http://schemas.microsoft.com/office/drawing/2014/main" id="{57038248-6A4B-2AD5-1247-23FECD910FF2}"/>
              </a:ext>
            </a:extLst>
          </p:cNvPr>
          <p:cNvGraphicFramePr>
            <a:graphicFrameLocks noChangeAspect="1"/>
          </p:cNvGraphicFramePr>
          <p:nvPr userDrawn="1">
            <p:custDataLst>
              <p:tags r:id="rId17"/>
            </p:custDataLst>
          </p:nvPr>
        </p:nvGraphicFramePr>
        <p:xfrm>
          <a:off x="791" y="796"/>
          <a:ext cx="791" cy="796"/>
        </p:xfrm>
        <a:graphic>
          <a:graphicData uri="http://schemas.openxmlformats.org/presentationml/2006/ole">
            <mc:AlternateContent xmlns:mc="http://schemas.openxmlformats.org/markup-compatibility/2006">
              <mc:Choice xmlns:v="urn:schemas-microsoft-com:vml" Requires="v">
                <p:oleObj name="Diapositiva de think-cell" r:id="rId22" imgW="216" imgH="216" progId="TCLayout.ActiveDocument.1">
                  <p:embed/>
                </p:oleObj>
              </mc:Choice>
              <mc:Fallback>
                <p:oleObj name="Diapositiva de think-cell" r:id="rId22" imgW="216" imgH="216" progId="TCLayout.ActiveDocument.1">
                  <p:embed/>
                  <p:pic>
                    <p:nvPicPr>
                      <p:cNvPr id="4" name="Objeto 3" hidden="1">
                        <a:extLst>
                          <a:ext uri="{FF2B5EF4-FFF2-40B4-BE49-F238E27FC236}">
                            <a16:creationId xmlns:a16="http://schemas.microsoft.com/office/drawing/2014/main" id="{57038248-6A4B-2AD5-1247-23FECD910FF2}"/>
                          </a:ext>
                        </a:extLst>
                      </p:cNvPr>
                      <p:cNvPicPr/>
                      <p:nvPr/>
                    </p:nvPicPr>
                    <p:blipFill>
                      <a:blip r:embed="rId23"/>
                      <a:stretch>
                        <a:fillRect/>
                      </a:stretch>
                    </p:blipFill>
                    <p:spPr>
                      <a:xfrm>
                        <a:off x="791" y="796"/>
                        <a:ext cx="791" cy="796"/>
                      </a:xfrm>
                      <a:prstGeom prst="rect">
                        <a:avLst/>
                      </a:prstGeom>
                    </p:spPr>
                  </p:pic>
                </p:oleObj>
              </mc:Fallback>
            </mc:AlternateContent>
          </a:graphicData>
        </a:graphic>
      </p:graphicFrame>
      <p:sp>
        <p:nvSpPr>
          <p:cNvPr id="7" name="CuadroTexto 6">
            <a:extLst>
              <a:ext uri="{FF2B5EF4-FFF2-40B4-BE49-F238E27FC236}">
                <a16:creationId xmlns:a16="http://schemas.microsoft.com/office/drawing/2014/main" id="{8F20EC23-EA72-D1E5-4140-65925C7CBD1A}"/>
              </a:ext>
            </a:extLst>
          </p:cNvPr>
          <p:cNvSpPr txBox="1"/>
          <p:nvPr userDrawn="1"/>
        </p:nvSpPr>
        <p:spPr>
          <a:xfrm>
            <a:off x="5850308" y="2200148"/>
            <a:ext cx="6032498" cy="858825"/>
          </a:xfrm>
          <a:prstGeom prst="rect">
            <a:avLst/>
          </a:prstGeom>
          <a:noFill/>
        </p:spPr>
        <p:txBody>
          <a:bodyPr wrap="square" rtlCol="0">
            <a:spAutoFit/>
          </a:bodyPr>
          <a:lstStyle/>
          <a:p>
            <a:r>
              <a:rPr lang="es-CL" sz="4981" baseline="0">
                <a:solidFill>
                  <a:schemeClr val="bg1"/>
                </a:solidFill>
                <a:latin typeface="Calibri" panose="020F0502020204030204" pitchFamily="34" charset="0"/>
              </a:rPr>
              <a:t>Título de presentación</a:t>
            </a:r>
          </a:p>
        </p:txBody>
      </p:sp>
      <p:sp>
        <p:nvSpPr>
          <p:cNvPr id="8" name="CuadroTexto 7">
            <a:extLst>
              <a:ext uri="{FF2B5EF4-FFF2-40B4-BE49-F238E27FC236}">
                <a16:creationId xmlns:a16="http://schemas.microsoft.com/office/drawing/2014/main" id="{A84767FA-6E8E-5B7E-2DD3-391194FF1AA1}"/>
              </a:ext>
            </a:extLst>
          </p:cNvPr>
          <p:cNvSpPr txBox="1"/>
          <p:nvPr userDrawn="1"/>
        </p:nvSpPr>
        <p:spPr>
          <a:xfrm>
            <a:off x="5941403" y="3017833"/>
            <a:ext cx="5455564" cy="256865"/>
          </a:xfrm>
          <a:prstGeom prst="rect">
            <a:avLst/>
          </a:prstGeom>
          <a:noFill/>
        </p:spPr>
        <p:txBody>
          <a:bodyPr wrap="square" rtlCol="0">
            <a:spAutoFit/>
          </a:bodyPr>
          <a:lstStyle/>
          <a:p>
            <a:r>
              <a:rPr lang="es-CL" sz="1069" baseline="0">
                <a:solidFill>
                  <a:schemeClr val="bg1"/>
                </a:solidFill>
                <a:latin typeface="Calibri" panose="020F0502020204030204" pitchFamily="34" charset="0"/>
              </a:rPr>
              <a:t>Bajada presentación</a:t>
            </a:r>
          </a:p>
        </p:txBody>
      </p:sp>
      <p:pic>
        <p:nvPicPr>
          <p:cNvPr id="11" name="Imagen 10">
            <a:extLst>
              <a:ext uri="{FF2B5EF4-FFF2-40B4-BE49-F238E27FC236}">
                <a16:creationId xmlns:a16="http://schemas.microsoft.com/office/drawing/2014/main" id="{A32675CA-6D65-0AFA-92B7-3C4981C34A49}"/>
              </a:ext>
            </a:extLst>
          </p:cNvPr>
          <p:cNvPicPr>
            <a:picLocks noChangeAspect="1"/>
          </p:cNvPicPr>
          <p:nvPr userDrawn="1"/>
        </p:nvPicPr>
        <p:blipFill>
          <a:blip r:embed="rId24"/>
          <a:stretch>
            <a:fillRect/>
          </a:stretch>
        </p:blipFill>
        <p:spPr>
          <a:xfrm>
            <a:off x="1971" y="827602"/>
            <a:ext cx="12143608" cy="6047861"/>
          </a:xfrm>
          <a:prstGeom prst="rect">
            <a:avLst/>
          </a:prstGeom>
        </p:spPr>
      </p:pic>
      <p:pic>
        <p:nvPicPr>
          <p:cNvPr id="12" name="Imagen 11">
            <a:extLst>
              <a:ext uri="{FF2B5EF4-FFF2-40B4-BE49-F238E27FC236}">
                <a16:creationId xmlns:a16="http://schemas.microsoft.com/office/drawing/2014/main" id="{04A1C32B-FF3F-138A-09E2-E58512E4FFBC}"/>
              </a:ext>
            </a:extLst>
          </p:cNvPr>
          <p:cNvPicPr>
            <a:picLocks noChangeAspect="1"/>
          </p:cNvPicPr>
          <p:nvPr userDrawn="1"/>
        </p:nvPicPr>
        <p:blipFill>
          <a:blip r:embed="rId25"/>
          <a:stretch>
            <a:fillRect/>
          </a:stretch>
        </p:blipFill>
        <p:spPr>
          <a:xfrm>
            <a:off x="153979" y="-223430"/>
            <a:ext cx="3251577" cy="1747341"/>
          </a:xfrm>
          <a:prstGeom prst="rect">
            <a:avLst/>
          </a:prstGeom>
        </p:spPr>
      </p:pic>
    </p:spTree>
    <p:extLst>
      <p:ext uri="{BB962C8B-B14F-4D97-AF65-F5344CB8AC3E}">
        <p14:creationId xmlns:p14="http://schemas.microsoft.com/office/powerpoint/2010/main" val="3822276463"/>
      </p:ext>
    </p:extLst>
  </p:cSld>
  <p:clrMap bg1="lt1" tx1="dk1" bg2="lt2" tx2="dk2" accent1="accent1" accent2="accent2" accent3="accent3" accent4="accent4" accent5="accent5" accent6="accent6" hlink="hlink" folHlink="folHlink"/>
  <p:sldLayoutIdLst>
    <p:sldLayoutId id="2147483837" r:id="rId1"/>
    <p:sldLayoutId id="2147483838" r:id="rId2"/>
    <p:sldLayoutId id="2147483839" r:id="rId3"/>
    <p:sldLayoutId id="2147483840" r:id="rId4"/>
    <p:sldLayoutId id="2147483841" r:id="rId5"/>
    <p:sldLayoutId id="2147483842" r:id="rId6"/>
    <p:sldLayoutId id="2147483843" r:id="rId7"/>
    <p:sldLayoutId id="2147483844" r:id="rId8"/>
    <p:sldLayoutId id="2147483845" r:id="rId9"/>
    <p:sldLayoutId id="2147483846" r:id="rId10"/>
    <p:sldLayoutId id="2147483847" r:id="rId11"/>
    <p:sldLayoutId id="2147483848" r:id="rId12"/>
    <p:sldLayoutId id="2147483849" r:id="rId13"/>
    <p:sldLayoutId id="2147483850" r:id="rId14"/>
  </p:sldLayoutIdLst>
  <p:hf hdr="0" dt="0"/>
  <p:txStyles>
    <p:titleStyle>
      <a:lvl1pPr algn="l" defTabSz="910925" rtl="0" eaLnBrk="1" latinLnBrk="0" hangingPunct="1">
        <a:lnSpc>
          <a:spcPct val="90000"/>
        </a:lnSpc>
        <a:spcBef>
          <a:spcPct val="0"/>
        </a:spcBef>
        <a:buNone/>
        <a:defRPr sz="2391" b="1" kern="1200">
          <a:solidFill>
            <a:schemeClr val="tx1"/>
          </a:solidFill>
          <a:latin typeface="+mj-lt"/>
          <a:ea typeface="Source Sans Pro" panose="020B0503030403020204" pitchFamily="34" charset="0"/>
          <a:cs typeface="Calibri Light" panose="020F0302020204030204" pitchFamily="34" charset="0"/>
        </a:defRPr>
      </a:lvl1pPr>
    </p:titleStyle>
    <p:bodyStyle>
      <a:lvl1pPr marL="227731" indent="-227731" algn="l" defTabSz="910925" rtl="0" eaLnBrk="1" latinLnBrk="0" hangingPunct="1">
        <a:lnSpc>
          <a:spcPct val="90000"/>
        </a:lnSpc>
        <a:spcBef>
          <a:spcPts val="996"/>
        </a:spcBef>
        <a:buFont typeface="Arial" panose="020B0604020202020204" pitchFamily="34" charset="0"/>
        <a:buChar char="•"/>
        <a:defRPr sz="1992" kern="1200">
          <a:solidFill>
            <a:schemeClr val="tx1">
              <a:lumMod val="85000"/>
              <a:lumOff val="15000"/>
            </a:schemeClr>
          </a:solidFill>
          <a:latin typeface="+mn-lt"/>
          <a:ea typeface="+mn-ea"/>
          <a:cs typeface="+mn-cs"/>
        </a:defRPr>
      </a:lvl1pPr>
      <a:lvl2pPr marL="683194" indent="-227731" algn="l" defTabSz="910925" rtl="0" eaLnBrk="1" latinLnBrk="0" hangingPunct="1">
        <a:lnSpc>
          <a:spcPct val="90000"/>
        </a:lnSpc>
        <a:spcBef>
          <a:spcPts val="498"/>
        </a:spcBef>
        <a:buFont typeface="Calibri" panose="020F0502020204030204" pitchFamily="34" charset="0"/>
        <a:buChar char="‒"/>
        <a:defRPr sz="1793" kern="1200">
          <a:solidFill>
            <a:schemeClr val="tx1">
              <a:lumMod val="85000"/>
              <a:lumOff val="15000"/>
            </a:schemeClr>
          </a:solidFill>
          <a:latin typeface="+mn-lt"/>
          <a:ea typeface="+mn-ea"/>
          <a:cs typeface="+mn-cs"/>
        </a:defRPr>
      </a:lvl2pPr>
      <a:lvl3pPr marL="1138657" indent="-227731" algn="l" defTabSz="910925" rtl="0" eaLnBrk="1" latinLnBrk="0" hangingPunct="1">
        <a:lnSpc>
          <a:spcPct val="90000"/>
        </a:lnSpc>
        <a:spcBef>
          <a:spcPts val="498"/>
        </a:spcBef>
        <a:buFont typeface="Calibri" panose="020F0502020204030204" pitchFamily="34" charset="0"/>
        <a:buChar char="▪"/>
        <a:defRPr sz="1594" kern="1200">
          <a:solidFill>
            <a:schemeClr val="tx1">
              <a:lumMod val="85000"/>
              <a:lumOff val="15000"/>
            </a:schemeClr>
          </a:solidFill>
          <a:latin typeface="+mn-lt"/>
          <a:ea typeface="+mn-ea"/>
          <a:cs typeface="+mn-cs"/>
        </a:defRPr>
      </a:lvl3pPr>
      <a:lvl4pPr marL="1594119" indent="-227731" algn="l" defTabSz="910925" rtl="0" eaLnBrk="1" latinLnBrk="0" hangingPunct="1">
        <a:lnSpc>
          <a:spcPct val="90000"/>
        </a:lnSpc>
        <a:spcBef>
          <a:spcPts val="498"/>
        </a:spcBef>
        <a:buFont typeface="Arial" panose="020B0604020202020204" pitchFamily="34" charset="0"/>
        <a:buChar char="•"/>
        <a:defRPr sz="1395" kern="1200">
          <a:solidFill>
            <a:schemeClr val="tx1"/>
          </a:solidFill>
          <a:latin typeface="+mn-lt"/>
          <a:ea typeface="+mn-ea"/>
          <a:cs typeface="+mn-cs"/>
        </a:defRPr>
      </a:lvl4pPr>
      <a:lvl5pPr marL="2049582" indent="-227731" algn="l" defTabSz="910925" rtl="0" eaLnBrk="1" latinLnBrk="0" hangingPunct="1">
        <a:lnSpc>
          <a:spcPct val="90000"/>
        </a:lnSpc>
        <a:spcBef>
          <a:spcPts val="498"/>
        </a:spcBef>
        <a:buFont typeface="Arial" panose="020B0604020202020204" pitchFamily="34" charset="0"/>
        <a:buChar char="•"/>
        <a:defRPr sz="1395" kern="1200">
          <a:solidFill>
            <a:schemeClr val="tx1"/>
          </a:solidFill>
          <a:latin typeface="+mn-lt"/>
          <a:ea typeface="+mn-ea"/>
          <a:cs typeface="+mn-cs"/>
        </a:defRPr>
      </a:lvl5pPr>
      <a:lvl6pPr marL="2505045"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6pPr>
      <a:lvl7pPr marL="2960507"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7pPr>
      <a:lvl8pPr marL="3415970"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8pPr>
      <a:lvl9pPr marL="3871432"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9pPr>
    </p:bodyStyle>
    <p:otherStyle>
      <a:defPPr>
        <a:defRPr lang="en-US"/>
      </a:defPPr>
      <a:lvl1pPr marL="0" algn="l" defTabSz="910925" rtl="0" eaLnBrk="1" latinLnBrk="0" hangingPunct="1">
        <a:defRPr sz="1793" kern="1200">
          <a:solidFill>
            <a:schemeClr val="tx1"/>
          </a:solidFill>
          <a:latin typeface="+mn-lt"/>
          <a:ea typeface="+mn-ea"/>
          <a:cs typeface="+mn-cs"/>
        </a:defRPr>
      </a:lvl1pPr>
      <a:lvl2pPr marL="455463" algn="l" defTabSz="910925" rtl="0" eaLnBrk="1" latinLnBrk="0" hangingPunct="1">
        <a:defRPr sz="1793" kern="1200">
          <a:solidFill>
            <a:schemeClr val="tx1"/>
          </a:solidFill>
          <a:latin typeface="+mn-lt"/>
          <a:ea typeface="+mn-ea"/>
          <a:cs typeface="+mn-cs"/>
        </a:defRPr>
      </a:lvl2pPr>
      <a:lvl3pPr marL="910925" algn="l" defTabSz="910925" rtl="0" eaLnBrk="1" latinLnBrk="0" hangingPunct="1">
        <a:defRPr sz="1793" kern="1200">
          <a:solidFill>
            <a:schemeClr val="tx1"/>
          </a:solidFill>
          <a:latin typeface="+mn-lt"/>
          <a:ea typeface="+mn-ea"/>
          <a:cs typeface="+mn-cs"/>
        </a:defRPr>
      </a:lvl3pPr>
      <a:lvl4pPr marL="1366388" algn="l" defTabSz="910925" rtl="0" eaLnBrk="1" latinLnBrk="0" hangingPunct="1">
        <a:defRPr sz="1793" kern="1200">
          <a:solidFill>
            <a:schemeClr val="tx1"/>
          </a:solidFill>
          <a:latin typeface="+mn-lt"/>
          <a:ea typeface="+mn-ea"/>
          <a:cs typeface="+mn-cs"/>
        </a:defRPr>
      </a:lvl4pPr>
      <a:lvl5pPr marL="1821851" algn="l" defTabSz="910925" rtl="0" eaLnBrk="1" latinLnBrk="0" hangingPunct="1">
        <a:defRPr sz="1793" kern="1200">
          <a:solidFill>
            <a:schemeClr val="tx1"/>
          </a:solidFill>
          <a:latin typeface="+mn-lt"/>
          <a:ea typeface="+mn-ea"/>
          <a:cs typeface="+mn-cs"/>
        </a:defRPr>
      </a:lvl5pPr>
      <a:lvl6pPr marL="2277313" algn="l" defTabSz="910925" rtl="0" eaLnBrk="1" latinLnBrk="0" hangingPunct="1">
        <a:defRPr sz="1793" kern="1200">
          <a:solidFill>
            <a:schemeClr val="tx1"/>
          </a:solidFill>
          <a:latin typeface="+mn-lt"/>
          <a:ea typeface="+mn-ea"/>
          <a:cs typeface="+mn-cs"/>
        </a:defRPr>
      </a:lvl6pPr>
      <a:lvl7pPr marL="2732776" algn="l" defTabSz="910925" rtl="0" eaLnBrk="1" latinLnBrk="0" hangingPunct="1">
        <a:defRPr sz="1793" kern="1200">
          <a:solidFill>
            <a:schemeClr val="tx1"/>
          </a:solidFill>
          <a:latin typeface="+mn-lt"/>
          <a:ea typeface="+mn-ea"/>
          <a:cs typeface="+mn-cs"/>
        </a:defRPr>
      </a:lvl7pPr>
      <a:lvl8pPr marL="3188238" algn="l" defTabSz="910925" rtl="0" eaLnBrk="1" latinLnBrk="0" hangingPunct="1">
        <a:defRPr sz="1793" kern="1200">
          <a:solidFill>
            <a:schemeClr val="tx1"/>
          </a:solidFill>
          <a:latin typeface="+mn-lt"/>
          <a:ea typeface="+mn-ea"/>
          <a:cs typeface="+mn-cs"/>
        </a:defRPr>
      </a:lvl8pPr>
      <a:lvl9pPr marL="3643701" algn="l" defTabSz="910925" rtl="0" eaLnBrk="1" latinLnBrk="0" hangingPunct="1">
        <a:defRPr sz="1793"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9" name="Objeto 8" hidden="1">
            <a:extLst>
              <a:ext uri="{FF2B5EF4-FFF2-40B4-BE49-F238E27FC236}">
                <a16:creationId xmlns:a16="http://schemas.microsoft.com/office/drawing/2014/main" id="{B1EE4FA1-AA98-4139-AC14-6B5C620C1D50}"/>
              </a:ext>
            </a:extLst>
          </p:cNvPr>
          <p:cNvGraphicFramePr>
            <a:graphicFrameLocks noChangeAspect="1"/>
          </p:cNvGraphicFramePr>
          <p:nvPr>
            <p:custDataLst>
              <p:tags r:id="rId18"/>
            </p:custDataLst>
          </p:nvPr>
        </p:nvGraphicFramePr>
        <p:xfrm>
          <a:off x="1583" y="1592"/>
          <a:ext cx="1582" cy="1592"/>
        </p:xfrm>
        <a:graphic>
          <a:graphicData uri="http://schemas.openxmlformats.org/presentationml/2006/ole">
            <mc:AlternateContent xmlns:mc="http://schemas.openxmlformats.org/markup-compatibility/2006">
              <mc:Choice xmlns:v="urn:schemas-microsoft-com:vml" Requires="v">
                <p:oleObj name="Diapositiva de think-cell" r:id="rId19" imgW="290" imgH="290" progId="TCLayout.ActiveDocument.1">
                  <p:embed/>
                </p:oleObj>
              </mc:Choice>
              <mc:Fallback>
                <p:oleObj name="Diapositiva de think-cell" r:id="rId19" imgW="290" imgH="290" progId="TCLayout.ActiveDocument.1">
                  <p:embed/>
                  <p:pic>
                    <p:nvPicPr>
                      <p:cNvPr id="9" name="Objeto 8" hidden="1">
                        <a:extLst>
                          <a:ext uri="{FF2B5EF4-FFF2-40B4-BE49-F238E27FC236}">
                            <a16:creationId xmlns:a16="http://schemas.microsoft.com/office/drawing/2014/main" id="{B1EE4FA1-AA98-4139-AC14-6B5C620C1D50}"/>
                          </a:ext>
                        </a:extLst>
                      </p:cNvPr>
                      <p:cNvPicPr/>
                      <p:nvPr/>
                    </p:nvPicPr>
                    <p:blipFill>
                      <a:blip r:embed="rId20"/>
                      <a:stretch>
                        <a:fillRect/>
                      </a:stretch>
                    </p:blipFill>
                    <p:spPr>
                      <a:xfrm>
                        <a:off x="1583" y="1592"/>
                        <a:ext cx="1582" cy="1592"/>
                      </a:xfrm>
                      <a:prstGeom prst="rect">
                        <a:avLst/>
                      </a:prstGeom>
                    </p:spPr>
                  </p:pic>
                </p:oleObj>
              </mc:Fallback>
            </mc:AlternateContent>
          </a:graphicData>
        </a:graphic>
      </p:graphicFrame>
      <p:pic>
        <p:nvPicPr>
          <p:cNvPr id="22" name="Picture 2">
            <a:extLst>
              <a:ext uri="{FF2B5EF4-FFF2-40B4-BE49-F238E27FC236}">
                <a16:creationId xmlns:a16="http://schemas.microsoft.com/office/drawing/2014/main" id="{B1EB5E4D-981C-4A66-96E2-C07DFFFEE206}"/>
              </a:ext>
            </a:extLst>
          </p:cNvPr>
          <p:cNvPicPr>
            <a:picLocks noChangeAspect="1"/>
          </p:cNvPicPr>
          <p:nvPr/>
        </p:nvPicPr>
        <p:blipFill rotWithShape="1">
          <a:blip r:embed="rId21">
            <a:alphaModFix amt="40000"/>
          </a:blip>
          <a:srcRect r="11707"/>
          <a:stretch/>
        </p:blipFill>
        <p:spPr>
          <a:xfrm flipH="1">
            <a:off x="-2" y="5930171"/>
            <a:ext cx="5314555" cy="961155"/>
          </a:xfrm>
          <a:prstGeom prst="rect">
            <a:avLst/>
          </a:prstGeom>
        </p:spPr>
      </p:pic>
      <p:sp>
        <p:nvSpPr>
          <p:cNvPr id="2" name="Marcador de título 1">
            <a:extLst>
              <a:ext uri="{FF2B5EF4-FFF2-40B4-BE49-F238E27FC236}">
                <a16:creationId xmlns:a16="http://schemas.microsoft.com/office/drawing/2014/main" id="{4D91D6A7-9A77-457F-90C8-E79A97CF4377}"/>
              </a:ext>
            </a:extLst>
          </p:cNvPr>
          <p:cNvSpPr>
            <a:spLocks noGrp="1"/>
          </p:cNvSpPr>
          <p:nvPr>
            <p:ph type="title"/>
          </p:nvPr>
        </p:nvSpPr>
        <p:spPr>
          <a:xfrm>
            <a:off x="289939" y="249671"/>
            <a:ext cx="11567672" cy="433100"/>
          </a:xfrm>
          <a:prstGeom prst="rect">
            <a:avLst/>
          </a:prstGeom>
        </p:spPr>
        <p:txBody>
          <a:bodyPr vert="horz" lIns="91440" tIns="45720" rIns="91440" bIns="45720" rtlCol="0" anchor="t">
            <a:noAutofit/>
          </a:bodyPr>
          <a:lstStyle/>
          <a:p>
            <a:r>
              <a:rPr lang="es-ES"/>
              <a:t>Haga clic para modificar el estilo de título de la diapositiva</a:t>
            </a:r>
            <a:endParaRPr lang="en-US"/>
          </a:p>
        </p:txBody>
      </p:sp>
      <p:sp>
        <p:nvSpPr>
          <p:cNvPr id="3" name="Marcador de texto 2">
            <a:extLst>
              <a:ext uri="{FF2B5EF4-FFF2-40B4-BE49-F238E27FC236}">
                <a16:creationId xmlns:a16="http://schemas.microsoft.com/office/drawing/2014/main" id="{EF810983-082D-445F-9F22-687B867D27F8}"/>
              </a:ext>
            </a:extLst>
          </p:cNvPr>
          <p:cNvSpPr>
            <a:spLocks noGrp="1"/>
          </p:cNvSpPr>
          <p:nvPr>
            <p:ph type="body" idx="1"/>
          </p:nvPr>
        </p:nvSpPr>
        <p:spPr>
          <a:xfrm>
            <a:off x="289939" y="1129921"/>
            <a:ext cx="11567671" cy="5062771"/>
          </a:xfrm>
          <a:prstGeom prst="rect">
            <a:avLst/>
          </a:prstGeom>
        </p:spPr>
        <p:txBody>
          <a:bodyPr vert="horz" lIns="91440" tIns="45720" rIns="91440" bIns="45720" rtlCol="0">
            <a:normAutofit/>
          </a:bodyPr>
          <a:lstStyle/>
          <a:p>
            <a:pPr lvl="0"/>
            <a:r>
              <a:rPr lang="es-ES"/>
              <a:t>Haga clic para modificar los estilos de texto</a:t>
            </a:r>
          </a:p>
          <a:p>
            <a:pPr lvl="1"/>
            <a:r>
              <a:rPr lang="es-ES"/>
              <a:t>Segundo nivel</a:t>
            </a:r>
          </a:p>
          <a:p>
            <a:pPr lvl="2"/>
            <a:r>
              <a:rPr lang="es-ES"/>
              <a:t>Tercer nivel</a:t>
            </a:r>
          </a:p>
        </p:txBody>
      </p:sp>
      <p:sp>
        <p:nvSpPr>
          <p:cNvPr id="6" name="Marcador de número de diapositiva 5">
            <a:extLst>
              <a:ext uri="{FF2B5EF4-FFF2-40B4-BE49-F238E27FC236}">
                <a16:creationId xmlns:a16="http://schemas.microsoft.com/office/drawing/2014/main" id="{FCF4B856-22A4-48D9-9488-A60336919CEA}"/>
              </a:ext>
            </a:extLst>
          </p:cNvPr>
          <p:cNvSpPr>
            <a:spLocks noGrp="1"/>
          </p:cNvSpPr>
          <p:nvPr>
            <p:ph type="sldNum" sz="quarter" idx="4"/>
          </p:nvPr>
        </p:nvSpPr>
        <p:spPr>
          <a:xfrm>
            <a:off x="11497803" y="6457521"/>
            <a:ext cx="488725" cy="366055"/>
          </a:xfrm>
          <a:prstGeom prst="rect">
            <a:avLst/>
          </a:prstGeom>
        </p:spPr>
        <p:txBody>
          <a:bodyPr vert="horz" lIns="0" tIns="0" rIns="0" bIns="0" rtlCol="0" anchor="ctr"/>
          <a:lstStyle>
            <a:lvl1pPr algn="ctr">
              <a:defRPr sz="1195" b="0">
                <a:solidFill>
                  <a:schemeClr val="tx1">
                    <a:lumMod val="75000"/>
                    <a:lumOff val="25000"/>
                  </a:schemeClr>
                </a:solidFill>
              </a:defRPr>
            </a:lvl1pPr>
          </a:lstStyle>
          <a:p>
            <a:fld id="{36ADD001-8635-4A12-8F2A-D42FB2234612}" type="slidenum">
              <a:rPr lang="en-US" smtClean="0"/>
              <a:pPr/>
              <a:t>‹Nº›</a:t>
            </a:fld>
            <a:endParaRPr lang="en-US"/>
          </a:p>
        </p:txBody>
      </p:sp>
      <p:graphicFrame>
        <p:nvGraphicFramePr>
          <p:cNvPr id="58" name="Tabla 58">
            <a:extLst>
              <a:ext uri="{FF2B5EF4-FFF2-40B4-BE49-F238E27FC236}">
                <a16:creationId xmlns:a16="http://schemas.microsoft.com/office/drawing/2014/main" id="{60BB0685-30D1-49A1-B820-06C8ADF8D364}"/>
              </a:ext>
            </a:extLst>
          </p:cNvPr>
          <p:cNvGraphicFramePr>
            <a:graphicFrameLocks noGrp="1"/>
          </p:cNvGraphicFramePr>
          <p:nvPr/>
        </p:nvGraphicFramePr>
        <p:xfrm>
          <a:off x="-644621" y="0"/>
          <a:ext cx="609769" cy="1588036"/>
        </p:xfrm>
        <a:graphic>
          <a:graphicData uri="http://schemas.openxmlformats.org/drawingml/2006/table">
            <a:tbl>
              <a:tblPr firstRow="1" bandRow="1">
                <a:tableStyleId>{5C22544A-7EE6-4342-B048-85BDC9FD1C3A}</a:tableStyleId>
              </a:tblPr>
              <a:tblGrid>
                <a:gridCol w="143475">
                  <a:extLst>
                    <a:ext uri="{9D8B030D-6E8A-4147-A177-3AD203B41FA5}">
                      <a16:colId xmlns:a16="http://schemas.microsoft.com/office/drawing/2014/main" val="196106640"/>
                    </a:ext>
                  </a:extLst>
                </a:gridCol>
                <a:gridCol w="35869">
                  <a:extLst>
                    <a:ext uri="{9D8B030D-6E8A-4147-A177-3AD203B41FA5}">
                      <a16:colId xmlns:a16="http://schemas.microsoft.com/office/drawing/2014/main" val="2734952404"/>
                    </a:ext>
                  </a:extLst>
                </a:gridCol>
                <a:gridCol w="143475">
                  <a:extLst>
                    <a:ext uri="{9D8B030D-6E8A-4147-A177-3AD203B41FA5}">
                      <a16:colId xmlns:a16="http://schemas.microsoft.com/office/drawing/2014/main" val="1186814675"/>
                    </a:ext>
                  </a:extLst>
                </a:gridCol>
                <a:gridCol w="143475">
                  <a:extLst>
                    <a:ext uri="{9D8B030D-6E8A-4147-A177-3AD203B41FA5}">
                      <a16:colId xmlns:a16="http://schemas.microsoft.com/office/drawing/2014/main" val="4037667467"/>
                    </a:ext>
                  </a:extLst>
                </a:gridCol>
                <a:gridCol w="143475">
                  <a:extLst>
                    <a:ext uri="{9D8B030D-6E8A-4147-A177-3AD203B41FA5}">
                      <a16:colId xmlns:a16="http://schemas.microsoft.com/office/drawing/2014/main" val="2412638856"/>
                    </a:ext>
                  </a:extLst>
                </a:gridCol>
              </a:tblGrid>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474933496"/>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732805723"/>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97959807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78110513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75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905409309"/>
                  </a:ext>
                </a:extLst>
              </a:tr>
              <a:tr h="72183">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635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635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4525149"/>
                  </a:ext>
                </a:extLst>
              </a:tr>
              <a:tr h="72183">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12700" cap="flat" cmpd="sng" algn="ctr">
                      <a:solidFill>
                        <a:srgbClr val="000000">
                          <a:alpha val="0"/>
                        </a:srgbClr>
                      </a:solidFill>
                      <a:prstDash val="solid"/>
                      <a:round/>
                      <a:headEnd type="none" w="med" len="med"/>
                      <a:tailEnd type="none" w="med" len="med"/>
                    </a:lnL>
                    <a:lnR w="635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6350" cap="flat" cmpd="sng" algn="ctr">
                      <a:solidFill>
                        <a:srgbClr val="000000">
                          <a:alpha val="0"/>
                        </a:srgbClr>
                      </a:solidFill>
                      <a:prstDash val="solid"/>
                      <a:round/>
                      <a:headEnd type="none" w="med" len="med"/>
                      <a:tailEnd type="none" w="med" len="med"/>
                    </a:lnL>
                    <a:lnR w="12700" cap="flat" cmpd="sng" algn="ctr">
                      <a:solidFill>
                        <a:srgbClr val="000000">
                          <a:alpha val="0"/>
                        </a:srgbClr>
                      </a:solidFill>
                      <a:prstDash val="solid"/>
                      <a:round/>
                      <a:headEnd type="none" w="med" len="med"/>
                      <a:tailEnd type="none" w="med" len="med"/>
                    </a:lnR>
                    <a:lnT w="12700" cap="flat" cmpd="sng" algn="ctr">
                      <a:solidFill>
                        <a:schemeClr val="tx1"/>
                      </a:solidFill>
                      <a:prstDash val="dot"/>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133201"/>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3CAC"/>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51687"/>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89CD"/>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AD8EE"/>
                    </a:solidFill>
                  </a:tcPr>
                </a:tc>
                <a:extLst>
                  <a:ext uri="{0D108BD9-81ED-4DB2-BD59-A6C34878D82A}">
                    <a16:rowId xmlns:a16="http://schemas.microsoft.com/office/drawing/2014/main" val="2033584857"/>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AD2C9"/>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F9D96"/>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7EE5DF"/>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F9F6"/>
                    </a:solidFill>
                  </a:tcPr>
                </a:tc>
                <a:extLst>
                  <a:ext uri="{0D108BD9-81ED-4DB2-BD59-A6C34878D82A}">
                    <a16:rowId xmlns:a16="http://schemas.microsoft.com/office/drawing/2014/main" val="3135226807"/>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6D07C"/>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777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79E6B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2F6E4"/>
                    </a:solidFill>
                  </a:tcPr>
                </a:tc>
                <a:extLst>
                  <a:ext uri="{0D108BD9-81ED-4DB2-BD59-A6C34878D82A}">
                    <a16:rowId xmlns:a16="http://schemas.microsoft.com/office/drawing/2014/main" val="2793464199"/>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DB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EA4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E965"/>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7CB"/>
                    </a:solidFill>
                  </a:tcPr>
                </a:tc>
                <a:extLst>
                  <a:ext uri="{0D108BD9-81ED-4DB2-BD59-A6C34878D82A}">
                    <a16:rowId xmlns:a16="http://schemas.microsoft.com/office/drawing/2014/main" val="2279847063"/>
                  </a:ext>
                </a:extLst>
              </a:tr>
              <a:tr h="144367">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50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E3C00"/>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E9565"/>
                    </a:solidFill>
                  </a:tcPr>
                </a:tc>
                <a:tc>
                  <a:txBody>
                    <a:bodyPr/>
                    <a:lstStyle/>
                    <a:p>
                      <a:endParaRPr lang="en-US" sz="2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DBCB"/>
                    </a:solidFill>
                  </a:tcPr>
                </a:tc>
                <a:extLst>
                  <a:ext uri="{0D108BD9-81ED-4DB2-BD59-A6C34878D82A}">
                    <a16:rowId xmlns:a16="http://schemas.microsoft.com/office/drawing/2014/main" val="1682237883"/>
                  </a:ext>
                </a:extLst>
              </a:tr>
            </a:tbl>
          </a:graphicData>
        </a:graphic>
      </p:graphicFrame>
      <p:cxnSp>
        <p:nvCxnSpPr>
          <p:cNvPr id="17" name="Separador numeración">
            <a:extLst>
              <a:ext uri="{FF2B5EF4-FFF2-40B4-BE49-F238E27FC236}">
                <a16:creationId xmlns:a16="http://schemas.microsoft.com/office/drawing/2014/main" id="{56965255-92E8-488C-87D2-6344BDD57A9C}"/>
              </a:ext>
            </a:extLst>
          </p:cNvPr>
          <p:cNvCxnSpPr>
            <a:cxnSpLocks/>
          </p:cNvCxnSpPr>
          <p:nvPr/>
        </p:nvCxnSpPr>
        <p:spPr>
          <a:xfrm>
            <a:off x="11497802" y="6523249"/>
            <a:ext cx="0" cy="234596"/>
          </a:xfrm>
          <a:prstGeom prst="line">
            <a:avLst/>
          </a:prstGeom>
          <a:ln w="63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8" name="Imagen 17" descr="Imagen que contiene Logotipo&#10;&#10;Descripción generada automáticamente">
            <a:extLst>
              <a:ext uri="{FF2B5EF4-FFF2-40B4-BE49-F238E27FC236}">
                <a16:creationId xmlns:a16="http://schemas.microsoft.com/office/drawing/2014/main" id="{D40ADFF4-56A4-462A-B3E0-B250C0E4E845}"/>
              </a:ext>
            </a:extLst>
          </p:cNvPr>
          <p:cNvPicPr>
            <a:picLocks noChangeAspect="1"/>
          </p:cNvPicPr>
          <p:nvPr/>
        </p:nvPicPr>
        <p:blipFill rotWithShape="1">
          <a:blip r:embed="rId22"/>
          <a:srcRect t="39632" b="40075"/>
          <a:stretch/>
        </p:blipFill>
        <p:spPr>
          <a:xfrm>
            <a:off x="9989990" y="6562988"/>
            <a:ext cx="1434750" cy="164783"/>
          </a:xfrm>
          <a:prstGeom prst="rect">
            <a:avLst/>
          </a:prstGeom>
        </p:spPr>
      </p:pic>
      <p:graphicFrame>
        <p:nvGraphicFramePr>
          <p:cNvPr id="10" name="Tabla 21">
            <a:extLst>
              <a:ext uri="{FF2B5EF4-FFF2-40B4-BE49-F238E27FC236}">
                <a16:creationId xmlns:a16="http://schemas.microsoft.com/office/drawing/2014/main" id="{7C37C578-8779-4DB5-A6D6-C9CF185196A1}"/>
              </a:ext>
            </a:extLst>
          </p:cNvPr>
          <p:cNvGraphicFramePr>
            <a:graphicFrameLocks noGrp="1"/>
          </p:cNvGraphicFramePr>
          <p:nvPr/>
        </p:nvGraphicFramePr>
        <p:xfrm>
          <a:off x="-178328" y="6442363"/>
          <a:ext cx="143475" cy="433101"/>
        </p:xfrm>
        <a:graphic>
          <a:graphicData uri="http://schemas.openxmlformats.org/drawingml/2006/table">
            <a:tbl>
              <a:tblPr firstRow="1" bandRow="1">
                <a:tableStyleId>{5C22544A-7EE6-4342-B048-85BDC9FD1C3A}</a:tableStyleId>
              </a:tblPr>
              <a:tblGrid>
                <a:gridCol w="143475">
                  <a:extLst>
                    <a:ext uri="{9D8B030D-6E8A-4147-A177-3AD203B41FA5}">
                      <a16:colId xmlns:a16="http://schemas.microsoft.com/office/drawing/2014/main" val="3819462841"/>
                    </a:ext>
                  </a:extLst>
                </a:gridCol>
              </a:tblGrid>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563C1"/>
                    </a:solidFill>
                  </a:tcPr>
                </a:tc>
                <a:extLst>
                  <a:ext uri="{0D108BD9-81ED-4DB2-BD59-A6C34878D82A}">
                    <a16:rowId xmlns:a16="http://schemas.microsoft.com/office/drawing/2014/main" val="1612473849"/>
                  </a:ext>
                </a:extLst>
              </a:tr>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07770"/>
                    </a:solidFill>
                  </a:tcPr>
                </a:tc>
                <a:extLst>
                  <a:ext uri="{0D108BD9-81ED-4DB2-BD59-A6C34878D82A}">
                    <a16:rowId xmlns:a16="http://schemas.microsoft.com/office/drawing/2014/main" val="3371440308"/>
                  </a:ext>
                </a:extLst>
              </a:tr>
              <a:tr h="144367">
                <a:tc>
                  <a:txBody>
                    <a:bodyPr/>
                    <a:lstStyle/>
                    <a:p>
                      <a:endParaRPr lang="es-PE" sz="100"/>
                    </a:p>
                  </a:txBody>
                  <a:tcPr marL="0" marR="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30C3E"/>
                    </a:solidFill>
                  </a:tcPr>
                </a:tc>
                <a:extLst>
                  <a:ext uri="{0D108BD9-81ED-4DB2-BD59-A6C34878D82A}">
                    <a16:rowId xmlns:a16="http://schemas.microsoft.com/office/drawing/2014/main" val="2689202745"/>
                  </a:ext>
                </a:extLst>
              </a:tr>
            </a:tbl>
          </a:graphicData>
        </a:graphic>
      </p:graphicFrame>
      <p:sp>
        <p:nvSpPr>
          <p:cNvPr id="5" name="CuadroTexto 4">
            <a:extLst>
              <a:ext uri="{FF2B5EF4-FFF2-40B4-BE49-F238E27FC236}">
                <a16:creationId xmlns:a16="http://schemas.microsoft.com/office/drawing/2014/main" id="{717874D3-35ED-0072-B6BB-5368A5A62DBB}"/>
              </a:ext>
            </a:extLst>
          </p:cNvPr>
          <p:cNvSpPr txBox="1"/>
          <p:nvPr>
            <p:extLst>
              <p:ext uri="{1162E1C5-73C7-4A58-AE30-91384D911F3F}">
                <p184:classification xmlns:p184="http://schemas.microsoft.com/office/powerpoint/2018/4/main" val="ftr"/>
              </p:ext>
            </p:extLst>
          </p:nvPr>
        </p:nvSpPr>
        <p:spPr>
          <a:xfrm>
            <a:off x="5186435" y="6689571"/>
            <a:ext cx="1796825" cy="122662"/>
          </a:xfrm>
          <a:prstGeom prst="rect">
            <a:avLst/>
          </a:prstGeom>
        </p:spPr>
        <p:txBody>
          <a:bodyPr horzOverflow="overflow" lIns="0" tIns="0" rIns="0" bIns="0">
            <a:spAutoFit/>
          </a:bodyPr>
          <a:lstStyle/>
          <a:p>
            <a:pPr algn="l"/>
            <a:r>
              <a:rPr lang="es-PE" sz="797">
                <a:solidFill>
                  <a:srgbClr val="0000FF"/>
                </a:solidFill>
                <a:latin typeface="Calibri" panose="020F0502020204030204" pitchFamily="34" charset="0"/>
                <a:ea typeface="Calibri" panose="020F0502020204030204" pitchFamily="34" charset="0"/>
                <a:cs typeface="Calibri" panose="020F0502020204030204" pitchFamily="34" charset="0"/>
              </a:rPr>
              <a:t>Datos elaborados por BCP para uso Interno</a:t>
            </a:r>
          </a:p>
        </p:txBody>
      </p:sp>
    </p:spTree>
    <p:extLst>
      <p:ext uri="{BB962C8B-B14F-4D97-AF65-F5344CB8AC3E}">
        <p14:creationId xmlns:p14="http://schemas.microsoft.com/office/powerpoint/2010/main" val="3149305047"/>
      </p:ext>
    </p:extLst>
  </p:cSld>
  <p:clrMap bg1="lt1" tx1="dk1" bg2="lt2" tx2="dk2" accent1="accent1" accent2="accent2" accent3="accent3" accent4="accent4" accent5="accent5" accent6="accent6" hlink="hlink" folHlink="folHlink"/>
  <p:sldLayoutIdLst>
    <p:sldLayoutId id="2147483852" r:id="rId1"/>
    <p:sldLayoutId id="2147483853" r:id="rId2"/>
    <p:sldLayoutId id="2147483854" r:id="rId3"/>
    <p:sldLayoutId id="2147483855" r:id="rId4"/>
    <p:sldLayoutId id="2147483856" r:id="rId5"/>
    <p:sldLayoutId id="2147483857" r:id="rId6"/>
    <p:sldLayoutId id="2147483858" r:id="rId7"/>
    <p:sldLayoutId id="2147483859" r:id="rId8"/>
    <p:sldLayoutId id="2147483860" r:id="rId9"/>
    <p:sldLayoutId id="2147483861" r:id="rId10"/>
    <p:sldLayoutId id="2147483862" r:id="rId11"/>
    <p:sldLayoutId id="2147483863" r:id="rId12"/>
    <p:sldLayoutId id="2147483864" r:id="rId13"/>
    <p:sldLayoutId id="2147483865" r:id="rId14"/>
    <p:sldLayoutId id="2147483866" r:id="rId15"/>
    <p:sldLayoutId id="2147483867" r:id="rId16"/>
  </p:sldLayoutIdLst>
  <p:hf hdr="0" dt="0"/>
  <p:txStyles>
    <p:titleStyle>
      <a:lvl1pPr algn="l" defTabSz="910925" rtl="0" eaLnBrk="1" latinLnBrk="0" hangingPunct="1">
        <a:lnSpc>
          <a:spcPct val="90000"/>
        </a:lnSpc>
        <a:spcBef>
          <a:spcPct val="0"/>
        </a:spcBef>
        <a:buNone/>
        <a:defRPr sz="2391" b="1" kern="1200">
          <a:solidFill>
            <a:schemeClr val="tx1"/>
          </a:solidFill>
          <a:latin typeface="+mj-lt"/>
          <a:ea typeface="Source Sans Pro" panose="020B0503030403020204" pitchFamily="34" charset="0"/>
          <a:cs typeface="Calibri Light" panose="020F0302020204030204" pitchFamily="34" charset="0"/>
        </a:defRPr>
      </a:lvl1pPr>
    </p:titleStyle>
    <p:bodyStyle>
      <a:lvl1pPr marL="227731" indent="-227731" algn="l" defTabSz="910925" rtl="0" eaLnBrk="1" latinLnBrk="0" hangingPunct="1">
        <a:lnSpc>
          <a:spcPct val="90000"/>
        </a:lnSpc>
        <a:spcBef>
          <a:spcPts val="996"/>
        </a:spcBef>
        <a:buFont typeface="Arial" panose="020B0604020202020204" pitchFamily="34" charset="0"/>
        <a:buChar char="•"/>
        <a:defRPr sz="1992" kern="1200">
          <a:solidFill>
            <a:schemeClr val="tx1">
              <a:lumMod val="85000"/>
              <a:lumOff val="15000"/>
            </a:schemeClr>
          </a:solidFill>
          <a:latin typeface="+mn-lt"/>
          <a:ea typeface="+mn-ea"/>
          <a:cs typeface="+mn-cs"/>
        </a:defRPr>
      </a:lvl1pPr>
      <a:lvl2pPr marL="683194" indent="-227731" algn="l" defTabSz="910925" rtl="0" eaLnBrk="1" latinLnBrk="0" hangingPunct="1">
        <a:lnSpc>
          <a:spcPct val="90000"/>
        </a:lnSpc>
        <a:spcBef>
          <a:spcPts val="498"/>
        </a:spcBef>
        <a:buFont typeface="Calibri" panose="020F0502020204030204" pitchFamily="34" charset="0"/>
        <a:buChar char="‒"/>
        <a:defRPr sz="1793" kern="1200">
          <a:solidFill>
            <a:schemeClr val="tx1">
              <a:lumMod val="85000"/>
              <a:lumOff val="15000"/>
            </a:schemeClr>
          </a:solidFill>
          <a:latin typeface="+mn-lt"/>
          <a:ea typeface="+mn-ea"/>
          <a:cs typeface="+mn-cs"/>
        </a:defRPr>
      </a:lvl2pPr>
      <a:lvl3pPr marL="1138657" indent="-227731" algn="l" defTabSz="910925" rtl="0" eaLnBrk="1" latinLnBrk="0" hangingPunct="1">
        <a:lnSpc>
          <a:spcPct val="90000"/>
        </a:lnSpc>
        <a:spcBef>
          <a:spcPts val="498"/>
        </a:spcBef>
        <a:buFont typeface="Calibri" panose="020F0502020204030204" pitchFamily="34" charset="0"/>
        <a:buChar char="▪"/>
        <a:defRPr sz="1594" kern="1200">
          <a:solidFill>
            <a:schemeClr val="tx1">
              <a:lumMod val="85000"/>
              <a:lumOff val="15000"/>
            </a:schemeClr>
          </a:solidFill>
          <a:latin typeface="+mn-lt"/>
          <a:ea typeface="+mn-ea"/>
          <a:cs typeface="+mn-cs"/>
        </a:defRPr>
      </a:lvl3pPr>
      <a:lvl4pPr marL="1594119" indent="-227731" algn="l" defTabSz="910925" rtl="0" eaLnBrk="1" latinLnBrk="0" hangingPunct="1">
        <a:lnSpc>
          <a:spcPct val="90000"/>
        </a:lnSpc>
        <a:spcBef>
          <a:spcPts val="498"/>
        </a:spcBef>
        <a:buFont typeface="Arial" panose="020B0604020202020204" pitchFamily="34" charset="0"/>
        <a:buChar char="•"/>
        <a:defRPr sz="1395" kern="1200">
          <a:solidFill>
            <a:schemeClr val="tx1"/>
          </a:solidFill>
          <a:latin typeface="+mn-lt"/>
          <a:ea typeface="+mn-ea"/>
          <a:cs typeface="+mn-cs"/>
        </a:defRPr>
      </a:lvl4pPr>
      <a:lvl5pPr marL="2049582" indent="-227731" algn="l" defTabSz="910925" rtl="0" eaLnBrk="1" latinLnBrk="0" hangingPunct="1">
        <a:lnSpc>
          <a:spcPct val="90000"/>
        </a:lnSpc>
        <a:spcBef>
          <a:spcPts val="498"/>
        </a:spcBef>
        <a:buFont typeface="Arial" panose="020B0604020202020204" pitchFamily="34" charset="0"/>
        <a:buChar char="•"/>
        <a:defRPr sz="1395" kern="1200">
          <a:solidFill>
            <a:schemeClr val="tx1"/>
          </a:solidFill>
          <a:latin typeface="+mn-lt"/>
          <a:ea typeface="+mn-ea"/>
          <a:cs typeface="+mn-cs"/>
        </a:defRPr>
      </a:lvl5pPr>
      <a:lvl6pPr marL="2505045"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6pPr>
      <a:lvl7pPr marL="2960507"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7pPr>
      <a:lvl8pPr marL="3415970"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8pPr>
      <a:lvl9pPr marL="3871432" indent="-227731" algn="l" defTabSz="910925" rtl="0" eaLnBrk="1" latinLnBrk="0" hangingPunct="1">
        <a:lnSpc>
          <a:spcPct val="90000"/>
        </a:lnSpc>
        <a:spcBef>
          <a:spcPts val="498"/>
        </a:spcBef>
        <a:buFont typeface="Arial" panose="020B0604020202020204" pitchFamily="34" charset="0"/>
        <a:buChar char="•"/>
        <a:defRPr sz="1793" kern="1200">
          <a:solidFill>
            <a:schemeClr val="tx1"/>
          </a:solidFill>
          <a:latin typeface="+mn-lt"/>
          <a:ea typeface="+mn-ea"/>
          <a:cs typeface="+mn-cs"/>
        </a:defRPr>
      </a:lvl9pPr>
    </p:bodyStyle>
    <p:otherStyle>
      <a:defPPr>
        <a:defRPr lang="en-US"/>
      </a:defPPr>
      <a:lvl1pPr marL="0" algn="l" defTabSz="910925" rtl="0" eaLnBrk="1" latinLnBrk="0" hangingPunct="1">
        <a:defRPr sz="1793" kern="1200">
          <a:solidFill>
            <a:schemeClr val="tx1"/>
          </a:solidFill>
          <a:latin typeface="+mn-lt"/>
          <a:ea typeface="+mn-ea"/>
          <a:cs typeface="+mn-cs"/>
        </a:defRPr>
      </a:lvl1pPr>
      <a:lvl2pPr marL="455463" algn="l" defTabSz="910925" rtl="0" eaLnBrk="1" latinLnBrk="0" hangingPunct="1">
        <a:defRPr sz="1793" kern="1200">
          <a:solidFill>
            <a:schemeClr val="tx1"/>
          </a:solidFill>
          <a:latin typeface="+mn-lt"/>
          <a:ea typeface="+mn-ea"/>
          <a:cs typeface="+mn-cs"/>
        </a:defRPr>
      </a:lvl2pPr>
      <a:lvl3pPr marL="910925" algn="l" defTabSz="910925" rtl="0" eaLnBrk="1" latinLnBrk="0" hangingPunct="1">
        <a:defRPr sz="1793" kern="1200">
          <a:solidFill>
            <a:schemeClr val="tx1"/>
          </a:solidFill>
          <a:latin typeface="+mn-lt"/>
          <a:ea typeface="+mn-ea"/>
          <a:cs typeface="+mn-cs"/>
        </a:defRPr>
      </a:lvl3pPr>
      <a:lvl4pPr marL="1366388" algn="l" defTabSz="910925" rtl="0" eaLnBrk="1" latinLnBrk="0" hangingPunct="1">
        <a:defRPr sz="1793" kern="1200">
          <a:solidFill>
            <a:schemeClr val="tx1"/>
          </a:solidFill>
          <a:latin typeface="+mn-lt"/>
          <a:ea typeface="+mn-ea"/>
          <a:cs typeface="+mn-cs"/>
        </a:defRPr>
      </a:lvl4pPr>
      <a:lvl5pPr marL="1821851" algn="l" defTabSz="910925" rtl="0" eaLnBrk="1" latinLnBrk="0" hangingPunct="1">
        <a:defRPr sz="1793" kern="1200">
          <a:solidFill>
            <a:schemeClr val="tx1"/>
          </a:solidFill>
          <a:latin typeface="+mn-lt"/>
          <a:ea typeface="+mn-ea"/>
          <a:cs typeface="+mn-cs"/>
        </a:defRPr>
      </a:lvl5pPr>
      <a:lvl6pPr marL="2277313" algn="l" defTabSz="910925" rtl="0" eaLnBrk="1" latinLnBrk="0" hangingPunct="1">
        <a:defRPr sz="1793" kern="1200">
          <a:solidFill>
            <a:schemeClr val="tx1"/>
          </a:solidFill>
          <a:latin typeface="+mn-lt"/>
          <a:ea typeface="+mn-ea"/>
          <a:cs typeface="+mn-cs"/>
        </a:defRPr>
      </a:lvl6pPr>
      <a:lvl7pPr marL="2732776" algn="l" defTabSz="910925" rtl="0" eaLnBrk="1" latinLnBrk="0" hangingPunct="1">
        <a:defRPr sz="1793" kern="1200">
          <a:solidFill>
            <a:schemeClr val="tx1"/>
          </a:solidFill>
          <a:latin typeface="+mn-lt"/>
          <a:ea typeface="+mn-ea"/>
          <a:cs typeface="+mn-cs"/>
        </a:defRPr>
      </a:lvl7pPr>
      <a:lvl8pPr marL="3188238" algn="l" defTabSz="910925" rtl="0" eaLnBrk="1" latinLnBrk="0" hangingPunct="1">
        <a:defRPr sz="1793" kern="1200">
          <a:solidFill>
            <a:schemeClr val="tx1"/>
          </a:solidFill>
          <a:latin typeface="+mn-lt"/>
          <a:ea typeface="+mn-ea"/>
          <a:cs typeface="+mn-cs"/>
        </a:defRPr>
      </a:lvl8pPr>
      <a:lvl9pPr marL="3643701" algn="l" defTabSz="910925" rtl="0" eaLnBrk="1" latinLnBrk="0" hangingPunct="1">
        <a:defRPr sz="179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9.xml"/></Relationships>
</file>

<file path=ppt/slides/_rels/slide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xml"/><Relationship Id="rId1" Type="http://schemas.openxmlformats.org/officeDocument/2006/relationships/slideLayout" Target="../slideLayouts/slideLayout59.xml"/></Relationships>
</file>

<file path=ppt/slides/_rels/slide5.xml.rels><?xml version="1.0" encoding="UTF-8" standalone="yes"?>
<Relationships xmlns="http://schemas.openxmlformats.org/package/2006/relationships"><Relationship Id="rId3" Type="http://schemas.openxmlformats.org/officeDocument/2006/relationships/hyperlink" Target="https://www.langchain.com/blog/the-rise-of-context-engineering" TargetMode="External"/><Relationship Id="rId2" Type="http://schemas.openxmlformats.org/officeDocument/2006/relationships/notesSlide" Target="../notesSlides/notesSlide5.xml"/><Relationship Id="rId1" Type="http://schemas.openxmlformats.org/officeDocument/2006/relationships/slideLayout" Target="../slideLayouts/slideLayout59.xml"/><Relationship Id="rId6" Type="http://schemas.openxmlformats.org/officeDocument/2006/relationships/image" Target="../media/image29.png"/><Relationship Id="rId5" Type="http://schemas.openxmlformats.org/officeDocument/2006/relationships/image" Target="../media/image28.jpeg"/><Relationship Id="rId4" Type="http://schemas.openxmlformats.org/officeDocument/2006/relationships/hyperlink" Target="https://pub.towardsai.net/state-of-context-engineering-in-2026-cf92d010eab1"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59.xml"/><Relationship Id="rId4" Type="http://schemas.openxmlformats.org/officeDocument/2006/relationships/image" Target="../media/image31.png"/></Relationships>
</file>

<file path=ppt/slides/_rels/slide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59.xml"/><Relationship Id="rId5" Type="http://schemas.openxmlformats.org/officeDocument/2006/relationships/image" Target="../media/image34.png"/><Relationship Id="rId4" Type="http://schemas.openxmlformats.org/officeDocument/2006/relationships/image" Target="../media/image33.png"/></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59.xml"/><Relationship Id="rId4" Type="http://schemas.openxmlformats.org/officeDocument/2006/relationships/image" Target="../media/image36.png"/></Relationships>
</file>

<file path=ppt/slides/_rels/slide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xml"/><Relationship Id="rId1" Type="http://schemas.openxmlformats.org/officeDocument/2006/relationships/slideLayout" Target="../slideLayouts/slideLayout59.xml"/><Relationship Id="rId4" Type="http://schemas.openxmlformats.org/officeDocument/2006/relationships/image" Target="../media/image38.png"/></Relationships>
</file>

<file path=ppt/slides/_rels/slide1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59.xml"/></Relationships>
</file>

<file path=ppt/slides/_rels/slide1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1.xml"/><Relationship Id="rId1" Type="http://schemas.openxmlformats.org/officeDocument/2006/relationships/slideLayout" Target="../slideLayouts/slideLayout5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9.xml"/></Relationships>
</file>

<file path=ppt/slides/_rels/slide1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59.xml"/><Relationship Id="rId4" Type="http://schemas.openxmlformats.org/officeDocument/2006/relationships/image" Target="../media/image42.png"/></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59.xml"/></Relationships>
</file>

<file path=ppt/slides/_rels/slide1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5.xml"/><Relationship Id="rId1" Type="http://schemas.openxmlformats.org/officeDocument/2006/relationships/slideLayout" Target="../slideLayouts/slideLayout59.xml"/><Relationship Id="rId5" Type="http://schemas.openxmlformats.org/officeDocument/2006/relationships/image" Target="../media/image46.png"/><Relationship Id="rId4" Type="http://schemas.openxmlformats.org/officeDocument/2006/relationships/image" Target="../media/image4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9.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59.xml"/><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59.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9.xml"/></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1.xml"/><Relationship Id="rId1" Type="http://schemas.openxmlformats.org/officeDocument/2006/relationships/slideLayout" Target="../slideLayouts/slideLayout59.xml"/></Relationships>
</file>

<file path=ppt/slides/_rels/slide2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2.xml"/><Relationship Id="rId1" Type="http://schemas.openxmlformats.org/officeDocument/2006/relationships/slideLayout" Target="../slideLayouts/slideLayout59.xml"/><Relationship Id="rId5" Type="http://schemas.openxmlformats.org/officeDocument/2006/relationships/image" Target="../media/image55.png"/><Relationship Id="rId4" Type="http://schemas.openxmlformats.org/officeDocument/2006/relationships/image" Target="../media/image54.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25.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24.xml"/><Relationship Id="rId1" Type="http://schemas.openxmlformats.org/officeDocument/2006/relationships/slideLayout" Target="../slideLayouts/slideLayout59.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3.png"/><Relationship Id="rId4" Type="http://schemas.openxmlformats.org/officeDocument/2006/relationships/image" Target="../media/image57.png"/><Relationship Id="rId9" Type="http://schemas.openxmlformats.org/officeDocument/2006/relationships/image" Target="../media/image6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8B9C6EA2-958C-F615-332E-B906FD847389}"/>
              </a:ext>
            </a:extLst>
          </p:cNvPr>
          <p:cNvSpPr>
            <a:spLocks noGrp="1"/>
          </p:cNvSpPr>
          <p:nvPr>
            <p:ph type="ctrTitle"/>
          </p:nvPr>
        </p:nvSpPr>
        <p:spPr>
          <a:xfrm>
            <a:off x="165962" y="3072062"/>
            <a:ext cx="5472435" cy="1771291"/>
          </a:xfrm>
        </p:spPr>
        <p:txBody>
          <a:bodyPr>
            <a:normAutofit/>
          </a:bodyPr>
          <a:lstStyle/>
          <a:p>
            <a:r>
              <a:rPr lang="es-PE" sz="4000" b="1" dirty="0" err="1">
                <a:solidFill>
                  <a:schemeClr val="bg1"/>
                </a:solidFill>
                <a:latin typeface="Flexo" pitchFamily="50" charset="0"/>
              </a:rPr>
              <a:t>Context</a:t>
            </a:r>
            <a:r>
              <a:rPr lang="es-PE" sz="4000" b="1" dirty="0">
                <a:solidFill>
                  <a:schemeClr val="bg1"/>
                </a:solidFill>
                <a:latin typeface="Flexo" pitchFamily="50" charset="0"/>
              </a:rPr>
              <a:t> </a:t>
            </a:r>
            <a:r>
              <a:rPr lang="es-PE" sz="4000" b="1" dirty="0" err="1">
                <a:solidFill>
                  <a:schemeClr val="bg1"/>
                </a:solidFill>
                <a:latin typeface="Flexo" pitchFamily="50" charset="0"/>
              </a:rPr>
              <a:t>Engineering</a:t>
            </a:r>
            <a:r>
              <a:rPr lang="es-PE" sz="4000" b="1" dirty="0">
                <a:solidFill>
                  <a:schemeClr val="bg1"/>
                </a:solidFill>
                <a:latin typeface="Flexo" pitchFamily="50" charset="0"/>
              </a:rPr>
              <a:t> y Ambigüedad en Agentes Conversacionales</a:t>
            </a:r>
          </a:p>
        </p:txBody>
      </p:sp>
      <p:sp>
        <p:nvSpPr>
          <p:cNvPr id="3" name="Subtitle 2">
            <a:extLst>
              <a:ext uri="{FF2B5EF4-FFF2-40B4-BE49-F238E27FC236}">
                <a16:creationId xmlns:a16="http://schemas.microsoft.com/office/drawing/2014/main" id="{8A5FC8C3-F4EA-1FCF-0A70-B0E233B55E4B}"/>
              </a:ext>
            </a:extLst>
          </p:cNvPr>
          <p:cNvSpPr>
            <a:spLocks noGrp="1"/>
          </p:cNvSpPr>
          <p:nvPr>
            <p:ph type="subTitle" idx="1"/>
          </p:nvPr>
        </p:nvSpPr>
        <p:spPr>
          <a:xfrm>
            <a:off x="165959" y="6141866"/>
            <a:ext cx="3488321" cy="357776"/>
          </a:xfrm>
          <a:effectLst>
            <a:outerShdw blurRad="50800" dist="38100" dir="10800000" algn="r" rotWithShape="0">
              <a:prstClr val="black">
                <a:alpha val="40000"/>
              </a:prstClr>
            </a:outerShdw>
          </a:effectLst>
        </p:spPr>
        <p:txBody>
          <a:bodyPr vert="horz" lIns="90875" tIns="45438" rIns="90875" bIns="45438" rtlCol="0" anchor="b">
            <a:normAutofit fontScale="97500"/>
          </a:bodyPr>
          <a:lstStyle/>
          <a:p>
            <a:pPr>
              <a:spcBef>
                <a:spcPct val="0"/>
              </a:spcBef>
            </a:pPr>
            <a:r>
              <a:rPr lang="es-PE" sz="1420" b="1" dirty="0">
                <a:solidFill>
                  <a:schemeClr val="bg1"/>
                </a:solidFill>
                <a:latin typeface="Flexo" pitchFamily="50" charset="0"/>
              </a:rPr>
              <a:t>IA Academy · Programa IA Credicorp</a:t>
            </a:r>
          </a:p>
        </p:txBody>
      </p:sp>
      <p:sp>
        <p:nvSpPr>
          <p:cNvPr id="4" name="CuadroTexto 3">
            <a:extLst>
              <a:ext uri="{FF2B5EF4-FFF2-40B4-BE49-F238E27FC236}">
                <a16:creationId xmlns:a16="http://schemas.microsoft.com/office/drawing/2014/main" id="{6249AA01-E3A0-FA6F-A3F3-6B367FB4D84D}"/>
              </a:ext>
            </a:extLst>
          </p:cNvPr>
          <p:cNvSpPr txBox="1"/>
          <p:nvPr/>
        </p:nvSpPr>
        <p:spPr>
          <a:xfrm>
            <a:off x="165961" y="5042850"/>
            <a:ext cx="6582681" cy="363176"/>
          </a:xfrm>
          <a:prstGeom prst="rect">
            <a:avLst/>
          </a:prstGeom>
          <a:noFill/>
        </p:spPr>
        <p:txBody>
          <a:bodyPr wrap="square">
            <a:spAutoFit/>
          </a:bodyPr>
          <a:lstStyle/>
          <a:p>
            <a:r>
              <a:rPr lang="es-PE" sz="1760" b="1" dirty="0">
                <a:solidFill>
                  <a:schemeClr val="bg1"/>
                </a:solidFill>
                <a:latin typeface="Flexo" pitchFamily="50" charset="0"/>
              </a:rPr>
              <a:t>Kevin Gómez</a:t>
            </a:r>
          </a:p>
        </p:txBody>
      </p:sp>
      <p:sp>
        <p:nvSpPr>
          <p:cNvPr id="11" name="CuadroTexto 10">
            <a:extLst>
              <a:ext uri="{FF2B5EF4-FFF2-40B4-BE49-F238E27FC236}">
                <a16:creationId xmlns:a16="http://schemas.microsoft.com/office/drawing/2014/main" id="{9A5161C4-EF3C-3CFC-8400-712F7E79DB2E}"/>
              </a:ext>
            </a:extLst>
          </p:cNvPr>
          <p:cNvSpPr txBox="1"/>
          <p:nvPr/>
        </p:nvSpPr>
        <p:spPr>
          <a:xfrm>
            <a:off x="9293290" y="6075431"/>
            <a:ext cx="2801041" cy="378565"/>
          </a:xfrm>
          <a:prstGeom prst="rect">
            <a:avLst/>
          </a:prstGeom>
          <a:solidFill>
            <a:schemeClr val="tx1">
              <a:alpha val="52000"/>
            </a:schemeClr>
          </a:solidFill>
        </p:spPr>
        <p:txBody>
          <a:bodyPr wrap="square" rtlCol="0">
            <a:spAutoFit/>
          </a:bodyPr>
          <a:lstStyle/>
          <a:p>
            <a:pPr algn="ctr"/>
            <a:r>
              <a:rPr lang="es-PE" sz="1860" b="1" dirty="0">
                <a:solidFill>
                  <a:schemeClr val="bg1"/>
                </a:solidFill>
                <a:latin typeface="Flexo" pitchFamily="50" charset="0"/>
              </a:rPr>
              <a:t>17 de setiembre de 2026</a:t>
            </a:r>
          </a:p>
        </p:txBody>
      </p:sp>
    </p:spTree>
    <p:extLst>
      <p:ext uri="{BB962C8B-B14F-4D97-AF65-F5344CB8AC3E}">
        <p14:creationId xmlns:p14="http://schemas.microsoft.com/office/powerpoint/2010/main" val="2296881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102" name="CuadroTexto 101">
            <a:extLst>
              <a:ext uri="{FF2B5EF4-FFF2-40B4-BE49-F238E27FC236}">
                <a16:creationId xmlns:a16="http://schemas.microsoft.com/office/drawing/2014/main" id="{3A5FAB19-2D5A-DE48-9939-BF0460153473}"/>
              </a:ext>
            </a:extLst>
          </p:cNvPr>
          <p:cNvSpPr txBox="1"/>
          <p:nvPr/>
        </p:nvSpPr>
        <p:spPr>
          <a:xfrm>
            <a:off x="609600" y="330200"/>
            <a:ext cx="8890000" cy="482600"/>
          </a:xfrm>
          <a:prstGeom prst="rect">
            <a:avLst/>
          </a:prstGeom>
          <a:noFill/>
        </p:spPr>
        <p:txBody>
          <a:bodyPr vertOverflow="overflow" vert="horz" wrap="none" rtlCol="0" anchor="t" anchorCtr="0">
            <a:noAutofit/>
          </a:bodyPr>
          <a:lstStyle/>
          <a:p>
            <a:pPr algn="l"/>
            <a:r>
              <a:rPr lang="es-US" sz="2200" b="1" dirty="0">
                <a:solidFill>
                  <a:srgbClr val="FFFFFF"/>
                </a:solidFill>
                <a:latin typeface="Aptos Display"/>
              </a:rPr>
              <a:t>Resumen</a:t>
            </a:r>
          </a:p>
        </p:txBody>
      </p:sp>
      <p:sp>
        <p:nvSpPr>
          <p:cNvPr id="104" name="Rectángulo 103">
            <a:extLst>
              <a:ext uri="{FF2B5EF4-FFF2-40B4-BE49-F238E27FC236}">
                <a16:creationId xmlns:a16="http://schemas.microsoft.com/office/drawing/2014/main" id="{54BF1A8F-6DC1-B44C-B720-61FEC00FA8D8}"/>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146" name="CuadroTexto 145">
            <a:extLst>
              <a:ext uri="{FF2B5EF4-FFF2-40B4-BE49-F238E27FC236}">
                <a16:creationId xmlns:a16="http://schemas.microsoft.com/office/drawing/2014/main" id="{E462852E-12AA-BF40-A54D-807E176A31CA}"/>
              </a:ext>
            </a:extLst>
          </p:cNvPr>
          <p:cNvSpPr txBox="1"/>
          <p:nvPr/>
        </p:nvSpPr>
        <p:spPr>
          <a:xfrm>
            <a:off x="355600" y="6578600"/>
            <a:ext cx="8636000" cy="165100"/>
          </a:xfrm>
          <a:prstGeom prst="rect">
            <a:avLst/>
          </a:prstGeom>
          <a:noFill/>
        </p:spPr>
        <p:txBody>
          <a:bodyPr vertOverflow="overflow" vert="horz" wrap="none" rtlCol="0" anchor="t" anchorCtr="0">
            <a:noAutofit/>
          </a:bodyPr>
          <a:lstStyle/>
          <a:p>
            <a:pPr algn="l"/>
            <a:r>
              <a:rPr lang="es-US" sz="520">
                <a:solidFill>
                  <a:srgbClr val="D8DEE8"/>
                </a:solidFill>
                <a:latin typeface="Aptos"/>
              </a:rPr>
              <a:t>Fuentes: Documentación oficial de Pydantic, FastAPI y Microsoft Agent Framework.</a:t>
            </a:r>
          </a:p>
        </p:txBody>
      </p:sp>
      <p:sp>
        <p:nvSpPr>
          <p:cNvPr id="2" name="Elipse 1">
            <a:extLst>
              <a:ext uri="{FF2B5EF4-FFF2-40B4-BE49-F238E27FC236}">
                <a16:creationId xmlns:a16="http://schemas.microsoft.com/office/drawing/2014/main" id="{8735E8D5-2D02-184B-9289-69BE390E3520}"/>
              </a:ext>
            </a:extLst>
          </p:cNvPr>
          <p:cNvSpPr/>
          <p:nvPr/>
        </p:nvSpPr>
        <p:spPr>
          <a:xfrm>
            <a:off x="736600" y="1320800"/>
            <a:ext cx="457200" cy="457200"/>
          </a:xfrm>
          <a:prstGeom prst="ellipse">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4" name="CuadroTexto 3">
            <a:extLst>
              <a:ext uri="{FF2B5EF4-FFF2-40B4-BE49-F238E27FC236}">
                <a16:creationId xmlns:a16="http://schemas.microsoft.com/office/drawing/2014/main" id="{3A6C7DB6-75B4-E549-BDF7-A60DFA72E61A}"/>
              </a:ext>
            </a:extLst>
          </p:cNvPr>
          <p:cNvSpPr txBox="1"/>
          <p:nvPr/>
        </p:nvSpPr>
        <p:spPr>
          <a:xfrm>
            <a:off x="736600" y="1435100"/>
            <a:ext cx="457200" cy="203200"/>
          </a:xfrm>
          <a:prstGeom prst="rect">
            <a:avLst/>
          </a:prstGeom>
          <a:noFill/>
        </p:spPr>
        <p:txBody>
          <a:bodyPr vertOverflow="overflow" vert="horz" wrap="none" rtlCol="0" anchor="ctr" anchorCtr="0">
            <a:noAutofit/>
          </a:bodyPr>
          <a:lstStyle/>
          <a:p>
            <a:pPr algn="ctr"/>
            <a:r>
              <a:rPr lang="es-US" sz="1800" b="1" dirty="0">
                <a:solidFill>
                  <a:srgbClr val="FFFFFF"/>
                </a:solidFill>
                <a:latin typeface="Aptos"/>
              </a:rPr>
              <a:t>01</a:t>
            </a:r>
          </a:p>
        </p:txBody>
      </p:sp>
      <p:sp>
        <p:nvSpPr>
          <p:cNvPr id="5" name="Rectángulo 4">
            <a:extLst>
              <a:ext uri="{FF2B5EF4-FFF2-40B4-BE49-F238E27FC236}">
                <a16:creationId xmlns:a16="http://schemas.microsoft.com/office/drawing/2014/main" id="{D8BA5D60-510D-7846-BAC5-1389114BC8DE}"/>
              </a:ext>
            </a:extLst>
          </p:cNvPr>
          <p:cNvSpPr/>
          <p:nvPr/>
        </p:nvSpPr>
        <p:spPr>
          <a:xfrm>
            <a:off x="939800" y="1778000"/>
            <a:ext cx="50800" cy="254000"/>
          </a:xfrm>
          <a:prstGeom prst="rect">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6" name="CuadroTexto 5">
            <a:extLst>
              <a:ext uri="{FF2B5EF4-FFF2-40B4-BE49-F238E27FC236}">
                <a16:creationId xmlns:a16="http://schemas.microsoft.com/office/drawing/2014/main" id="{A0CCA77F-123A-3A4C-87A5-967B5F3A7323}"/>
              </a:ext>
            </a:extLst>
          </p:cNvPr>
          <p:cNvSpPr txBox="1"/>
          <p:nvPr/>
        </p:nvSpPr>
        <p:spPr>
          <a:xfrm>
            <a:off x="1524000" y="1308100"/>
            <a:ext cx="2286000" cy="254000"/>
          </a:xfrm>
          <a:prstGeom prst="rect">
            <a:avLst/>
          </a:prstGeom>
          <a:noFill/>
        </p:spPr>
        <p:txBody>
          <a:bodyPr vertOverflow="overflow" vert="horz" wrap="none" rtlCol="0" anchor="t" anchorCtr="0">
            <a:noAutofit/>
          </a:bodyPr>
          <a:lstStyle/>
          <a:p>
            <a:pPr algn="l"/>
            <a:r>
              <a:rPr lang="es-US" sz="1800" b="1" dirty="0">
                <a:solidFill>
                  <a:srgbClr val="E7A1D3"/>
                </a:solidFill>
                <a:latin typeface="Aptos"/>
              </a:rPr>
              <a:t>Problema</a:t>
            </a:r>
          </a:p>
        </p:txBody>
      </p:sp>
      <p:sp>
        <p:nvSpPr>
          <p:cNvPr id="7" name="CuadroTexto 6">
            <a:extLst>
              <a:ext uri="{FF2B5EF4-FFF2-40B4-BE49-F238E27FC236}">
                <a16:creationId xmlns:a16="http://schemas.microsoft.com/office/drawing/2014/main" id="{ACE2C20D-072D-414D-BFE0-1ED8B08C2446}"/>
              </a:ext>
            </a:extLst>
          </p:cNvPr>
          <p:cNvSpPr txBox="1"/>
          <p:nvPr/>
        </p:nvSpPr>
        <p:spPr>
          <a:xfrm>
            <a:off x="1524000" y="1600200"/>
            <a:ext cx="8763000" cy="304800"/>
          </a:xfrm>
          <a:prstGeom prst="rect">
            <a:avLst/>
          </a:prstGeom>
          <a:noFill/>
        </p:spPr>
        <p:txBody>
          <a:bodyPr vertOverflow="overflow" vert="horz" wrap="square" rtlCol="0" anchor="t" anchorCtr="0">
            <a:noAutofit/>
          </a:bodyPr>
          <a:lstStyle/>
          <a:p>
            <a:pPr algn="l"/>
            <a:r>
              <a:rPr lang="es-MX" sz="1100" b="1" dirty="0">
                <a:solidFill>
                  <a:srgbClr val="FFFFFF"/>
                </a:solidFill>
                <a:latin typeface="Aptos"/>
              </a:rPr>
              <a:t>Por qué dar más contexto no garantiza respuestas correctas cuando la consulta o intención es ambigua</a:t>
            </a:r>
            <a:r>
              <a:rPr lang="es-US" sz="1100" b="1" dirty="0">
                <a:solidFill>
                  <a:srgbClr val="FFFFFF"/>
                </a:solidFill>
                <a:latin typeface="Aptos"/>
              </a:rPr>
              <a:t>.</a:t>
            </a:r>
          </a:p>
        </p:txBody>
      </p:sp>
      <p:sp>
        <p:nvSpPr>
          <p:cNvPr id="8" name="Elipse 7">
            <a:extLst>
              <a:ext uri="{FF2B5EF4-FFF2-40B4-BE49-F238E27FC236}">
                <a16:creationId xmlns:a16="http://schemas.microsoft.com/office/drawing/2014/main" id="{C605E6C9-26FF-574A-BA31-2960CFB594AA}"/>
              </a:ext>
            </a:extLst>
          </p:cNvPr>
          <p:cNvSpPr/>
          <p:nvPr/>
        </p:nvSpPr>
        <p:spPr>
          <a:xfrm>
            <a:off x="736600" y="2032000"/>
            <a:ext cx="457200" cy="457200"/>
          </a:xfrm>
          <a:prstGeom prst="ellipse">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9" name="CuadroTexto 8">
            <a:extLst>
              <a:ext uri="{FF2B5EF4-FFF2-40B4-BE49-F238E27FC236}">
                <a16:creationId xmlns:a16="http://schemas.microsoft.com/office/drawing/2014/main" id="{29ACA867-7AE5-264C-AEAB-A905A51D0ABC}"/>
              </a:ext>
            </a:extLst>
          </p:cNvPr>
          <p:cNvSpPr txBox="1"/>
          <p:nvPr/>
        </p:nvSpPr>
        <p:spPr>
          <a:xfrm>
            <a:off x="736600" y="2146300"/>
            <a:ext cx="457200" cy="203200"/>
          </a:xfrm>
          <a:prstGeom prst="rect">
            <a:avLst/>
          </a:prstGeom>
          <a:noFill/>
        </p:spPr>
        <p:txBody>
          <a:bodyPr vertOverflow="overflow" vert="horz" wrap="none" rtlCol="0" anchor="ctr" anchorCtr="0">
            <a:noAutofit/>
          </a:bodyPr>
          <a:lstStyle/>
          <a:p>
            <a:pPr algn="ctr"/>
            <a:r>
              <a:rPr lang="es-US" sz="1800" b="1">
                <a:solidFill>
                  <a:srgbClr val="FFFFFF"/>
                </a:solidFill>
                <a:latin typeface="Aptos"/>
              </a:rPr>
              <a:t>02</a:t>
            </a:r>
          </a:p>
        </p:txBody>
      </p:sp>
      <p:sp>
        <p:nvSpPr>
          <p:cNvPr id="10" name="Rectángulo 9">
            <a:extLst>
              <a:ext uri="{FF2B5EF4-FFF2-40B4-BE49-F238E27FC236}">
                <a16:creationId xmlns:a16="http://schemas.microsoft.com/office/drawing/2014/main" id="{63CE9BA7-9B61-374B-BE93-4DE10EBDB3E3}"/>
              </a:ext>
            </a:extLst>
          </p:cNvPr>
          <p:cNvSpPr/>
          <p:nvPr/>
        </p:nvSpPr>
        <p:spPr>
          <a:xfrm>
            <a:off x="939800" y="2489200"/>
            <a:ext cx="50800" cy="254000"/>
          </a:xfrm>
          <a:prstGeom prst="rect">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11" name="CuadroTexto 10">
            <a:extLst>
              <a:ext uri="{FF2B5EF4-FFF2-40B4-BE49-F238E27FC236}">
                <a16:creationId xmlns:a16="http://schemas.microsoft.com/office/drawing/2014/main" id="{A6E61313-031D-9448-915F-8E5E5F86F5B2}"/>
              </a:ext>
            </a:extLst>
          </p:cNvPr>
          <p:cNvSpPr txBox="1"/>
          <p:nvPr/>
        </p:nvSpPr>
        <p:spPr>
          <a:xfrm>
            <a:off x="1524000" y="2019300"/>
            <a:ext cx="2286000" cy="254000"/>
          </a:xfrm>
          <a:prstGeom prst="rect">
            <a:avLst/>
          </a:prstGeom>
          <a:noFill/>
        </p:spPr>
        <p:txBody>
          <a:bodyPr vertOverflow="overflow" vert="horz" wrap="none" rtlCol="0" anchor="t" anchorCtr="0">
            <a:noAutofit/>
          </a:bodyPr>
          <a:lstStyle/>
          <a:p>
            <a:pPr algn="l"/>
            <a:r>
              <a:rPr lang="es-US" sz="1800" b="1" dirty="0">
                <a:solidFill>
                  <a:srgbClr val="E7A1D3"/>
                </a:solidFill>
                <a:latin typeface="Aptos"/>
              </a:rPr>
              <a:t>Qué es </a:t>
            </a:r>
            <a:r>
              <a:rPr lang="es-US" sz="1800" b="1" dirty="0" err="1">
                <a:solidFill>
                  <a:srgbClr val="E7A1D3"/>
                </a:solidFill>
                <a:latin typeface="Aptos"/>
              </a:rPr>
              <a:t>Context</a:t>
            </a:r>
            <a:r>
              <a:rPr lang="es-US" sz="1800" b="1" dirty="0">
                <a:solidFill>
                  <a:srgbClr val="E7A1D3"/>
                </a:solidFill>
                <a:latin typeface="Aptos"/>
              </a:rPr>
              <a:t> </a:t>
            </a:r>
            <a:r>
              <a:rPr lang="es-US" sz="1800" b="1" dirty="0" err="1">
                <a:solidFill>
                  <a:srgbClr val="E7A1D3"/>
                </a:solidFill>
                <a:latin typeface="Aptos"/>
              </a:rPr>
              <a:t>Engineering</a:t>
            </a:r>
            <a:endParaRPr lang="es-US" sz="1800" b="1" dirty="0">
              <a:solidFill>
                <a:srgbClr val="E7A1D3"/>
              </a:solidFill>
              <a:latin typeface="Aptos"/>
            </a:endParaRPr>
          </a:p>
        </p:txBody>
      </p:sp>
      <p:sp>
        <p:nvSpPr>
          <p:cNvPr id="12" name="CuadroTexto 11">
            <a:extLst>
              <a:ext uri="{FF2B5EF4-FFF2-40B4-BE49-F238E27FC236}">
                <a16:creationId xmlns:a16="http://schemas.microsoft.com/office/drawing/2014/main" id="{866CD4C2-9FFA-0248-925E-3AC4F61ADD17}"/>
              </a:ext>
            </a:extLst>
          </p:cNvPr>
          <p:cNvSpPr txBox="1"/>
          <p:nvPr/>
        </p:nvSpPr>
        <p:spPr>
          <a:xfrm>
            <a:off x="1524000" y="2311400"/>
            <a:ext cx="8763000" cy="304800"/>
          </a:xfrm>
          <a:prstGeom prst="rect">
            <a:avLst/>
          </a:prstGeom>
          <a:noFill/>
        </p:spPr>
        <p:txBody>
          <a:bodyPr vertOverflow="overflow" vert="horz" wrap="square" rtlCol="0" anchor="t" anchorCtr="0">
            <a:noAutofit/>
          </a:bodyPr>
          <a:lstStyle/>
          <a:p>
            <a:pPr algn="l"/>
            <a:r>
              <a:rPr lang="es-MX" sz="1100" b="1" dirty="0">
                <a:solidFill>
                  <a:srgbClr val="FFFFFF"/>
                </a:solidFill>
                <a:latin typeface="Aptos"/>
              </a:rPr>
              <a:t>Seleccionar y organizar instrucciones, memoria, herramientas y evidencia para orientar al modelo</a:t>
            </a:r>
            <a:r>
              <a:rPr lang="es-US" sz="1100" b="1" dirty="0">
                <a:solidFill>
                  <a:srgbClr val="FFFFFF"/>
                </a:solidFill>
                <a:latin typeface="Aptos"/>
              </a:rPr>
              <a:t>.</a:t>
            </a:r>
          </a:p>
        </p:txBody>
      </p:sp>
      <p:sp>
        <p:nvSpPr>
          <p:cNvPr id="13" name="Elipse 12">
            <a:extLst>
              <a:ext uri="{FF2B5EF4-FFF2-40B4-BE49-F238E27FC236}">
                <a16:creationId xmlns:a16="http://schemas.microsoft.com/office/drawing/2014/main" id="{424ED9AA-92B3-6344-9270-FE12527F80E9}"/>
              </a:ext>
            </a:extLst>
          </p:cNvPr>
          <p:cNvSpPr/>
          <p:nvPr/>
        </p:nvSpPr>
        <p:spPr>
          <a:xfrm>
            <a:off x="736600" y="2743200"/>
            <a:ext cx="457200" cy="457200"/>
          </a:xfrm>
          <a:prstGeom prst="ellipse">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14" name="CuadroTexto 13">
            <a:extLst>
              <a:ext uri="{FF2B5EF4-FFF2-40B4-BE49-F238E27FC236}">
                <a16:creationId xmlns:a16="http://schemas.microsoft.com/office/drawing/2014/main" id="{1CD981A1-5FFB-FC4A-9D1A-7F22B8A44969}"/>
              </a:ext>
            </a:extLst>
          </p:cNvPr>
          <p:cNvSpPr txBox="1"/>
          <p:nvPr/>
        </p:nvSpPr>
        <p:spPr>
          <a:xfrm>
            <a:off x="736600" y="2857500"/>
            <a:ext cx="457200" cy="203200"/>
          </a:xfrm>
          <a:prstGeom prst="rect">
            <a:avLst/>
          </a:prstGeom>
          <a:noFill/>
        </p:spPr>
        <p:txBody>
          <a:bodyPr vertOverflow="overflow" vert="horz" wrap="none" rtlCol="0" anchor="ctr" anchorCtr="0">
            <a:noAutofit/>
          </a:bodyPr>
          <a:lstStyle/>
          <a:p>
            <a:pPr algn="ctr"/>
            <a:r>
              <a:rPr lang="es-US" sz="1800" b="1">
                <a:solidFill>
                  <a:srgbClr val="FFFFFF"/>
                </a:solidFill>
                <a:latin typeface="Aptos"/>
              </a:rPr>
              <a:t>03</a:t>
            </a:r>
          </a:p>
        </p:txBody>
      </p:sp>
      <p:sp>
        <p:nvSpPr>
          <p:cNvPr id="15" name="Rectángulo 14">
            <a:extLst>
              <a:ext uri="{FF2B5EF4-FFF2-40B4-BE49-F238E27FC236}">
                <a16:creationId xmlns:a16="http://schemas.microsoft.com/office/drawing/2014/main" id="{45B3723B-3926-B246-B718-4B3D0898A1D5}"/>
              </a:ext>
            </a:extLst>
          </p:cNvPr>
          <p:cNvSpPr/>
          <p:nvPr/>
        </p:nvSpPr>
        <p:spPr>
          <a:xfrm>
            <a:off x="939800" y="3200400"/>
            <a:ext cx="50800" cy="254000"/>
          </a:xfrm>
          <a:prstGeom prst="rect">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16" name="CuadroTexto 15">
            <a:extLst>
              <a:ext uri="{FF2B5EF4-FFF2-40B4-BE49-F238E27FC236}">
                <a16:creationId xmlns:a16="http://schemas.microsoft.com/office/drawing/2014/main" id="{7A71E048-90A3-CA45-9BCB-98FE0B06A8E7}"/>
              </a:ext>
            </a:extLst>
          </p:cNvPr>
          <p:cNvSpPr txBox="1"/>
          <p:nvPr/>
        </p:nvSpPr>
        <p:spPr>
          <a:xfrm>
            <a:off x="1524000" y="2730500"/>
            <a:ext cx="2286000" cy="254000"/>
          </a:xfrm>
          <a:prstGeom prst="rect">
            <a:avLst/>
          </a:prstGeom>
          <a:noFill/>
        </p:spPr>
        <p:txBody>
          <a:bodyPr vertOverflow="overflow" vert="horz" wrap="none" rtlCol="0" anchor="t" anchorCtr="0">
            <a:noAutofit/>
          </a:bodyPr>
          <a:lstStyle/>
          <a:p>
            <a:pPr algn="l"/>
            <a:r>
              <a:rPr lang="es-US" sz="1800" b="1" dirty="0">
                <a:solidFill>
                  <a:srgbClr val="E7A1D3"/>
                </a:solidFill>
                <a:latin typeface="Aptos"/>
              </a:rPr>
              <a:t>Modelo Probabilístico</a:t>
            </a:r>
          </a:p>
        </p:txBody>
      </p:sp>
      <p:sp>
        <p:nvSpPr>
          <p:cNvPr id="17" name="CuadroTexto 16">
            <a:extLst>
              <a:ext uri="{FF2B5EF4-FFF2-40B4-BE49-F238E27FC236}">
                <a16:creationId xmlns:a16="http://schemas.microsoft.com/office/drawing/2014/main" id="{807B6ECC-CCF6-BB40-B617-11FA9FE7F01F}"/>
              </a:ext>
            </a:extLst>
          </p:cNvPr>
          <p:cNvSpPr txBox="1"/>
          <p:nvPr/>
        </p:nvSpPr>
        <p:spPr>
          <a:xfrm>
            <a:off x="1524000" y="3022600"/>
            <a:ext cx="8763000" cy="304800"/>
          </a:xfrm>
          <a:prstGeom prst="rect">
            <a:avLst/>
          </a:prstGeom>
          <a:noFill/>
        </p:spPr>
        <p:txBody>
          <a:bodyPr vertOverflow="overflow" vert="horz" wrap="square" rtlCol="0" anchor="t" anchorCtr="0">
            <a:noAutofit/>
          </a:bodyPr>
          <a:lstStyle/>
          <a:p>
            <a:pPr algn="l"/>
            <a:r>
              <a:rPr lang="es-MX" sz="1100" b="1" dirty="0">
                <a:solidFill>
                  <a:srgbClr val="FFFFFF"/>
                </a:solidFill>
                <a:latin typeface="Aptos"/>
              </a:rPr>
              <a:t>El contexto modifica las probabilidades de los tokens y reduce la incertidumbre sobre la respuesta</a:t>
            </a:r>
            <a:r>
              <a:rPr lang="es-US" sz="1100" b="1" dirty="0">
                <a:solidFill>
                  <a:srgbClr val="FFFFFF"/>
                </a:solidFill>
                <a:latin typeface="Aptos"/>
              </a:rPr>
              <a:t>.</a:t>
            </a:r>
          </a:p>
        </p:txBody>
      </p:sp>
      <p:sp>
        <p:nvSpPr>
          <p:cNvPr id="18" name="Elipse 17">
            <a:extLst>
              <a:ext uri="{FF2B5EF4-FFF2-40B4-BE49-F238E27FC236}">
                <a16:creationId xmlns:a16="http://schemas.microsoft.com/office/drawing/2014/main" id="{103AB4BF-5A43-B548-8344-0C7FA6B32B7B}"/>
              </a:ext>
            </a:extLst>
          </p:cNvPr>
          <p:cNvSpPr/>
          <p:nvPr/>
        </p:nvSpPr>
        <p:spPr>
          <a:xfrm>
            <a:off x="736600" y="3454400"/>
            <a:ext cx="457200" cy="457200"/>
          </a:xfrm>
          <a:prstGeom prst="ellipse">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19" name="CuadroTexto 18">
            <a:extLst>
              <a:ext uri="{FF2B5EF4-FFF2-40B4-BE49-F238E27FC236}">
                <a16:creationId xmlns:a16="http://schemas.microsoft.com/office/drawing/2014/main" id="{90DF84CF-1985-FD4A-BCC3-D9DDC7770559}"/>
              </a:ext>
            </a:extLst>
          </p:cNvPr>
          <p:cNvSpPr txBox="1"/>
          <p:nvPr/>
        </p:nvSpPr>
        <p:spPr>
          <a:xfrm>
            <a:off x="736600" y="3568700"/>
            <a:ext cx="457200" cy="203200"/>
          </a:xfrm>
          <a:prstGeom prst="rect">
            <a:avLst/>
          </a:prstGeom>
          <a:noFill/>
        </p:spPr>
        <p:txBody>
          <a:bodyPr vertOverflow="overflow" vert="horz" wrap="none" rtlCol="0" anchor="ctr" anchorCtr="0">
            <a:noAutofit/>
          </a:bodyPr>
          <a:lstStyle/>
          <a:p>
            <a:pPr algn="ctr"/>
            <a:r>
              <a:rPr lang="es-US" sz="1800" b="1">
                <a:solidFill>
                  <a:srgbClr val="FFFFFF"/>
                </a:solidFill>
                <a:latin typeface="Aptos"/>
              </a:rPr>
              <a:t>04</a:t>
            </a:r>
          </a:p>
        </p:txBody>
      </p:sp>
      <p:sp>
        <p:nvSpPr>
          <p:cNvPr id="20" name="Rectángulo 19">
            <a:extLst>
              <a:ext uri="{FF2B5EF4-FFF2-40B4-BE49-F238E27FC236}">
                <a16:creationId xmlns:a16="http://schemas.microsoft.com/office/drawing/2014/main" id="{6A997566-CC93-9446-8FF0-0F852DA7B0E6}"/>
              </a:ext>
            </a:extLst>
          </p:cNvPr>
          <p:cNvSpPr/>
          <p:nvPr/>
        </p:nvSpPr>
        <p:spPr>
          <a:xfrm>
            <a:off x="939800" y="3911600"/>
            <a:ext cx="50800" cy="254000"/>
          </a:xfrm>
          <a:prstGeom prst="rect">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21" name="CuadroTexto 20">
            <a:extLst>
              <a:ext uri="{FF2B5EF4-FFF2-40B4-BE49-F238E27FC236}">
                <a16:creationId xmlns:a16="http://schemas.microsoft.com/office/drawing/2014/main" id="{8F12570D-9EEE-E648-B37D-494EC1678A03}"/>
              </a:ext>
            </a:extLst>
          </p:cNvPr>
          <p:cNvSpPr txBox="1"/>
          <p:nvPr/>
        </p:nvSpPr>
        <p:spPr>
          <a:xfrm>
            <a:off x="1524000" y="3441700"/>
            <a:ext cx="2286000" cy="254000"/>
          </a:xfrm>
          <a:prstGeom prst="rect">
            <a:avLst/>
          </a:prstGeom>
          <a:noFill/>
        </p:spPr>
        <p:txBody>
          <a:bodyPr vertOverflow="overflow" vert="horz" wrap="none" rtlCol="0" anchor="t" anchorCtr="0">
            <a:noAutofit/>
          </a:bodyPr>
          <a:lstStyle/>
          <a:p>
            <a:r>
              <a:rPr lang="es-US" sz="1800" b="1" dirty="0">
                <a:solidFill>
                  <a:srgbClr val="E7A1D3"/>
                </a:solidFill>
                <a:latin typeface="Aptos"/>
              </a:rPr>
              <a:t>Ambigüedad</a:t>
            </a:r>
          </a:p>
          <a:p>
            <a:pPr algn="l"/>
            <a:endParaRPr lang="es-US" sz="1800" b="1" dirty="0">
              <a:solidFill>
                <a:srgbClr val="E7A1D3"/>
              </a:solidFill>
              <a:latin typeface="Aptos"/>
            </a:endParaRPr>
          </a:p>
        </p:txBody>
      </p:sp>
      <p:sp>
        <p:nvSpPr>
          <p:cNvPr id="22" name="CuadroTexto 21">
            <a:extLst>
              <a:ext uri="{FF2B5EF4-FFF2-40B4-BE49-F238E27FC236}">
                <a16:creationId xmlns:a16="http://schemas.microsoft.com/office/drawing/2014/main" id="{F730F51F-9A4A-6A42-B51C-8F94703DBE31}"/>
              </a:ext>
            </a:extLst>
          </p:cNvPr>
          <p:cNvSpPr txBox="1"/>
          <p:nvPr/>
        </p:nvSpPr>
        <p:spPr>
          <a:xfrm>
            <a:off x="1524000" y="3733800"/>
            <a:ext cx="8763000" cy="304800"/>
          </a:xfrm>
          <a:prstGeom prst="rect">
            <a:avLst/>
          </a:prstGeom>
          <a:noFill/>
        </p:spPr>
        <p:txBody>
          <a:bodyPr vertOverflow="overflow" vert="horz" wrap="square" rtlCol="0" anchor="t" anchorCtr="0">
            <a:noAutofit/>
          </a:bodyPr>
          <a:lstStyle/>
          <a:p>
            <a:pPr algn="l"/>
            <a:r>
              <a:rPr lang="es-MX" sz="1100" b="1" dirty="0">
                <a:solidFill>
                  <a:srgbClr val="FFFFFF"/>
                </a:solidFill>
                <a:latin typeface="Aptos"/>
              </a:rPr>
              <a:t>Una misma consulta puede representar varias intenciones plausibles y provocar respuestas incorrectas</a:t>
            </a:r>
            <a:r>
              <a:rPr lang="es-US" sz="1100" b="1" dirty="0">
                <a:solidFill>
                  <a:srgbClr val="FFFFFF"/>
                </a:solidFill>
                <a:latin typeface="Aptos"/>
              </a:rPr>
              <a:t>.</a:t>
            </a:r>
          </a:p>
        </p:txBody>
      </p:sp>
      <p:sp>
        <p:nvSpPr>
          <p:cNvPr id="23" name="Elipse 22">
            <a:extLst>
              <a:ext uri="{FF2B5EF4-FFF2-40B4-BE49-F238E27FC236}">
                <a16:creationId xmlns:a16="http://schemas.microsoft.com/office/drawing/2014/main" id="{1A4A2643-D57C-6E4D-A879-6AADA345C2DA}"/>
              </a:ext>
            </a:extLst>
          </p:cNvPr>
          <p:cNvSpPr/>
          <p:nvPr/>
        </p:nvSpPr>
        <p:spPr>
          <a:xfrm>
            <a:off x="736600" y="4165600"/>
            <a:ext cx="457200" cy="457200"/>
          </a:xfrm>
          <a:prstGeom prst="ellipse">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24" name="CuadroTexto 23">
            <a:extLst>
              <a:ext uri="{FF2B5EF4-FFF2-40B4-BE49-F238E27FC236}">
                <a16:creationId xmlns:a16="http://schemas.microsoft.com/office/drawing/2014/main" id="{321B7448-231C-054B-817E-BF1486E1623C}"/>
              </a:ext>
            </a:extLst>
          </p:cNvPr>
          <p:cNvSpPr txBox="1"/>
          <p:nvPr/>
        </p:nvSpPr>
        <p:spPr>
          <a:xfrm>
            <a:off x="736600" y="4279900"/>
            <a:ext cx="457200" cy="203200"/>
          </a:xfrm>
          <a:prstGeom prst="rect">
            <a:avLst/>
          </a:prstGeom>
          <a:noFill/>
        </p:spPr>
        <p:txBody>
          <a:bodyPr vertOverflow="overflow" vert="horz" wrap="none" rtlCol="0" anchor="ctr" anchorCtr="0">
            <a:noAutofit/>
          </a:bodyPr>
          <a:lstStyle/>
          <a:p>
            <a:pPr algn="ctr"/>
            <a:r>
              <a:rPr lang="es-US" sz="1800" b="1">
                <a:solidFill>
                  <a:srgbClr val="FFFFFF"/>
                </a:solidFill>
                <a:latin typeface="Aptos"/>
              </a:rPr>
              <a:t>05</a:t>
            </a:r>
          </a:p>
        </p:txBody>
      </p:sp>
      <p:sp>
        <p:nvSpPr>
          <p:cNvPr id="25" name="Rectángulo 24">
            <a:extLst>
              <a:ext uri="{FF2B5EF4-FFF2-40B4-BE49-F238E27FC236}">
                <a16:creationId xmlns:a16="http://schemas.microsoft.com/office/drawing/2014/main" id="{F1D33555-C6DD-264E-B0A9-EE1099BBD0CD}"/>
              </a:ext>
            </a:extLst>
          </p:cNvPr>
          <p:cNvSpPr/>
          <p:nvPr/>
        </p:nvSpPr>
        <p:spPr>
          <a:xfrm>
            <a:off x="939800" y="4622800"/>
            <a:ext cx="50800" cy="254000"/>
          </a:xfrm>
          <a:prstGeom prst="rect">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26" name="CuadroTexto 25">
            <a:extLst>
              <a:ext uri="{FF2B5EF4-FFF2-40B4-BE49-F238E27FC236}">
                <a16:creationId xmlns:a16="http://schemas.microsoft.com/office/drawing/2014/main" id="{01924E99-CCCD-EE40-B7F4-9D20994A2ACC}"/>
              </a:ext>
            </a:extLst>
          </p:cNvPr>
          <p:cNvSpPr txBox="1"/>
          <p:nvPr/>
        </p:nvSpPr>
        <p:spPr>
          <a:xfrm>
            <a:off x="1524000" y="4152900"/>
            <a:ext cx="2286000" cy="254000"/>
          </a:xfrm>
          <a:prstGeom prst="rect">
            <a:avLst/>
          </a:prstGeom>
          <a:noFill/>
        </p:spPr>
        <p:txBody>
          <a:bodyPr vertOverflow="overflow" vert="horz" wrap="none" rtlCol="0" anchor="t" anchorCtr="0">
            <a:noAutofit/>
          </a:bodyPr>
          <a:lstStyle/>
          <a:p>
            <a:pPr algn="l"/>
            <a:r>
              <a:rPr lang="es-US" sz="1800" b="1" dirty="0">
                <a:solidFill>
                  <a:srgbClr val="E7A1D3"/>
                </a:solidFill>
                <a:latin typeface="Aptos"/>
              </a:rPr>
              <a:t>Cuándo clarificar</a:t>
            </a:r>
          </a:p>
        </p:txBody>
      </p:sp>
      <p:sp>
        <p:nvSpPr>
          <p:cNvPr id="27" name="CuadroTexto 26">
            <a:extLst>
              <a:ext uri="{FF2B5EF4-FFF2-40B4-BE49-F238E27FC236}">
                <a16:creationId xmlns:a16="http://schemas.microsoft.com/office/drawing/2014/main" id="{A374DA2C-3F61-9B40-91E3-16A15CEBF917}"/>
              </a:ext>
            </a:extLst>
          </p:cNvPr>
          <p:cNvSpPr txBox="1"/>
          <p:nvPr/>
        </p:nvSpPr>
        <p:spPr>
          <a:xfrm>
            <a:off x="1524000" y="4445000"/>
            <a:ext cx="8763000" cy="304800"/>
          </a:xfrm>
          <a:prstGeom prst="rect">
            <a:avLst/>
          </a:prstGeom>
          <a:noFill/>
        </p:spPr>
        <p:txBody>
          <a:bodyPr vertOverflow="overflow" vert="horz" wrap="square" rtlCol="0" anchor="t" anchorCtr="0">
            <a:noAutofit/>
          </a:bodyPr>
          <a:lstStyle/>
          <a:p>
            <a:pPr algn="l"/>
            <a:r>
              <a:rPr lang="es-MX" sz="1100" b="1" dirty="0">
                <a:solidFill>
                  <a:srgbClr val="FFFFFF"/>
                </a:solidFill>
                <a:latin typeface="Aptos"/>
              </a:rPr>
              <a:t>Cómo decidir entre responder o preguntar según la incertidumbre, el costo de interacción y el riesgo de error</a:t>
            </a:r>
            <a:r>
              <a:rPr lang="es-US" sz="1100" b="1" dirty="0">
                <a:solidFill>
                  <a:srgbClr val="FFFFFF"/>
                </a:solidFill>
                <a:latin typeface="Aptos"/>
              </a:rPr>
              <a:t>.</a:t>
            </a:r>
          </a:p>
        </p:txBody>
      </p:sp>
      <p:sp>
        <p:nvSpPr>
          <p:cNvPr id="28" name="Elipse 27">
            <a:extLst>
              <a:ext uri="{FF2B5EF4-FFF2-40B4-BE49-F238E27FC236}">
                <a16:creationId xmlns:a16="http://schemas.microsoft.com/office/drawing/2014/main" id="{42F04291-4B4E-E44D-8963-A1166B14A098}"/>
              </a:ext>
            </a:extLst>
          </p:cNvPr>
          <p:cNvSpPr/>
          <p:nvPr/>
        </p:nvSpPr>
        <p:spPr>
          <a:xfrm>
            <a:off x="736600" y="4876800"/>
            <a:ext cx="457200" cy="457200"/>
          </a:xfrm>
          <a:prstGeom prst="ellipse">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29" name="CuadroTexto 28">
            <a:extLst>
              <a:ext uri="{FF2B5EF4-FFF2-40B4-BE49-F238E27FC236}">
                <a16:creationId xmlns:a16="http://schemas.microsoft.com/office/drawing/2014/main" id="{EA5635A2-9316-0C49-9153-AF1E5D6C1D0F}"/>
              </a:ext>
            </a:extLst>
          </p:cNvPr>
          <p:cNvSpPr txBox="1"/>
          <p:nvPr/>
        </p:nvSpPr>
        <p:spPr>
          <a:xfrm>
            <a:off x="736600" y="4991100"/>
            <a:ext cx="457200" cy="203200"/>
          </a:xfrm>
          <a:prstGeom prst="rect">
            <a:avLst/>
          </a:prstGeom>
          <a:noFill/>
        </p:spPr>
        <p:txBody>
          <a:bodyPr vertOverflow="overflow" vert="horz" wrap="none" rtlCol="0" anchor="ctr" anchorCtr="0">
            <a:noAutofit/>
          </a:bodyPr>
          <a:lstStyle/>
          <a:p>
            <a:pPr algn="ctr"/>
            <a:r>
              <a:rPr lang="es-US" sz="1800" b="1">
                <a:solidFill>
                  <a:srgbClr val="FFFFFF"/>
                </a:solidFill>
                <a:latin typeface="Aptos"/>
              </a:rPr>
              <a:t>06</a:t>
            </a:r>
          </a:p>
        </p:txBody>
      </p:sp>
      <p:sp>
        <p:nvSpPr>
          <p:cNvPr id="30" name="Rectángulo 29">
            <a:extLst>
              <a:ext uri="{FF2B5EF4-FFF2-40B4-BE49-F238E27FC236}">
                <a16:creationId xmlns:a16="http://schemas.microsoft.com/office/drawing/2014/main" id="{7FA685B2-8520-6348-A35D-8BFFC8A1A74F}"/>
              </a:ext>
            </a:extLst>
          </p:cNvPr>
          <p:cNvSpPr/>
          <p:nvPr/>
        </p:nvSpPr>
        <p:spPr>
          <a:xfrm>
            <a:off x="939800" y="5334000"/>
            <a:ext cx="50800" cy="254000"/>
          </a:xfrm>
          <a:prstGeom prst="rect">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31" name="CuadroTexto 30">
            <a:extLst>
              <a:ext uri="{FF2B5EF4-FFF2-40B4-BE49-F238E27FC236}">
                <a16:creationId xmlns:a16="http://schemas.microsoft.com/office/drawing/2014/main" id="{E043EA08-F495-274A-B4C9-A1CF927B9633}"/>
              </a:ext>
            </a:extLst>
          </p:cNvPr>
          <p:cNvSpPr txBox="1"/>
          <p:nvPr/>
        </p:nvSpPr>
        <p:spPr>
          <a:xfrm>
            <a:off x="1524000" y="4864100"/>
            <a:ext cx="2286000" cy="254000"/>
          </a:xfrm>
          <a:prstGeom prst="rect">
            <a:avLst/>
          </a:prstGeom>
          <a:noFill/>
        </p:spPr>
        <p:txBody>
          <a:bodyPr vertOverflow="overflow" vert="horz" wrap="none" rtlCol="0" anchor="t" anchorCtr="0">
            <a:noAutofit/>
          </a:bodyPr>
          <a:lstStyle/>
          <a:p>
            <a:pPr algn="l"/>
            <a:r>
              <a:rPr lang="es-US" sz="1800" b="1" dirty="0">
                <a:solidFill>
                  <a:srgbClr val="E7A1D3"/>
                </a:solidFill>
                <a:latin typeface="Aptos"/>
              </a:rPr>
              <a:t>Demo</a:t>
            </a:r>
          </a:p>
        </p:txBody>
      </p:sp>
      <p:sp>
        <p:nvSpPr>
          <p:cNvPr id="32" name="CuadroTexto 31">
            <a:extLst>
              <a:ext uri="{FF2B5EF4-FFF2-40B4-BE49-F238E27FC236}">
                <a16:creationId xmlns:a16="http://schemas.microsoft.com/office/drawing/2014/main" id="{D30C00A9-C49B-724A-9848-C4B30336EE7F}"/>
              </a:ext>
            </a:extLst>
          </p:cNvPr>
          <p:cNvSpPr txBox="1"/>
          <p:nvPr/>
        </p:nvSpPr>
        <p:spPr>
          <a:xfrm>
            <a:off x="1524000" y="5156200"/>
            <a:ext cx="8763000" cy="304800"/>
          </a:xfrm>
          <a:prstGeom prst="rect">
            <a:avLst/>
          </a:prstGeom>
          <a:noFill/>
        </p:spPr>
        <p:txBody>
          <a:bodyPr vertOverflow="overflow" vert="horz" wrap="square" rtlCol="0" anchor="t" anchorCtr="0">
            <a:noAutofit/>
          </a:bodyPr>
          <a:lstStyle/>
          <a:p>
            <a:pPr algn="l"/>
            <a:r>
              <a:rPr lang="es-MX" sz="1100" b="1" dirty="0">
                <a:solidFill>
                  <a:srgbClr val="FFFFFF"/>
                </a:solidFill>
                <a:latin typeface="Aptos"/>
              </a:rPr>
              <a:t>Aplicación práctica del enfoque para detectar ambigüedad, recuperar evidencia y formular una aclaración cuando sea necesario</a:t>
            </a:r>
            <a:r>
              <a:rPr lang="es-US" sz="1100" b="1" dirty="0">
                <a:solidFill>
                  <a:srgbClr val="FFFFFF"/>
                </a:solidFill>
                <a:latin typeface="Aptos"/>
              </a:rPr>
              <a:t>.</a:t>
            </a:r>
          </a:p>
        </p:txBody>
      </p:sp>
      <p:sp>
        <p:nvSpPr>
          <p:cNvPr id="33" name="Elipse 32">
            <a:extLst>
              <a:ext uri="{FF2B5EF4-FFF2-40B4-BE49-F238E27FC236}">
                <a16:creationId xmlns:a16="http://schemas.microsoft.com/office/drawing/2014/main" id="{EB059483-3D65-CF48-BD4B-417F799A77EC}"/>
              </a:ext>
            </a:extLst>
          </p:cNvPr>
          <p:cNvSpPr/>
          <p:nvPr/>
        </p:nvSpPr>
        <p:spPr>
          <a:xfrm>
            <a:off x="736600" y="5588000"/>
            <a:ext cx="457200" cy="457200"/>
          </a:xfrm>
          <a:prstGeom prst="ellipse">
            <a:avLst/>
          </a:prstGeom>
          <a:solidFill>
            <a:srgbClr val="00B7C8"/>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800" b="1" dirty="0" err="1">
              <a:solidFill>
                <a:schemeClr val="tx1"/>
              </a:solidFill>
            </a:endParaRPr>
          </a:p>
        </p:txBody>
      </p:sp>
      <p:sp>
        <p:nvSpPr>
          <p:cNvPr id="34" name="CuadroTexto 33">
            <a:extLst>
              <a:ext uri="{FF2B5EF4-FFF2-40B4-BE49-F238E27FC236}">
                <a16:creationId xmlns:a16="http://schemas.microsoft.com/office/drawing/2014/main" id="{BD453191-5234-0B4A-8A94-2BA279E2752F}"/>
              </a:ext>
            </a:extLst>
          </p:cNvPr>
          <p:cNvSpPr txBox="1"/>
          <p:nvPr/>
        </p:nvSpPr>
        <p:spPr>
          <a:xfrm>
            <a:off x="736600" y="5702300"/>
            <a:ext cx="457200" cy="203200"/>
          </a:xfrm>
          <a:prstGeom prst="rect">
            <a:avLst/>
          </a:prstGeom>
          <a:noFill/>
        </p:spPr>
        <p:txBody>
          <a:bodyPr vertOverflow="overflow" vert="horz" wrap="none" rtlCol="0" anchor="ctr" anchorCtr="0">
            <a:noAutofit/>
          </a:bodyPr>
          <a:lstStyle/>
          <a:p>
            <a:pPr algn="ctr"/>
            <a:r>
              <a:rPr lang="es-US" sz="1800" b="1">
                <a:solidFill>
                  <a:srgbClr val="FFFFFF"/>
                </a:solidFill>
                <a:latin typeface="Aptos"/>
              </a:rPr>
              <a:t>07</a:t>
            </a:r>
          </a:p>
        </p:txBody>
      </p:sp>
      <p:sp>
        <p:nvSpPr>
          <p:cNvPr id="35" name="CuadroTexto 34">
            <a:extLst>
              <a:ext uri="{FF2B5EF4-FFF2-40B4-BE49-F238E27FC236}">
                <a16:creationId xmlns:a16="http://schemas.microsoft.com/office/drawing/2014/main" id="{FEDA2EAB-CCEE-744C-9BF0-C74CAADF5B2E}"/>
              </a:ext>
            </a:extLst>
          </p:cNvPr>
          <p:cNvSpPr txBox="1"/>
          <p:nvPr/>
        </p:nvSpPr>
        <p:spPr>
          <a:xfrm>
            <a:off x="1524000" y="5575300"/>
            <a:ext cx="2286000" cy="254000"/>
          </a:xfrm>
          <a:prstGeom prst="rect">
            <a:avLst/>
          </a:prstGeom>
          <a:noFill/>
        </p:spPr>
        <p:txBody>
          <a:bodyPr vertOverflow="overflow" vert="horz" wrap="none" rtlCol="0" anchor="t" anchorCtr="0">
            <a:noAutofit/>
          </a:bodyPr>
          <a:lstStyle/>
          <a:p>
            <a:pPr algn="l"/>
            <a:r>
              <a:rPr lang="es-US" sz="1800" b="1" dirty="0">
                <a:solidFill>
                  <a:srgbClr val="E7A1D3"/>
                </a:solidFill>
                <a:latin typeface="Aptos"/>
              </a:rPr>
              <a:t>Conclusiones y Anexos</a:t>
            </a:r>
          </a:p>
        </p:txBody>
      </p:sp>
      <p:sp>
        <p:nvSpPr>
          <p:cNvPr id="36" name="CuadroTexto 35">
            <a:extLst>
              <a:ext uri="{FF2B5EF4-FFF2-40B4-BE49-F238E27FC236}">
                <a16:creationId xmlns:a16="http://schemas.microsoft.com/office/drawing/2014/main" id="{E6A17C45-D4AC-A444-9F07-6E7FD911C82E}"/>
              </a:ext>
            </a:extLst>
          </p:cNvPr>
          <p:cNvSpPr txBox="1"/>
          <p:nvPr/>
        </p:nvSpPr>
        <p:spPr>
          <a:xfrm>
            <a:off x="1524000" y="5867400"/>
            <a:ext cx="8763000" cy="304800"/>
          </a:xfrm>
          <a:prstGeom prst="rect">
            <a:avLst/>
          </a:prstGeom>
          <a:noFill/>
        </p:spPr>
        <p:txBody>
          <a:bodyPr vertOverflow="overflow" vert="horz" wrap="square" rtlCol="0" anchor="t" anchorCtr="0">
            <a:noAutofit/>
          </a:bodyPr>
          <a:lstStyle/>
          <a:p>
            <a:pPr algn="l"/>
            <a:r>
              <a:rPr lang="es-MX" sz="1100" b="1" dirty="0">
                <a:solidFill>
                  <a:srgbClr val="FFFFFF"/>
                </a:solidFill>
                <a:latin typeface="Aptos"/>
              </a:rPr>
              <a:t>Síntesis de los hallazgos y desarrollo matemático de las propiedades y decisiones probabilísticas</a:t>
            </a:r>
            <a:r>
              <a:rPr lang="es-US" sz="1100" b="1" dirty="0">
                <a:solidFill>
                  <a:srgbClr val="FFFFFF"/>
                </a:solidFill>
                <a:latin typeface="Aptos"/>
              </a:rPr>
              <a:t>.</a:t>
            </a:r>
          </a:p>
        </p:txBody>
      </p:sp>
    </p:spTree>
    <p:extLst>
      <p:ext uri="{BB962C8B-B14F-4D97-AF65-F5344CB8AC3E}">
        <p14:creationId xmlns:p14="http://schemas.microsoft.com/office/powerpoint/2010/main" val="721143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CuadroTexto 81">
            <a:extLst>
              <a:ext uri="{FF2B5EF4-FFF2-40B4-BE49-F238E27FC236}">
                <a16:creationId xmlns:a16="http://schemas.microsoft.com/office/drawing/2014/main" id="{53EB78B0-3034-F94F-86DE-A430B010F31A}"/>
              </a:ext>
            </a:extLst>
          </p:cNvPr>
          <p:cNvSpPr txBox="1"/>
          <p:nvPr/>
        </p:nvSpPr>
        <p:spPr>
          <a:xfrm>
            <a:off x="609600" y="330200"/>
            <a:ext cx="8890000" cy="482600"/>
          </a:xfrm>
          <a:prstGeom prst="rect">
            <a:avLst/>
          </a:prstGeom>
          <a:noFill/>
        </p:spPr>
        <p:txBody>
          <a:bodyPr vertOverflow="overflow" vert="horz" wrap="square" rtlCol="0" anchor="t" anchorCtr="0">
            <a:normAutofit/>
          </a:bodyPr>
          <a:lstStyle/>
          <a:p>
            <a:pPr algn="l"/>
            <a:r>
              <a:rPr lang="es-US" sz="2400" b="1" dirty="0">
                <a:solidFill>
                  <a:srgbClr val="34445A"/>
                </a:solidFill>
                <a:latin typeface="Aptos"/>
              </a:rPr>
              <a:t>El PROBLEMA</a:t>
            </a:r>
          </a:p>
        </p:txBody>
      </p:sp>
      <p:sp>
        <p:nvSpPr>
          <p:cNvPr id="84" name="Rectángulo 83">
            <a:extLst>
              <a:ext uri="{FF2B5EF4-FFF2-40B4-BE49-F238E27FC236}">
                <a16:creationId xmlns:a16="http://schemas.microsoft.com/office/drawing/2014/main" id="{2FF6BB7E-9E0B-9942-8D48-5C202BE433BE}"/>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115" name="CuadroTexto 114">
            <a:extLst>
              <a:ext uri="{FF2B5EF4-FFF2-40B4-BE49-F238E27FC236}">
                <a16:creationId xmlns:a16="http://schemas.microsoft.com/office/drawing/2014/main" id="{6C4A9D21-3479-B744-B564-7E8629E8D084}"/>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 Zhang y Choi: “</a:t>
            </a:r>
            <a:r>
              <a:rPr lang="en-US" sz="630" dirty="0">
                <a:solidFill>
                  <a:srgbClr val="8A94A4"/>
                </a:solidFill>
                <a:latin typeface="Aptos"/>
              </a:rPr>
              <a:t>Clarify When Necessary: Resolving Ambiguity Through Interaction with LMs</a:t>
            </a:r>
            <a:r>
              <a:rPr lang="es-US" sz="630" dirty="0">
                <a:solidFill>
                  <a:srgbClr val="8A94A4"/>
                </a:solidFill>
                <a:latin typeface="Aptos"/>
              </a:rPr>
              <a:t>”.</a:t>
            </a:r>
          </a:p>
        </p:txBody>
      </p:sp>
      <p:sp>
        <p:nvSpPr>
          <p:cNvPr id="3" name="Rectángulo 2">
            <a:extLst>
              <a:ext uri="{FF2B5EF4-FFF2-40B4-BE49-F238E27FC236}">
                <a16:creationId xmlns:a16="http://schemas.microsoft.com/office/drawing/2014/main" id="{45ECF281-5327-4096-C098-DACDF2B6FF5D}"/>
              </a:ext>
            </a:extLst>
          </p:cNvPr>
          <p:cNvSpPr>
            <a:spLocks noGrp="1"/>
          </p:cNvSpPr>
          <p:nvPr/>
        </p:nvSpPr>
        <p:spPr>
          <a:xfrm>
            <a:off x="685800" y="1636713"/>
            <a:ext cx="10820400" cy="482600"/>
          </a:xfrm>
          <a:prstGeom prst="rect">
            <a:avLst/>
          </a:prstGeom>
          <a:noFill/>
          <a:ln w="0">
            <a:noFill/>
            <a:prstDash val="solid"/>
          </a:ln>
        </p:spPr>
        <p:txBody>
          <a:bodyPr wrap="square" lIns="0" tIns="0" rIns="0" bIns="0" anchor="t">
            <a:normAutofit lnSpcReduction="10000"/>
          </a:bodyPr>
          <a:lstStyle/>
          <a:p>
            <a:pPr algn="l">
              <a:lnSpc>
                <a:spcPct val="92000"/>
              </a:lnSpc>
              <a:buNone/>
              <a:defRPr sz="3675" b="1" i="0">
                <a:solidFill>
                  <a:srgbClr val="0B1020"/>
                </a:solidFill>
                <a:latin typeface="Aptos"/>
                <a:ea typeface="Aptos"/>
                <a:cs typeface="Aptos"/>
              </a:defRPr>
            </a:pPr>
            <a:r>
              <a:rPr lang="es-PE" sz="3600" b="1" noProof="0" dirty="0">
                <a:solidFill>
                  <a:srgbClr val="101526"/>
                </a:solidFill>
                <a:latin typeface="Aptos Display"/>
                <a:ea typeface="Aptos Display"/>
                <a:cs typeface="Aptos Display"/>
              </a:rPr>
              <a:t>Una </a:t>
            </a:r>
            <a:r>
              <a:rPr lang="es-PE" sz="3600" b="1" u="sng" noProof="0" dirty="0">
                <a:solidFill>
                  <a:srgbClr val="101526"/>
                </a:solidFill>
                <a:latin typeface="Aptos Display"/>
                <a:ea typeface="Aptos Display"/>
                <a:cs typeface="Aptos Display"/>
              </a:rPr>
              <a:t>pregunta</a:t>
            </a:r>
            <a:r>
              <a:rPr lang="es-PE" sz="3600" b="1" noProof="0" dirty="0">
                <a:solidFill>
                  <a:srgbClr val="101526"/>
                </a:solidFill>
                <a:latin typeface="Aptos Display"/>
                <a:ea typeface="Aptos Display"/>
                <a:cs typeface="Aptos Display"/>
              </a:rPr>
              <a:t> puede tener </a:t>
            </a:r>
            <a:r>
              <a:rPr lang="es-PE" sz="3600" b="1" u="sng" noProof="0" dirty="0">
                <a:solidFill>
                  <a:srgbClr val="101526"/>
                </a:solidFill>
                <a:latin typeface="Aptos Display"/>
                <a:ea typeface="Aptos Display"/>
                <a:cs typeface="Aptos Display"/>
              </a:rPr>
              <a:t>varias respuestas</a:t>
            </a:r>
            <a:r>
              <a:rPr lang="es-PE" sz="3600" b="1" noProof="0" dirty="0">
                <a:solidFill>
                  <a:srgbClr val="101526"/>
                </a:solidFill>
                <a:latin typeface="Aptos Display"/>
                <a:ea typeface="Aptos Display"/>
                <a:cs typeface="Aptos Display"/>
              </a:rPr>
              <a:t> correctas</a:t>
            </a:r>
          </a:p>
        </p:txBody>
      </p:sp>
      <p:sp>
        <p:nvSpPr>
          <p:cNvPr id="5" name="Conector recto 4">
            <a:extLst>
              <a:ext uri="{FF2B5EF4-FFF2-40B4-BE49-F238E27FC236}">
                <a16:creationId xmlns:a16="http://schemas.microsoft.com/office/drawing/2014/main" id="{18CB3F74-21AA-A966-C9F7-DE66BB13811E}"/>
              </a:ext>
            </a:extLst>
          </p:cNvPr>
          <p:cNvSpPr>
            <a:spLocks noGrp="1"/>
          </p:cNvSpPr>
          <p:nvPr/>
        </p:nvSpPr>
        <p:spPr>
          <a:xfrm>
            <a:off x="685800" y="2384425"/>
            <a:ext cx="10820400" cy="0"/>
          </a:xfrm>
          <a:prstGeom prst="line">
            <a:avLst/>
          </a:prstGeom>
          <a:noFill/>
          <a:ln w="9525">
            <a:solidFill>
              <a:srgbClr val="D9DDEA"/>
            </a:solidFill>
            <a:prstDash val="solid"/>
          </a:ln>
        </p:spPr>
        <p:txBody>
          <a:bodyPr/>
          <a:lstStyle/>
          <a:p>
            <a:endParaRPr/>
          </a:p>
        </p:txBody>
      </p:sp>
      <p:sp>
        <p:nvSpPr>
          <p:cNvPr id="7" name="Rectángulo 6">
            <a:extLst>
              <a:ext uri="{FF2B5EF4-FFF2-40B4-BE49-F238E27FC236}">
                <a16:creationId xmlns:a16="http://schemas.microsoft.com/office/drawing/2014/main" id="{3A3EE8AB-811E-7676-A86B-CACF9414C229}"/>
              </a:ext>
            </a:extLst>
          </p:cNvPr>
          <p:cNvSpPr>
            <a:spLocks noGrp="1"/>
          </p:cNvSpPr>
          <p:nvPr/>
        </p:nvSpPr>
        <p:spPr>
          <a:xfrm>
            <a:off x="1314450" y="2565400"/>
            <a:ext cx="9563100" cy="742950"/>
          </a:xfrm>
          <a:prstGeom prst="rect">
            <a:avLst/>
          </a:prstGeom>
          <a:noFill/>
          <a:ln w="0">
            <a:noFill/>
            <a:prstDash val="solid"/>
          </a:ln>
        </p:spPr>
        <p:txBody>
          <a:bodyPr wrap="square" lIns="0" tIns="0" rIns="0" bIns="0" anchor="ctr">
            <a:normAutofit/>
          </a:bodyPr>
          <a:lstStyle/>
          <a:p>
            <a:pPr algn="ctr">
              <a:lnSpc>
                <a:spcPct val="100000"/>
              </a:lnSpc>
              <a:buNone/>
              <a:defRPr sz="3600" b="1" i="0">
                <a:solidFill>
                  <a:srgbClr val="0B1020"/>
                </a:solidFill>
                <a:latin typeface="Aptos"/>
                <a:ea typeface="Aptos"/>
                <a:cs typeface="Aptos"/>
              </a:defRPr>
            </a:pPr>
            <a:r>
              <a:rPr lang="es-PE" sz="3600" b="1" i="0" noProof="0">
                <a:solidFill>
                  <a:srgbClr val="101526"/>
                </a:solidFill>
                <a:latin typeface="Aptos Display"/>
                <a:ea typeface="Aptos Display"/>
                <a:cs typeface="Aptos Display"/>
              </a:rPr>
              <a:t>“¿Cuál es el banco más grande?”</a:t>
            </a:r>
          </a:p>
        </p:txBody>
      </p:sp>
      <p:sp>
        <p:nvSpPr>
          <p:cNvPr id="9" name="Rectángulo: esquinas redondeadas 8">
            <a:extLst>
              <a:ext uri="{FF2B5EF4-FFF2-40B4-BE49-F238E27FC236}">
                <a16:creationId xmlns:a16="http://schemas.microsoft.com/office/drawing/2014/main" id="{3340B7FB-723C-EF62-41B7-8A05F7CACA43}"/>
              </a:ext>
            </a:extLst>
          </p:cNvPr>
          <p:cNvSpPr>
            <a:spLocks noGrp="1"/>
          </p:cNvSpPr>
          <p:nvPr/>
        </p:nvSpPr>
        <p:spPr>
          <a:xfrm>
            <a:off x="904875" y="3898900"/>
            <a:ext cx="1905000" cy="419100"/>
          </a:xfrm>
          <a:prstGeom prst="roundRect">
            <a:avLst>
              <a:gd name="adj" fmla="val 50000"/>
            </a:avLst>
          </a:prstGeom>
          <a:solidFill>
            <a:schemeClr val="accent2">
              <a:lumMod val="40000"/>
              <a:lumOff val="60000"/>
              <a:alpha val="12000"/>
            </a:schemeClr>
          </a:solidFill>
          <a:ln w="9525">
            <a:solidFill>
              <a:srgbClr val="45E0D0">
                <a:alpha val="45000"/>
              </a:srgbClr>
            </a:solidFill>
            <a:prstDash val="solid"/>
          </a:ln>
        </p:spPr>
        <p:txBody>
          <a:bodyPr/>
          <a:lstStyle/>
          <a:p>
            <a:endParaRPr/>
          </a:p>
        </p:txBody>
      </p:sp>
      <p:sp>
        <p:nvSpPr>
          <p:cNvPr id="11" name="Rectángulo 10">
            <a:extLst>
              <a:ext uri="{FF2B5EF4-FFF2-40B4-BE49-F238E27FC236}">
                <a16:creationId xmlns:a16="http://schemas.microsoft.com/office/drawing/2014/main" id="{20985F60-8A00-E2FD-F495-9AD58054EB0D}"/>
              </a:ext>
            </a:extLst>
          </p:cNvPr>
          <p:cNvSpPr>
            <a:spLocks noGrp="1"/>
          </p:cNvSpPr>
          <p:nvPr/>
        </p:nvSpPr>
        <p:spPr>
          <a:xfrm>
            <a:off x="1019175" y="3975100"/>
            <a:ext cx="1676400" cy="266700"/>
          </a:xfrm>
          <a:prstGeom prst="rect">
            <a:avLst/>
          </a:prstGeom>
          <a:noFill/>
          <a:ln w="0">
            <a:noFill/>
            <a:prstDash val="solid"/>
          </a:ln>
        </p:spPr>
        <p:txBody>
          <a:bodyPr wrap="square" lIns="0" tIns="0" rIns="0" bIns="0" anchor="ctr">
            <a:normAutofit/>
          </a:bodyPr>
          <a:lstStyle/>
          <a:p>
            <a:pPr algn="ctr">
              <a:lnSpc>
                <a:spcPct val="100000"/>
              </a:lnSpc>
              <a:buNone/>
              <a:defRPr sz="1425" b="1" i="0">
                <a:solidFill>
                  <a:srgbClr val="0B1020"/>
                </a:solidFill>
                <a:latin typeface="Aptos"/>
                <a:ea typeface="Aptos"/>
                <a:cs typeface="Aptos"/>
              </a:defRPr>
            </a:pPr>
            <a:r>
              <a:rPr sz="1400" b="1" i="0">
                <a:solidFill>
                  <a:srgbClr val="101526"/>
                </a:solidFill>
                <a:latin typeface="Aptos"/>
                <a:ea typeface="Aptos"/>
                <a:cs typeface="Aptos"/>
              </a:rPr>
              <a:t>activos</a:t>
            </a:r>
          </a:p>
        </p:txBody>
      </p:sp>
      <p:sp>
        <p:nvSpPr>
          <p:cNvPr id="13" name="Rectángulo: esquinas redondeadas 12">
            <a:extLst>
              <a:ext uri="{FF2B5EF4-FFF2-40B4-BE49-F238E27FC236}">
                <a16:creationId xmlns:a16="http://schemas.microsoft.com/office/drawing/2014/main" id="{4E84511A-FCD5-EFB5-9FFE-E3924E32610E}"/>
              </a:ext>
            </a:extLst>
          </p:cNvPr>
          <p:cNvSpPr>
            <a:spLocks noGrp="1"/>
          </p:cNvSpPr>
          <p:nvPr/>
        </p:nvSpPr>
        <p:spPr>
          <a:xfrm>
            <a:off x="3000375" y="3898900"/>
            <a:ext cx="1905000" cy="419100"/>
          </a:xfrm>
          <a:prstGeom prst="roundRect">
            <a:avLst>
              <a:gd name="adj" fmla="val 50000"/>
            </a:avLst>
          </a:prstGeom>
          <a:solidFill>
            <a:schemeClr val="accent6">
              <a:lumMod val="60000"/>
              <a:lumOff val="40000"/>
              <a:alpha val="12000"/>
            </a:schemeClr>
          </a:solidFill>
          <a:ln w="9525">
            <a:solidFill>
              <a:srgbClr val="7769F4">
                <a:alpha val="45000"/>
              </a:srgbClr>
            </a:solidFill>
            <a:prstDash val="solid"/>
          </a:ln>
        </p:spPr>
        <p:txBody>
          <a:bodyPr/>
          <a:lstStyle/>
          <a:p>
            <a:endParaRPr/>
          </a:p>
        </p:txBody>
      </p:sp>
      <p:sp>
        <p:nvSpPr>
          <p:cNvPr id="15" name="Rectángulo 14">
            <a:extLst>
              <a:ext uri="{FF2B5EF4-FFF2-40B4-BE49-F238E27FC236}">
                <a16:creationId xmlns:a16="http://schemas.microsoft.com/office/drawing/2014/main" id="{507C5019-DB52-4225-EC0D-4C879CFB3321}"/>
              </a:ext>
            </a:extLst>
          </p:cNvPr>
          <p:cNvSpPr>
            <a:spLocks noGrp="1"/>
          </p:cNvSpPr>
          <p:nvPr/>
        </p:nvSpPr>
        <p:spPr>
          <a:xfrm>
            <a:off x="3114675" y="3975100"/>
            <a:ext cx="1676400" cy="266700"/>
          </a:xfrm>
          <a:prstGeom prst="rect">
            <a:avLst/>
          </a:prstGeom>
          <a:noFill/>
          <a:ln w="0">
            <a:noFill/>
            <a:prstDash val="solid"/>
          </a:ln>
        </p:spPr>
        <p:txBody>
          <a:bodyPr wrap="square" lIns="0" tIns="0" rIns="0" bIns="0" anchor="ctr">
            <a:normAutofit/>
          </a:bodyPr>
          <a:lstStyle/>
          <a:p>
            <a:pPr algn="ctr">
              <a:lnSpc>
                <a:spcPct val="100000"/>
              </a:lnSpc>
              <a:buNone/>
              <a:defRPr sz="1425" b="1" i="0">
                <a:solidFill>
                  <a:srgbClr val="0B1020"/>
                </a:solidFill>
                <a:latin typeface="Aptos"/>
                <a:ea typeface="Aptos"/>
                <a:cs typeface="Aptos"/>
              </a:defRPr>
            </a:pPr>
            <a:r>
              <a:rPr sz="1400" b="1" i="0">
                <a:solidFill>
                  <a:srgbClr val="101526"/>
                </a:solidFill>
                <a:latin typeface="Aptos"/>
                <a:ea typeface="Aptos"/>
                <a:cs typeface="Aptos"/>
              </a:rPr>
              <a:t>capitalización</a:t>
            </a:r>
          </a:p>
        </p:txBody>
      </p:sp>
      <p:sp>
        <p:nvSpPr>
          <p:cNvPr id="17" name="Rectángulo: esquinas redondeadas 16">
            <a:extLst>
              <a:ext uri="{FF2B5EF4-FFF2-40B4-BE49-F238E27FC236}">
                <a16:creationId xmlns:a16="http://schemas.microsoft.com/office/drawing/2014/main" id="{A04971C4-FD0E-CBC4-40B4-4DE16803207F}"/>
              </a:ext>
            </a:extLst>
          </p:cNvPr>
          <p:cNvSpPr>
            <a:spLocks noGrp="1"/>
          </p:cNvSpPr>
          <p:nvPr/>
        </p:nvSpPr>
        <p:spPr>
          <a:xfrm>
            <a:off x="5095875" y="3898900"/>
            <a:ext cx="1905000" cy="419100"/>
          </a:xfrm>
          <a:prstGeom prst="roundRect">
            <a:avLst>
              <a:gd name="adj" fmla="val 50000"/>
            </a:avLst>
          </a:prstGeom>
          <a:solidFill>
            <a:schemeClr val="accent3">
              <a:lumMod val="60000"/>
              <a:lumOff val="40000"/>
              <a:alpha val="12000"/>
            </a:schemeClr>
          </a:solidFill>
          <a:ln w="9525">
            <a:solidFill>
              <a:srgbClr val="FFB66E">
                <a:alpha val="45000"/>
              </a:srgbClr>
            </a:solidFill>
            <a:prstDash val="solid"/>
          </a:ln>
        </p:spPr>
        <p:txBody>
          <a:bodyPr/>
          <a:lstStyle/>
          <a:p>
            <a:endParaRPr/>
          </a:p>
        </p:txBody>
      </p:sp>
      <p:sp>
        <p:nvSpPr>
          <p:cNvPr id="19" name="Rectángulo 18">
            <a:extLst>
              <a:ext uri="{FF2B5EF4-FFF2-40B4-BE49-F238E27FC236}">
                <a16:creationId xmlns:a16="http://schemas.microsoft.com/office/drawing/2014/main" id="{BDF1B680-14EE-7BBF-CD62-5DBBEF5F53F9}"/>
              </a:ext>
            </a:extLst>
          </p:cNvPr>
          <p:cNvSpPr>
            <a:spLocks noGrp="1"/>
          </p:cNvSpPr>
          <p:nvPr/>
        </p:nvSpPr>
        <p:spPr>
          <a:xfrm>
            <a:off x="5210175" y="3975100"/>
            <a:ext cx="1676400" cy="266700"/>
          </a:xfrm>
          <a:prstGeom prst="rect">
            <a:avLst/>
          </a:prstGeom>
          <a:noFill/>
          <a:ln w="0">
            <a:noFill/>
            <a:prstDash val="solid"/>
          </a:ln>
        </p:spPr>
        <p:txBody>
          <a:bodyPr wrap="square" lIns="0" tIns="0" rIns="0" bIns="0" anchor="ctr">
            <a:normAutofit/>
          </a:bodyPr>
          <a:lstStyle/>
          <a:p>
            <a:pPr algn="ctr">
              <a:lnSpc>
                <a:spcPct val="100000"/>
              </a:lnSpc>
              <a:buNone/>
              <a:defRPr sz="1425" b="1" i="0">
                <a:solidFill>
                  <a:srgbClr val="0B1020"/>
                </a:solidFill>
                <a:latin typeface="Aptos"/>
                <a:ea typeface="Aptos"/>
                <a:cs typeface="Aptos"/>
              </a:defRPr>
            </a:pPr>
            <a:r>
              <a:rPr sz="1400" b="1" i="0">
                <a:solidFill>
                  <a:srgbClr val="101526"/>
                </a:solidFill>
                <a:latin typeface="Aptos"/>
                <a:ea typeface="Aptos"/>
                <a:cs typeface="Aptos"/>
              </a:rPr>
              <a:t>clientes</a:t>
            </a:r>
          </a:p>
        </p:txBody>
      </p:sp>
      <p:sp>
        <p:nvSpPr>
          <p:cNvPr id="21" name="Rectángulo: esquinas redondeadas 20">
            <a:extLst>
              <a:ext uri="{FF2B5EF4-FFF2-40B4-BE49-F238E27FC236}">
                <a16:creationId xmlns:a16="http://schemas.microsoft.com/office/drawing/2014/main" id="{40052F35-5A52-680F-DFD8-3ECAE44F1B3C}"/>
              </a:ext>
            </a:extLst>
          </p:cNvPr>
          <p:cNvSpPr>
            <a:spLocks noGrp="1"/>
          </p:cNvSpPr>
          <p:nvPr/>
        </p:nvSpPr>
        <p:spPr>
          <a:xfrm>
            <a:off x="7191375" y="3898900"/>
            <a:ext cx="1905000" cy="419100"/>
          </a:xfrm>
          <a:prstGeom prst="roundRect">
            <a:avLst>
              <a:gd name="adj" fmla="val 50000"/>
            </a:avLst>
          </a:prstGeom>
          <a:solidFill>
            <a:schemeClr val="accent4">
              <a:lumMod val="60000"/>
              <a:lumOff val="40000"/>
              <a:alpha val="12000"/>
            </a:schemeClr>
          </a:solidFill>
          <a:ln w="9525">
            <a:solidFill>
              <a:srgbClr val="FF6F7D">
                <a:alpha val="45000"/>
              </a:srgbClr>
            </a:solidFill>
            <a:prstDash val="solid"/>
          </a:ln>
        </p:spPr>
        <p:txBody>
          <a:bodyPr/>
          <a:lstStyle/>
          <a:p>
            <a:endParaRPr/>
          </a:p>
        </p:txBody>
      </p:sp>
      <p:sp>
        <p:nvSpPr>
          <p:cNvPr id="23" name="Rectángulo 22">
            <a:extLst>
              <a:ext uri="{FF2B5EF4-FFF2-40B4-BE49-F238E27FC236}">
                <a16:creationId xmlns:a16="http://schemas.microsoft.com/office/drawing/2014/main" id="{E05664F4-917D-EB15-0944-C98065090592}"/>
              </a:ext>
            </a:extLst>
          </p:cNvPr>
          <p:cNvSpPr>
            <a:spLocks noGrp="1"/>
          </p:cNvSpPr>
          <p:nvPr/>
        </p:nvSpPr>
        <p:spPr>
          <a:xfrm>
            <a:off x="7305675" y="3975100"/>
            <a:ext cx="1676400" cy="266700"/>
          </a:xfrm>
          <a:prstGeom prst="rect">
            <a:avLst/>
          </a:prstGeom>
          <a:noFill/>
          <a:ln w="0">
            <a:noFill/>
            <a:prstDash val="solid"/>
          </a:ln>
        </p:spPr>
        <p:txBody>
          <a:bodyPr wrap="square" lIns="0" tIns="0" rIns="0" bIns="0" anchor="ctr">
            <a:normAutofit/>
          </a:bodyPr>
          <a:lstStyle/>
          <a:p>
            <a:pPr algn="ctr">
              <a:lnSpc>
                <a:spcPct val="100000"/>
              </a:lnSpc>
              <a:buNone/>
              <a:defRPr sz="1425" b="1" i="0">
                <a:solidFill>
                  <a:srgbClr val="0B1020"/>
                </a:solidFill>
                <a:latin typeface="Aptos"/>
                <a:ea typeface="Aptos"/>
                <a:cs typeface="Aptos"/>
              </a:defRPr>
            </a:pPr>
            <a:r>
              <a:rPr lang="es-PE" sz="1400" b="1" i="0" noProof="0">
                <a:solidFill>
                  <a:srgbClr val="101526"/>
                </a:solidFill>
                <a:latin typeface="Aptos"/>
                <a:ea typeface="Aptos"/>
                <a:cs typeface="Aptos"/>
              </a:rPr>
              <a:t>ingresos</a:t>
            </a:r>
          </a:p>
        </p:txBody>
      </p:sp>
      <p:sp>
        <p:nvSpPr>
          <p:cNvPr id="25" name="Rectángulo: esquinas redondeadas 24">
            <a:extLst>
              <a:ext uri="{FF2B5EF4-FFF2-40B4-BE49-F238E27FC236}">
                <a16:creationId xmlns:a16="http://schemas.microsoft.com/office/drawing/2014/main" id="{26A0292D-A471-43F8-18D6-B0D98744646E}"/>
              </a:ext>
            </a:extLst>
          </p:cNvPr>
          <p:cNvSpPr>
            <a:spLocks noGrp="1"/>
          </p:cNvSpPr>
          <p:nvPr/>
        </p:nvSpPr>
        <p:spPr>
          <a:xfrm>
            <a:off x="9286875" y="3898900"/>
            <a:ext cx="1905000" cy="419100"/>
          </a:xfrm>
          <a:prstGeom prst="roundRect">
            <a:avLst>
              <a:gd name="adj" fmla="val 50000"/>
            </a:avLst>
          </a:prstGeom>
          <a:solidFill>
            <a:schemeClr val="accent2">
              <a:lumMod val="75000"/>
              <a:alpha val="12000"/>
            </a:schemeClr>
          </a:solidFill>
          <a:ln w="9525">
            <a:solidFill>
              <a:srgbClr val="62D590">
                <a:alpha val="45000"/>
              </a:srgbClr>
            </a:solidFill>
            <a:prstDash val="solid"/>
          </a:ln>
        </p:spPr>
        <p:txBody>
          <a:bodyPr/>
          <a:lstStyle/>
          <a:p>
            <a:endParaRPr/>
          </a:p>
        </p:txBody>
      </p:sp>
      <p:sp>
        <p:nvSpPr>
          <p:cNvPr id="27" name="Rectángulo 26">
            <a:extLst>
              <a:ext uri="{FF2B5EF4-FFF2-40B4-BE49-F238E27FC236}">
                <a16:creationId xmlns:a16="http://schemas.microsoft.com/office/drawing/2014/main" id="{C3CC429F-F344-774D-1A87-BEA191C2A0BA}"/>
              </a:ext>
            </a:extLst>
          </p:cNvPr>
          <p:cNvSpPr>
            <a:spLocks noGrp="1"/>
          </p:cNvSpPr>
          <p:nvPr/>
        </p:nvSpPr>
        <p:spPr>
          <a:xfrm>
            <a:off x="9401175" y="3975100"/>
            <a:ext cx="1676400" cy="266700"/>
          </a:xfrm>
          <a:prstGeom prst="rect">
            <a:avLst/>
          </a:prstGeom>
          <a:noFill/>
          <a:ln w="0">
            <a:noFill/>
            <a:prstDash val="solid"/>
          </a:ln>
        </p:spPr>
        <p:txBody>
          <a:bodyPr wrap="square" lIns="0" tIns="0" rIns="0" bIns="0" anchor="ctr">
            <a:normAutofit/>
          </a:bodyPr>
          <a:lstStyle/>
          <a:p>
            <a:pPr algn="ctr">
              <a:lnSpc>
                <a:spcPct val="100000"/>
              </a:lnSpc>
              <a:buNone/>
              <a:defRPr sz="1425" b="1" i="0">
                <a:solidFill>
                  <a:srgbClr val="0B1020"/>
                </a:solidFill>
                <a:latin typeface="Aptos"/>
                <a:ea typeface="Aptos"/>
                <a:cs typeface="Aptos"/>
              </a:defRPr>
            </a:pPr>
            <a:r>
              <a:rPr sz="1400" b="1" i="0" dirty="0" err="1">
                <a:solidFill>
                  <a:srgbClr val="101526"/>
                </a:solidFill>
                <a:latin typeface="Aptos"/>
                <a:ea typeface="Aptos"/>
                <a:cs typeface="Aptos"/>
              </a:rPr>
              <a:t>presencia</a:t>
            </a:r>
            <a:endParaRPr sz="1400" b="1" i="0" dirty="0">
              <a:solidFill>
                <a:srgbClr val="101526"/>
              </a:solidFill>
              <a:latin typeface="Aptos"/>
              <a:ea typeface="Aptos"/>
              <a:cs typeface="Aptos"/>
            </a:endParaRPr>
          </a:p>
        </p:txBody>
      </p:sp>
      <p:sp>
        <p:nvSpPr>
          <p:cNvPr id="29" name="Rectángulo 28">
            <a:extLst>
              <a:ext uri="{FF2B5EF4-FFF2-40B4-BE49-F238E27FC236}">
                <a16:creationId xmlns:a16="http://schemas.microsoft.com/office/drawing/2014/main" id="{C7D9CD26-C637-CF81-DBF0-C8319D4353D3}"/>
              </a:ext>
            </a:extLst>
          </p:cNvPr>
          <p:cNvSpPr>
            <a:spLocks noGrp="1"/>
          </p:cNvSpPr>
          <p:nvPr/>
        </p:nvSpPr>
        <p:spPr>
          <a:xfrm>
            <a:off x="1597025" y="4895849"/>
            <a:ext cx="8953500" cy="628650"/>
          </a:xfrm>
          <a:prstGeom prst="rect">
            <a:avLst/>
          </a:prstGeom>
          <a:noFill/>
          <a:ln w="0">
            <a:noFill/>
            <a:prstDash val="solid"/>
          </a:ln>
        </p:spPr>
        <p:txBody>
          <a:bodyPr wrap="square" lIns="0" tIns="0" rIns="0" bIns="0" anchor="ctr">
            <a:normAutofit fontScale="91667" lnSpcReduction="10000"/>
          </a:bodyPr>
          <a:lstStyle/>
          <a:p>
            <a:pPr algn="ctr">
              <a:lnSpc>
                <a:spcPct val="100000"/>
              </a:lnSpc>
              <a:buNone/>
              <a:defRPr sz="2250" b="1" i="0">
                <a:solidFill>
                  <a:srgbClr val="7769F4"/>
                </a:solidFill>
                <a:latin typeface="Aptos"/>
                <a:ea typeface="Aptos"/>
                <a:cs typeface="Aptos"/>
              </a:defRPr>
            </a:pPr>
            <a:r>
              <a:rPr lang="es-MX" dirty="0">
                <a:solidFill/>
                <a:latin typeface="Aptos"/>
                <a:ea typeface="Aptos"/>
                <a:cs typeface="Aptos"/>
              </a:rPr>
              <a:t>Una respuesta puede ser factualmente correcta para una interpretación plausible y, aun así, no corresponder a la intención real del usuario.</a:t>
            </a:r>
            <a:endParaRPr dirty="0">
              <a:solidFill/>
              <a:latin typeface="Aptos"/>
              <a:ea typeface="Aptos"/>
              <a:cs typeface="Aptos"/>
            </a:endParaRPr>
          </a:p>
        </p:txBody>
      </p:sp>
    </p:spTree>
    <p:extLst>
      <p:ext uri="{BB962C8B-B14F-4D97-AF65-F5344CB8AC3E}">
        <p14:creationId xmlns:p14="http://schemas.microsoft.com/office/powerpoint/2010/main" val="14736321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4CBAECA-F6A5-1443-A4BE-4FBD2563F7C7}"/>
              </a:ext>
            </a:extLst>
          </p:cNvPr>
          <p:cNvSpPr txBox="1"/>
          <p:nvPr/>
        </p:nvSpPr>
        <p:spPr>
          <a:xfrm>
            <a:off x="609600" y="330200"/>
            <a:ext cx="9144000" cy="482600"/>
          </a:xfrm>
          <a:prstGeom prst="rect">
            <a:avLst/>
          </a:prstGeom>
          <a:noFill/>
        </p:spPr>
        <p:txBody>
          <a:bodyPr vertOverflow="overflow" vert="horz" wrap="square" rtlCol="0" anchor="t" anchorCtr="0">
            <a:normAutofit/>
          </a:bodyPr>
          <a:lstStyle/>
          <a:p>
            <a:pPr algn="l"/>
            <a:r>
              <a:rPr lang="es-US" sz="2400" b="1" dirty="0">
                <a:solidFill>
                  <a:srgbClr val="34445A"/>
                </a:solidFill>
                <a:latin typeface="Aptos"/>
              </a:rPr>
              <a:t>QUÉ ES CONTEXT ENGINEERING</a:t>
            </a:r>
          </a:p>
        </p:txBody>
      </p:sp>
      <p:sp>
        <p:nvSpPr>
          <p:cNvPr id="37" name="Rectángulo 36">
            <a:extLst>
              <a:ext uri="{FF2B5EF4-FFF2-40B4-BE49-F238E27FC236}">
                <a16:creationId xmlns:a16="http://schemas.microsoft.com/office/drawing/2014/main" id="{12F2DAED-1110-384A-8D8E-40F9F76D9A38}"/>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39" name="Rectángulo 38">
            <a:extLst>
              <a:ext uri="{FF2B5EF4-FFF2-40B4-BE49-F238E27FC236}">
                <a16:creationId xmlns:a16="http://schemas.microsoft.com/office/drawing/2014/main" id="{FEDD24A5-24AB-6D4B-B228-3C48F2316420}"/>
              </a:ext>
            </a:extLst>
          </p:cNvPr>
          <p:cNvSpPr/>
          <p:nvPr/>
        </p:nvSpPr>
        <p:spPr>
          <a:xfrm>
            <a:off x="1171510" y="1532731"/>
            <a:ext cx="2882900" cy="1905000"/>
          </a:xfrm>
          <a:prstGeom prst="rect">
            <a:avLst/>
          </a:prstGeom>
          <a:solidFill>
            <a:srgbClr val="DDF5F7"/>
          </a:solidFill>
          <a:ln w="15240" cap="flat" cmpd="sng" algn="ctr">
            <a:solidFill>
              <a:srgbClr val="00A6B0"/>
            </a:solid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0" name="Rectángulo 39">
            <a:extLst>
              <a:ext uri="{FF2B5EF4-FFF2-40B4-BE49-F238E27FC236}">
                <a16:creationId xmlns:a16="http://schemas.microsoft.com/office/drawing/2014/main" id="{38F3D559-6C87-4944-B274-AFF99AC13563}"/>
              </a:ext>
            </a:extLst>
          </p:cNvPr>
          <p:cNvSpPr/>
          <p:nvPr/>
        </p:nvSpPr>
        <p:spPr>
          <a:xfrm>
            <a:off x="1171510" y="1532731"/>
            <a:ext cx="101600" cy="19050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1" name="CuadroTexto 40">
            <a:extLst>
              <a:ext uri="{FF2B5EF4-FFF2-40B4-BE49-F238E27FC236}">
                <a16:creationId xmlns:a16="http://schemas.microsoft.com/office/drawing/2014/main" id="{E4FD165B-6E88-5649-A468-2FA47F714BF6}"/>
              </a:ext>
            </a:extLst>
          </p:cNvPr>
          <p:cNvSpPr txBox="1"/>
          <p:nvPr/>
        </p:nvSpPr>
        <p:spPr>
          <a:xfrm>
            <a:off x="1374710" y="1697831"/>
            <a:ext cx="2679700" cy="304800"/>
          </a:xfrm>
          <a:prstGeom prst="rect">
            <a:avLst/>
          </a:prstGeom>
          <a:noFill/>
        </p:spPr>
        <p:txBody>
          <a:bodyPr vertOverflow="overflow" vert="horz" wrap="square" rtlCol="0" anchor="t" anchorCtr="0">
            <a:noAutofit/>
          </a:bodyPr>
          <a:lstStyle/>
          <a:p>
            <a:pPr algn="l"/>
            <a:r>
              <a:rPr lang="es-US" sz="1450" b="1" dirty="0">
                <a:solidFill>
                  <a:srgbClr val="00A6B0"/>
                </a:solidFill>
                <a:latin typeface="Aptos"/>
              </a:rPr>
              <a:t>DEFINICIÓN OPERACIONAL</a:t>
            </a:r>
          </a:p>
        </p:txBody>
      </p:sp>
      <p:sp>
        <p:nvSpPr>
          <p:cNvPr id="42" name="CuadroTexto 41">
            <a:extLst>
              <a:ext uri="{FF2B5EF4-FFF2-40B4-BE49-F238E27FC236}">
                <a16:creationId xmlns:a16="http://schemas.microsoft.com/office/drawing/2014/main" id="{CF9F591D-9871-FE46-95CD-7C28954C1E1E}"/>
              </a:ext>
            </a:extLst>
          </p:cNvPr>
          <p:cNvSpPr txBox="1"/>
          <p:nvPr/>
        </p:nvSpPr>
        <p:spPr>
          <a:xfrm>
            <a:off x="1374710" y="2066131"/>
            <a:ext cx="2247900" cy="1295400"/>
          </a:xfrm>
          <a:prstGeom prst="rect">
            <a:avLst/>
          </a:prstGeom>
          <a:noFill/>
        </p:spPr>
        <p:txBody>
          <a:bodyPr vertOverflow="overflow" vert="horz" wrap="square" rtlCol="0" anchor="t" anchorCtr="0">
            <a:normAutofit/>
          </a:bodyPr>
          <a:lstStyle/>
          <a:p>
            <a:pPr algn="l"/>
            <a:r>
              <a:rPr lang="es-MX" sz="1400" dirty="0">
                <a:solidFill>
                  <a:srgbClr val="3D4B5F"/>
                </a:solidFill>
                <a:latin typeface="Aptos"/>
              </a:rPr>
              <a:t>Seleccionar, generar, estructurar y administrar la información que condiciona la respuesta.</a:t>
            </a:r>
            <a:endParaRPr lang="es-US" sz="1400" dirty="0">
              <a:solidFill>
                <a:srgbClr val="3D4B5F"/>
              </a:solidFill>
              <a:latin typeface="Aptos"/>
            </a:endParaRPr>
          </a:p>
        </p:txBody>
      </p:sp>
      <p:sp>
        <p:nvSpPr>
          <p:cNvPr id="55" name="Rectángulo 54">
            <a:extLst>
              <a:ext uri="{FF2B5EF4-FFF2-40B4-BE49-F238E27FC236}">
                <a16:creationId xmlns:a16="http://schemas.microsoft.com/office/drawing/2014/main" id="{77E0401C-A5BF-BC4A-BC56-E034121BD09F}"/>
              </a:ext>
            </a:extLst>
          </p:cNvPr>
          <p:cNvSpPr/>
          <p:nvPr/>
        </p:nvSpPr>
        <p:spPr>
          <a:xfrm>
            <a:off x="1171510" y="5143500"/>
            <a:ext cx="9804529" cy="1219200"/>
          </a:xfrm>
          <a:prstGeom prst="rect">
            <a:avLst/>
          </a:prstGeom>
          <a:solidFill>
            <a:schemeClr val="tx2">
              <a:lumMod val="75000"/>
            </a:schemeClr>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56" name="CuadroTexto 55">
            <a:extLst>
              <a:ext uri="{FF2B5EF4-FFF2-40B4-BE49-F238E27FC236}">
                <a16:creationId xmlns:a16="http://schemas.microsoft.com/office/drawing/2014/main" id="{A700A38E-0FEF-D046-A5F1-89BD539B881C}"/>
              </a:ext>
            </a:extLst>
          </p:cNvPr>
          <p:cNvSpPr txBox="1"/>
          <p:nvPr/>
        </p:nvSpPr>
        <p:spPr>
          <a:xfrm>
            <a:off x="1721550" y="5448300"/>
            <a:ext cx="8704450" cy="749300"/>
          </a:xfrm>
          <a:prstGeom prst="rect">
            <a:avLst/>
          </a:prstGeom>
          <a:noFill/>
        </p:spPr>
        <p:txBody>
          <a:bodyPr vertOverflow="overflow" vert="horz" wrap="square" rtlCol="0" anchor="t" anchorCtr="0">
            <a:noAutofit/>
          </a:bodyPr>
          <a:lstStyle/>
          <a:p>
            <a:r>
              <a:rPr lang="es-MX" sz="1600" b="1" dirty="0">
                <a:solidFill>
                  <a:srgbClr val="FFFFFF"/>
                </a:solidFill>
                <a:latin typeface="Aptos"/>
                <a:ea typeface="Aptos"/>
                <a:cs typeface="Aptos"/>
              </a:rPr>
              <a:t>Incluye </a:t>
            </a:r>
            <a:r>
              <a:rPr lang="es-MX" sz="1600" b="1" dirty="0" err="1">
                <a:solidFill>
                  <a:srgbClr val="FFFFFF"/>
                </a:solidFill>
                <a:latin typeface="Aptos"/>
                <a:ea typeface="Aptos"/>
                <a:cs typeface="Aptos"/>
              </a:rPr>
              <a:t>prompt</a:t>
            </a:r>
            <a:r>
              <a:rPr lang="es-MX" sz="1600" b="1" dirty="0">
                <a:solidFill>
                  <a:srgbClr val="FFFFFF"/>
                </a:solidFill>
                <a:latin typeface="Aptos"/>
                <a:ea typeface="Aptos"/>
                <a:cs typeface="Aptos"/>
              </a:rPr>
              <a:t> </a:t>
            </a:r>
            <a:r>
              <a:rPr lang="es-MX" sz="1600" b="1" dirty="0" err="1">
                <a:solidFill>
                  <a:srgbClr val="FFFFFF"/>
                </a:solidFill>
                <a:latin typeface="Aptos"/>
                <a:ea typeface="Aptos"/>
                <a:cs typeface="Aptos"/>
              </a:rPr>
              <a:t>engineering</a:t>
            </a:r>
            <a:r>
              <a:rPr lang="es-MX" sz="1600" b="1" dirty="0">
                <a:solidFill>
                  <a:srgbClr val="FFFFFF"/>
                </a:solidFill>
                <a:latin typeface="Aptos"/>
                <a:ea typeface="Aptos"/>
                <a:cs typeface="Aptos"/>
              </a:rPr>
              <a:t>, recuperación, memoria y herramientas, además del procesamiento y la gestión del contexto.</a:t>
            </a:r>
          </a:p>
        </p:txBody>
      </p:sp>
      <p:sp>
        <p:nvSpPr>
          <p:cNvPr id="58" name="CuadroTexto 57">
            <a:extLst>
              <a:ext uri="{FF2B5EF4-FFF2-40B4-BE49-F238E27FC236}">
                <a16:creationId xmlns:a16="http://schemas.microsoft.com/office/drawing/2014/main" id="{B9955800-2185-7247-8AD9-DC6269009478}"/>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Fuentes: Mei et al.: “</a:t>
            </a:r>
            <a:r>
              <a:rPr lang="en-US" sz="630" dirty="0">
                <a:solidFill>
                  <a:srgbClr val="8A94A4"/>
                </a:solidFill>
                <a:latin typeface="Aptos"/>
              </a:rPr>
              <a:t>A Survey of Context Engineering for Large Language Models</a:t>
            </a:r>
            <a:r>
              <a:rPr lang="es-US" sz="630" dirty="0">
                <a:solidFill>
                  <a:srgbClr val="8A94A4"/>
                </a:solidFill>
                <a:latin typeface="Aptos"/>
              </a:rPr>
              <a:t>”.</a:t>
            </a:r>
          </a:p>
        </p:txBody>
      </p:sp>
      <p:sp>
        <p:nvSpPr>
          <p:cNvPr id="16" name="Rectángulo: esquinas redondeadas 15">
            <a:extLst>
              <a:ext uri="{FF2B5EF4-FFF2-40B4-BE49-F238E27FC236}">
                <a16:creationId xmlns:a16="http://schemas.microsoft.com/office/drawing/2014/main" id="{CF3E2FD4-2D52-BFF4-5C67-624F32EB84E2}"/>
              </a:ext>
            </a:extLst>
          </p:cNvPr>
          <p:cNvSpPr>
            <a:spLocks noGrp="1"/>
          </p:cNvSpPr>
          <p:nvPr/>
        </p:nvSpPr>
        <p:spPr>
          <a:xfrm>
            <a:off x="4518089" y="1117600"/>
            <a:ext cx="6457950" cy="3695700"/>
          </a:xfrm>
          <a:prstGeom prst="roundRect">
            <a:avLst>
              <a:gd name="adj" fmla="val 6186"/>
            </a:avLst>
          </a:prstGeom>
          <a:solidFill>
            <a:srgbClr val="FFFFFF"/>
          </a:solidFill>
          <a:ln w="9525">
            <a:solidFill>
              <a:srgbClr val="D9DDEA"/>
            </a:solidFill>
            <a:prstDash val="solid"/>
          </a:ln>
        </p:spPr>
        <p:txBody>
          <a:bodyPr/>
          <a:lstStyle/>
          <a:p>
            <a:endParaRPr/>
          </a:p>
        </p:txBody>
      </p:sp>
      <p:pic>
        <p:nvPicPr>
          <p:cNvPr id="18" name="Imagen 17">
            <a:extLst>
              <a:ext uri="{FF2B5EF4-FFF2-40B4-BE49-F238E27FC236}">
                <a16:creationId xmlns:a16="http://schemas.microsoft.com/office/drawing/2014/main" id="{3D9D4AF9-DD33-36AE-FE75-E0E962E582F6}"/>
              </a:ext>
            </a:extLst>
          </p:cNvPr>
          <p:cNvPicPr>
            <a:picLocks noChangeAspect="1"/>
          </p:cNvPicPr>
          <p:nvPr/>
        </p:nvPicPr>
        <p:blipFill>
          <a:blip r:embed="rId3"/>
          <a:stretch/>
        </p:blipFill>
        <p:spPr>
          <a:xfrm>
            <a:off x="4727639" y="1955468"/>
            <a:ext cx="6038850" cy="2019964"/>
          </a:xfrm>
          <a:prstGeom prst="roundRect">
            <a:avLst>
              <a:gd name="adj" fmla="val 4167"/>
            </a:avLst>
          </a:prstGeom>
        </p:spPr>
      </p:pic>
    </p:spTree>
    <p:extLst>
      <p:ext uri="{BB962C8B-B14F-4D97-AF65-F5344CB8AC3E}">
        <p14:creationId xmlns:p14="http://schemas.microsoft.com/office/powerpoint/2010/main" val="19712222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92BC8EB-BB5B-8748-AD76-D9FA762390A3}"/>
              </a:ext>
            </a:extLst>
          </p:cNvPr>
          <p:cNvSpPr txBox="1"/>
          <p:nvPr/>
        </p:nvSpPr>
        <p:spPr>
          <a:xfrm>
            <a:off x="609600" y="330200"/>
            <a:ext cx="9144000" cy="482600"/>
          </a:xfrm>
          <a:prstGeom prst="rect">
            <a:avLst/>
          </a:prstGeom>
          <a:noFill/>
        </p:spPr>
        <p:txBody>
          <a:bodyPr vertOverflow="overflow" vert="horz" wrap="square" rtlCol="0" anchor="t" anchorCtr="0">
            <a:normAutofit/>
          </a:bodyPr>
          <a:lstStyle/>
          <a:p>
            <a:pPr algn="l"/>
            <a:r>
              <a:rPr lang="es-US" sz="2400" b="1" dirty="0">
                <a:solidFill>
                  <a:srgbClr val="34445A"/>
                </a:solidFill>
                <a:latin typeface="Aptos"/>
              </a:rPr>
              <a:t>COMPONENTES DE CONTEXT ENGINEERING</a:t>
            </a:r>
          </a:p>
        </p:txBody>
      </p:sp>
      <p:sp>
        <p:nvSpPr>
          <p:cNvPr id="6" name="Rectángulo 5">
            <a:extLst>
              <a:ext uri="{FF2B5EF4-FFF2-40B4-BE49-F238E27FC236}">
                <a16:creationId xmlns:a16="http://schemas.microsoft.com/office/drawing/2014/main" id="{993384D6-5D31-A346-92BB-234A5994B0F5}"/>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96" name="CuadroTexto 95">
            <a:extLst>
              <a:ext uri="{FF2B5EF4-FFF2-40B4-BE49-F238E27FC236}">
                <a16:creationId xmlns:a16="http://schemas.microsoft.com/office/drawing/2014/main" id="{8F35894B-2509-334B-A58D-8CC703F4321B}"/>
              </a:ext>
            </a:extLst>
          </p:cNvPr>
          <p:cNvSpPr txBox="1"/>
          <p:nvPr/>
        </p:nvSpPr>
        <p:spPr>
          <a:xfrm>
            <a:off x="355600" y="6578600"/>
            <a:ext cx="956564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Fuentes: </a:t>
            </a:r>
            <a:r>
              <a:rPr lang="es-US" sz="630" dirty="0" err="1">
                <a:solidFill>
                  <a:srgbClr val="8A94A4"/>
                </a:solidFill>
                <a:latin typeface="Aptos"/>
              </a:rPr>
              <a:t>Langchain</a:t>
            </a:r>
            <a:r>
              <a:rPr lang="es-US" sz="630" dirty="0">
                <a:solidFill>
                  <a:srgbClr val="8A94A4"/>
                </a:solidFill>
                <a:latin typeface="Aptos"/>
              </a:rPr>
              <a:t>: “The </a:t>
            </a:r>
            <a:r>
              <a:rPr lang="es-US" sz="630" dirty="0" err="1">
                <a:solidFill>
                  <a:srgbClr val="8A94A4"/>
                </a:solidFill>
                <a:latin typeface="Aptos"/>
              </a:rPr>
              <a:t>rise</a:t>
            </a:r>
            <a:r>
              <a:rPr lang="es-US" sz="630" dirty="0">
                <a:solidFill>
                  <a:srgbClr val="8A94A4"/>
                </a:solidFill>
                <a:latin typeface="Aptos"/>
              </a:rPr>
              <a:t> </a:t>
            </a:r>
            <a:r>
              <a:rPr lang="es-US" sz="630" dirty="0" err="1">
                <a:solidFill>
                  <a:srgbClr val="8A94A4"/>
                </a:solidFill>
                <a:latin typeface="Aptos"/>
              </a:rPr>
              <a:t>of</a:t>
            </a:r>
            <a:r>
              <a:rPr lang="es-US" sz="630" dirty="0">
                <a:solidFill>
                  <a:srgbClr val="8A94A4"/>
                </a:solidFill>
                <a:latin typeface="Aptos"/>
              </a:rPr>
              <a:t> </a:t>
            </a:r>
            <a:r>
              <a:rPr lang="es-US" sz="630" dirty="0" err="1">
                <a:solidFill>
                  <a:srgbClr val="8A94A4"/>
                </a:solidFill>
                <a:latin typeface="Aptos"/>
              </a:rPr>
              <a:t>context</a:t>
            </a:r>
            <a:r>
              <a:rPr lang="es-US" sz="630" dirty="0">
                <a:solidFill>
                  <a:srgbClr val="8A94A4"/>
                </a:solidFill>
                <a:latin typeface="Aptos"/>
              </a:rPr>
              <a:t> </a:t>
            </a:r>
            <a:r>
              <a:rPr lang="es-US" sz="630" dirty="0" err="1">
                <a:solidFill>
                  <a:srgbClr val="8A94A4"/>
                </a:solidFill>
                <a:latin typeface="Aptos"/>
              </a:rPr>
              <a:t>engineering</a:t>
            </a:r>
            <a:r>
              <a:rPr lang="es-US" sz="630" dirty="0">
                <a:solidFill>
                  <a:srgbClr val="8A94A4"/>
                </a:solidFill>
                <a:latin typeface="Aptos"/>
              </a:rPr>
              <a:t>” (</a:t>
            </a:r>
            <a:r>
              <a:rPr lang="es-US" sz="630" dirty="0">
                <a:solidFill>
                  <a:srgbClr val="8A94A4"/>
                </a:solidFill>
                <a:latin typeface="Aptos"/>
                <a:hlinkClick r:id="rId3"/>
              </a:rPr>
              <a:t>https://www.langchain.com/blog/the-rise-of-context-engineering</a:t>
            </a:r>
            <a:r>
              <a:rPr lang="es-US" sz="630" dirty="0">
                <a:solidFill>
                  <a:srgbClr val="8A94A4"/>
                </a:solidFill>
                <a:latin typeface="Aptos"/>
              </a:rPr>
              <a:t>) – Kushal: “</a:t>
            </a:r>
            <a:r>
              <a:rPr lang="en-US" sz="630" dirty="0">
                <a:solidFill>
                  <a:srgbClr val="8A94A4"/>
                </a:solidFill>
                <a:latin typeface="Aptos"/>
              </a:rPr>
              <a:t>State of Context Engineering in 2026” (</a:t>
            </a:r>
            <a:r>
              <a:rPr lang="en-US" sz="630" dirty="0">
                <a:solidFill>
                  <a:srgbClr val="8A94A4"/>
                </a:solidFill>
                <a:latin typeface="Aptos"/>
                <a:hlinkClick r:id="rId4"/>
              </a:rPr>
              <a:t>https://pub.towardsai.net/state-of-context-engineering-in-2026-cf92d010eab1</a:t>
            </a:r>
            <a:r>
              <a:rPr lang="en-US" sz="630" dirty="0">
                <a:solidFill>
                  <a:srgbClr val="8A94A4"/>
                </a:solidFill>
                <a:latin typeface="Aptos"/>
              </a:rPr>
              <a:t>) </a:t>
            </a:r>
            <a:endParaRPr lang="es-US" sz="630" dirty="0">
              <a:solidFill>
                <a:srgbClr val="8A94A4"/>
              </a:solidFill>
              <a:latin typeface="Aptos"/>
            </a:endParaRPr>
          </a:p>
        </p:txBody>
      </p:sp>
      <p:pic>
        <p:nvPicPr>
          <p:cNvPr id="4" name="Picture 4">
            <a:extLst>
              <a:ext uri="{FF2B5EF4-FFF2-40B4-BE49-F238E27FC236}">
                <a16:creationId xmlns:a16="http://schemas.microsoft.com/office/drawing/2014/main" id="{E5E949FA-6618-58AE-C0AC-07B9605BD214}"/>
              </a:ext>
            </a:extLst>
          </p:cNvPr>
          <p:cNvPicPr>
            <a:picLocks noChangeAspect="1"/>
          </p:cNvPicPr>
          <p:nvPr/>
        </p:nvPicPr>
        <p:blipFill>
          <a:blip r:embed="rId5"/>
          <a:srcRect l="10330" r="6771"/>
          <a:stretch>
            <a:fillRect/>
          </a:stretch>
        </p:blipFill>
        <p:spPr>
          <a:xfrm>
            <a:off x="539065" y="1430760"/>
            <a:ext cx="5915608" cy="4013942"/>
          </a:xfrm>
          <a:prstGeom prst="rect">
            <a:avLst/>
          </a:prstGeom>
        </p:spPr>
      </p:pic>
      <p:sp>
        <p:nvSpPr>
          <p:cNvPr id="7" name="TextBox 5">
            <a:extLst>
              <a:ext uri="{FF2B5EF4-FFF2-40B4-BE49-F238E27FC236}">
                <a16:creationId xmlns:a16="http://schemas.microsoft.com/office/drawing/2014/main" id="{3BE6D112-7066-0AFF-300C-ABE53E07F7FB}"/>
              </a:ext>
            </a:extLst>
          </p:cNvPr>
          <p:cNvSpPr>
            <a:spLocks noGrp="1"/>
          </p:cNvSpPr>
          <p:nvPr/>
        </p:nvSpPr>
        <p:spPr>
          <a:xfrm>
            <a:off x="685800" y="5950178"/>
            <a:ext cx="10817352" cy="215444"/>
          </a:xfrm>
          <a:prstGeom prst="rect">
            <a:avLst/>
          </a:prstGeom>
          <a:noFill/>
        </p:spPr>
        <p:txBody>
          <a:bodyPr wrap="square" lIns="0" tIns="0" rIns="0" bIns="0" anchor="ctr">
            <a:spAutoFit/>
          </a:bodyPr>
          <a:lstStyle/>
          <a:p>
            <a:pPr algn="ctr">
              <a:buNone/>
            </a:pPr>
            <a:r>
              <a:rPr sz="1400" b="0" dirty="0">
                <a:solidFill>
                  <a:schemeClr val="tx1">
                    <a:lumMod val="85000"/>
                    <a:lumOff val="15000"/>
                  </a:schemeClr>
                </a:solidFill>
                <a:latin typeface="Aptos"/>
                <a:ea typeface="Aptos"/>
                <a:cs typeface="Aptos"/>
              </a:rPr>
              <a:t>Context Engineering </a:t>
            </a:r>
            <a:r>
              <a:rPr sz="1400" b="0" dirty="0" err="1">
                <a:solidFill>
                  <a:schemeClr val="tx1">
                    <a:lumMod val="85000"/>
                    <a:lumOff val="15000"/>
                  </a:schemeClr>
                </a:solidFill>
                <a:latin typeface="Aptos"/>
                <a:ea typeface="Aptos"/>
                <a:cs typeface="Aptos"/>
              </a:rPr>
              <a:t>orquesta</a:t>
            </a:r>
            <a:r>
              <a:rPr sz="1400" b="0" dirty="0">
                <a:solidFill>
                  <a:schemeClr val="tx1">
                    <a:lumMod val="85000"/>
                    <a:lumOff val="15000"/>
                  </a:schemeClr>
                </a:solidFill>
                <a:latin typeface="Aptos"/>
                <a:ea typeface="Aptos"/>
                <a:cs typeface="Aptos"/>
              </a:rPr>
              <a:t> RAG, memoria, </a:t>
            </a:r>
            <a:r>
              <a:rPr sz="1400" b="0" dirty="0" err="1">
                <a:solidFill>
                  <a:schemeClr val="tx1">
                    <a:lumMod val="85000"/>
                    <a:lumOff val="15000"/>
                  </a:schemeClr>
                </a:solidFill>
                <a:latin typeface="Aptos"/>
                <a:ea typeface="Aptos"/>
                <a:cs typeface="Aptos"/>
              </a:rPr>
              <a:t>herramientas</a:t>
            </a:r>
            <a:r>
              <a:rPr sz="1400" b="0" dirty="0">
                <a:solidFill>
                  <a:schemeClr val="tx1">
                    <a:lumMod val="85000"/>
                    <a:lumOff val="15000"/>
                  </a:schemeClr>
                </a:solidFill>
                <a:latin typeface="Aptos"/>
                <a:ea typeface="Aptos"/>
                <a:cs typeface="Aptos"/>
              </a:rPr>
              <a:t>, </a:t>
            </a:r>
            <a:r>
              <a:rPr sz="1400" b="0" dirty="0" err="1">
                <a:solidFill>
                  <a:schemeClr val="tx1">
                    <a:lumMod val="85000"/>
                    <a:lumOff val="15000"/>
                  </a:schemeClr>
                </a:solidFill>
                <a:latin typeface="Aptos"/>
                <a:ea typeface="Aptos"/>
                <a:cs typeface="Aptos"/>
              </a:rPr>
              <a:t>historial</a:t>
            </a:r>
            <a:r>
              <a:rPr sz="1400" b="0" dirty="0">
                <a:solidFill>
                  <a:schemeClr val="tx1">
                    <a:lumMod val="85000"/>
                    <a:lumOff val="15000"/>
                  </a:schemeClr>
                </a:solidFill>
                <a:latin typeface="Aptos"/>
                <a:ea typeface="Aptos"/>
                <a:cs typeface="Aptos"/>
              </a:rPr>
              <a:t> y </a:t>
            </a:r>
            <a:r>
              <a:rPr sz="1400" b="0" dirty="0" err="1">
                <a:solidFill>
                  <a:schemeClr val="tx1">
                    <a:lumMod val="85000"/>
                    <a:lumOff val="15000"/>
                  </a:schemeClr>
                </a:solidFill>
                <a:latin typeface="Aptos"/>
                <a:ea typeface="Aptos"/>
                <a:cs typeface="Aptos"/>
              </a:rPr>
              <a:t>formatos</a:t>
            </a:r>
            <a:r>
              <a:rPr sz="1400" b="0" dirty="0">
                <a:solidFill>
                  <a:schemeClr val="tx1">
                    <a:lumMod val="85000"/>
                    <a:lumOff val="15000"/>
                  </a:schemeClr>
                </a:solidFill>
                <a:latin typeface="Aptos"/>
                <a:ea typeface="Aptos"/>
                <a:cs typeface="Aptos"/>
              </a:rPr>
              <a:t> </a:t>
            </a:r>
            <a:r>
              <a:rPr sz="1400" b="0" dirty="0" err="1">
                <a:solidFill>
                  <a:schemeClr val="tx1">
                    <a:lumMod val="85000"/>
                    <a:lumOff val="15000"/>
                  </a:schemeClr>
                </a:solidFill>
                <a:latin typeface="Aptos"/>
                <a:ea typeface="Aptos"/>
                <a:cs typeface="Aptos"/>
              </a:rPr>
              <a:t>estructurados</a:t>
            </a:r>
            <a:r>
              <a:rPr sz="1400" b="0" dirty="0">
                <a:solidFill>
                  <a:schemeClr val="tx1">
                    <a:lumMod val="85000"/>
                    <a:lumOff val="15000"/>
                  </a:schemeClr>
                </a:solidFill>
                <a:latin typeface="Aptos"/>
                <a:ea typeface="Aptos"/>
                <a:cs typeface="Aptos"/>
              </a:rPr>
              <a:t>.</a:t>
            </a:r>
          </a:p>
        </p:txBody>
      </p:sp>
      <p:pic>
        <p:nvPicPr>
          <p:cNvPr id="3" name="Imagen 2">
            <a:extLst>
              <a:ext uri="{FF2B5EF4-FFF2-40B4-BE49-F238E27FC236}">
                <a16:creationId xmlns:a16="http://schemas.microsoft.com/office/drawing/2014/main" id="{39991492-51F1-F231-AD72-6B2DF575C6C3}"/>
              </a:ex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329941" y="1785982"/>
            <a:ext cx="5323317" cy="3303498"/>
          </a:xfrm>
          <a:prstGeom prst="rect">
            <a:avLst/>
          </a:prstGeom>
        </p:spPr>
      </p:pic>
    </p:spTree>
    <p:extLst>
      <p:ext uri="{BB962C8B-B14F-4D97-AF65-F5344CB8AC3E}">
        <p14:creationId xmlns:p14="http://schemas.microsoft.com/office/powerpoint/2010/main" val="2731839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CuadroTexto 53">
            <a:extLst>
              <a:ext uri="{FF2B5EF4-FFF2-40B4-BE49-F238E27FC236}">
                <a16:creationId xmlns:a16="http://schemas.microsoft.com/office/drawing/2014/main" id="{0DF694A8-E299-1F4F-86EF-81CCB8F51952}"/>
              </a:ext>
            </a:extLst>
          </p:cNvPr>
          <p:cNvSpPr txBox="1"/>
          <p:nvPr/>
        </p:nvSpPr>
        <p:spPr>
          <a:xfrm>
            <a:off x="609600" y="330200"/>
            <a:ext cx="8890000" cy="482600"/>
          </a:xfrm>
          <a:prstGeom prst="rect">
            <a:avLst/>
          </a:prstGeom>
          <a:noFill/>
        </p:spPr>
        <p:txBody>
          <a:bodyPr vertOverflow="overflow" vert="horz" wrap="square" rtlCol="0" anchor="t" anchorCtr="0">
            <a:normAutofit/>
          </a:bodyPr>
          <a:lstStyle/>
          <a:p>
            <a:pPr algn="l"/>
            <a:r>
              <a:rPr lang="es-US" sz="2400" b="1" dirty="0">
                <a:solidFill>
                  <a:srgbClr val="34445A"/>
                </a:solidFill>
                <a:latin typeface="Aptos"/>
              </a:rPr>
              <a:t>OBJETIVO DE CONTEXT ENGINEERING</a:t>
            </a:r>
          </a:p>
        </p:txBody>
      </p:sp>
      <p:sp>
        <p:nvSpPr>
          <p:cNvPr id="56" name="Rectángulo 55">
            <a:extLst>
              <a:ext uri="{FF2B5EF4-FFF2-40B4-BE49-F238E27FC236}">
                <a16:creationId xmlns:a16="http://schemas.microsoft.com/office/drawing/2014/main" id="{9B200A5D-E31E-5A40-B36F-D68A46EB5097}"/>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58" name="Rectángulo 57">
            <a:extLst>
              <a:ext uri="{FF2B5EF4-FFF2-40B4-BE49-F238E27FC236}">
                <a16:creationId xmlns:a16="http://schemas.microsoft.com/office/drawing/2014/main" id="{4D72A4DC-DF6B-6B47-8719-CFE27C1AD545}"/>
              </a:ext>
            </a:extLst>
          </p:cNvPr>
          <p:cNvSpPr/>
          <p:nvPr/>
        </p:nvSpPr>
        <p:spPr>
          <a:xfrm>
            <a:off x="736600" y="1600200"/>
            <a:ext cx="6286500" cy="3238500"/>
          </a:xfrm>
          <a:prstGeom prst="rect">
            <a:avLst/>
          </a:prstGeom>
          <a:solidFill>
            <a:schemeClr val="tx2">
              <a:lumMod val="50000"/>
            </a:schemeClr>
          </a:solidFill>
          <a:ln w="13970" cap="flat" cmpd="sng" algn="ctr">
            <a:solidFill>
              <a:srgbClr val="00A6B0"/>
            </a:solid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3" name="Rectángulo 2">
            <a:extLst>
              <a:ext uri="{FF2B5EF4-FFF2-40B4-BE49-F238E27FC236}">
                <a16:creationId xmlns:a16="http://schemas.microsoft.com/office/drawing/2014/main" id="{8471E09D-B68F-076E-3B3A-AD09F20421F7}"/>
              </a:ext>
            </a:extLst>
          </p:cNvPr>
          <p:cNvSpPr>
            <a:spLocks noGrp="1"/>
          </p:cNvSpPr>
          <p:nvPr/>
        </p:nvSpPr>
        <p:spPr>
          <a:xfrm>
            <a:off x="889000" y="1888568"/>
            <a:ext cx="4857750" cy="381000"/>
          </a:xfrm>
          <a:prstGeom prst="rect">
            <a:avLst/>
          </a:prstGeom>
          <a:noFill/>
          <a:ln w="0">
            <a:noFill/>
            <a:prstDash val="solid"/>
          </a:ln>
        </p:spPr>
        <p:txBody>
          <a:bodyPr wrap="square" lIns="0" tIns="0" rIns="0" bIns="0" anchor="t">
            <a:normAutofit/>
          </a:bodyPr>
          <a:lstStyle/>
          <a:p>
            <a:pPr algn="l">
              <a:lnSpc>
                <a:spcPct val="100000"/>
              </a:lnSpc>
              <a:buNone/>
              <a:defRPr sz="1800" b="0" i="0">
                <a:solidFill>
                  <a:srgbClr val="BFC7DA"/>
                </a:solidFill>
                <a:latin typeface="Aptos"/>
                <a:ea typeface="Aptos"/>
                <a:cs typeface="Aptos"/>
              </a:defRPr>
            </a:pPr>
            <a:r>
              <a:rPr sz="1800" b="0" i="0" dirty="0">
                <a:solidFill>
                  <a:schemeClr val="bg1"/>
                </a:solidFill>
                <a:latin typeface="Aptos"/>
                <a:ea typeface="Aptos"/>
                <a:cs typeface="Aptos"/>
              </a:rPr>
              <a:t>El </a:t>
            </a:r>
            <a:r>
              <a:rPr sz="1800" b="0" i="0" dirty="0" err="1">
                <a:solidFill>
                  <a:schemeClr val="bg1"/>
                </a:solidFill>
                <a:latin typeface="Aptos"/>
                <a:ea typeface="Aptos"/>
                <a:cs typeface="Aptos"/>
              </a:rPr>
              <a:t>objetivo</a:t>
            </a:r>
            <a:r>
              <a:rPr sz="1800" b="0" i="0" dirty="0">
                <a:solidFill>
                  <a:schemeClr val="bg1"/>
                </a:solidFill>
                <a:latin typeface="Aptos"/>
                <a:ea typeface="Aptos"/>
                <a:cs typeface="Aptos"/>
              </a:rPr>
              <a:t> real es </a:t>
            </a:r>
            <a:r>
              <a:rPr sz="1800" b="0" i="0" dirty="0" err="1">
                <a:solidFill>
                  <a:schemeClr val="bg1"/>
                </a:solidFill>
                <a:latin typeface="Aptos"/>
                <a:ea typeface="Aptos"/>
                <a:cs typeface="Aptos"/>
              </a:rPr>
              <a:t>maximizar</a:t>
            </a:r>
            <a:endParaRPr sz="1800" b="0" i="0" dirty="0">
              <a:solidFill>
                <a:schemeClr val="bg1"/>
              </a:solidFill>
              <a:latin typeface="Aptos"/>
              <a:ea typeface="Aptos"/>
              <a:cs typeface="Aptos"/>
            </a:endParaRPr>
          </a:p>
        </p:txBody>
      </p:sp>
      <p:sp>
        <p:nvSpPr>
          <p:cNvPr id="5" name="Rectángulo 4">
            <a:extLst>
              <a:ext uri="{FF2B5EF4-FFF2-40B4-BE49-F238E27FC236}">
                <a16:creationId xmlns:a16="http://schemas.microsoft.com/office/drawing/2014/main" id="{092FFD76-61A2-0CBC-5FE6-21A1F40A6AB7}"/>
              </a:ext>
            </a:extLst>
          </p:cNvPr>
          <p:cNvSpPr>
            <a:spLocks noGrp="1"/>
          </p:cNvSpPr>
          <p:nvPr/>
        </p:nvSpPr>
        <p:spPr>
          <a:xfrm>
            <a:off x="889000" y="2326718"/>
            <a:ext cx="6286500" cy="685800"/>
          </a:xfrm>
          <a:prstGeom prst="rect">
            <a:avLst/>
          </a:prstGeom>
          <a:noFill/>
          <a:ln w="0">
            <a:noFill/>
            <a:prstDash val="solid"/>
          </a:ln>
        </p:spPr>
        <p:txBody>
          <a:bodyPr lIns="0" tIns="0" rIns="0" bIns="0" anchor="t">
            <a:normAutofit fontScale="92500"/>
          </a:bodyPr>
          <a:lstStyle/>
          <a:p>
            <a:pPr algn="l">
              <a:buNone/>
              <a:defRPr sz="3600">
                <a:solidFill>
                  <a:srgbClr val="FFFFFF"/>
                </a:solidFill>
                <a:latin typeface="Aptos"/>
                <a:ea typeface="Aptos"/>
                <a:cs typeface="Aptos"/>
              </a:defRPr>
            </a:pPr>
            <a:r>
              <a:rPr lang="es-MX" sz="3600" b="1" dirty="0">
                <a:solidFill>
                  <a:srgbClr val="FFFFFF"/>
                </a:solidFill>
                <a:latin typeface="Aptos Display"/>
                <a:ea typeface="Aptos Display"/>
                <a:cs typeface="Aptos Display"/>
              </a:rPr>
              <a:t>calidad bajo un límite de contexto</a:t>
            </a:r>
            <a:endParaRPr sz="3600" b="1" dirty="0">
              <a:solidFill>
                <a:srgbClr val="FFFFFF"/>
              </a:solidFill>
              <a:latin typeface="Aptos Display"/>
              <a:ea typeface="Aptos Display"/>
              <a:cs typeface="Aptos Display"/>
            </a:endParaRPr>
          </a:p>
        </p:txBody>
      </p:sp>
      <p:sp>
        <p:nvSpPr>
          <p:cNvPr id="9" name="TextBox 20">
            <a:extLst>
              <a:ext uri="{FF2B5EF4-FFF2-40B4-BE49-F238E27FC236}">
                <a16:creationId xmlns:a16="http://schemas.microsoft.com/office/drawing/2014/main" id="{8E6ED86A-49C7-069E-C59B-65A497CE510C}"/>
              </a:ext>
            </a:extLst>
          </p:cNvPr>
          <p:cNvSpPr>
            <a:spLocks noGrp="1"/>
          </p:cNvSpPr>
          <p:nvPr/>
        </p:nvSpPr>
        <p:spPr>
          <a:xfrm>
            <a:off x="889000" y="4388193"/>
            <a:ext cx="5394960" cy="320040"/>
          </a:xfrm>
          <a:prstGeom prst="rect">
            <a:avLst/>
          </a:prstGeom>
          <a:noFill/>
        </p:spPr>
        <p:txBody>
          <a:bodyPr wrap="square" lIns="0" tIns="0" rIns="0" bIns="0" anchor="ctr">
            <a:spAutoFit/>
          </a:bodyPr>
          <a:lstStyle/>
          <a:p>
            <a:pPr algn="l">
              <a:buNone/>
            </a:pPr>
            <a:r>
              <a:rPr sz="1250" b="1" dirty="0" err="1">
                <a:solidFill>
                  <a:srgbClr val="3DD6C6"/>
                </a:solidFill>
                <a:latin typeface="Aptos"/>
                <a:ea typeface="Aptos"/>
                <a:cs typeface="Aptos"/>
              </a:rPr>
              <a:t>Notación</a:t>
            </a:r>
            <a:r>
              <a:rPr sz="1250" b="1" dirty="0">
                <a:solidFill>
                  <a:srgbClr val="3DD6C6"/>
                </a:solidFill>
                <a:latin typeface="Aptos"/>
                <a:ea typeface="Aptos"/>
                <a:cs typeface="Aptos"/>
              </a:rPr>
              <a:t> · </a:t>
            </a:r>
            <a:r>
              <a:rPr sz="1250" dirty="0">
                <a:solidFill>
                  <a:srgbClr val="C7CEDF"/>
                </a:solidFill>
                <a:latin typeface="Aptos"/>
                <a:ea typeface="Aptos"/>
                <a:cs typeface="Aptos"/>
              </a:rPr>
              <a:t>X consulta · Y </a:t>
            </a:r>
            <a:r>
              <a:rPr sz="1250" dirty="0" err="1">
                <a:solidFill>
                  <a:srgbClr val="C7CEDF"/>
                </a:solidFill>
                <a:latin typeface="Aptos"/>
                <a:ea typeface="Aptos"/>
                <a:cs typeface="Aptos"/>
              </a:rPr>
              <a:t>respuesta</a:t>
            </a:r>
            <a:r>
              <a:rPr sz="1250" dirty="0">
                <a:solidFill>
                  <a:srgbClr val="C7CEDF"/>
                </a:solidFill>
                <a:latin typeface="Aptos"/>
                <a:ea typeface="Aptos"/>
                <a:cs typeface="Aptos"/>
              </a:rPr>
              <a:t> · C </a:t>
            </a:r>
            <a:r>
              <a:rPr sz="1250" dirty="0" err="1">
                <a:solidFill>
                  <a:srgbClr val="C7CEDF"/>
                </a:solidFill>
                <a:latin typeface="Aptos"/>
                <a:ea typeface="Aptos"/>
                <a:cs typeface="Aptos"/>
              </a:rPr>
              <a:t>contexto</a:t>
            </a:r>
            <a:r>
              <a:rPr sz="1250" dirty="0">
                <a:solidFill>
                  <a:srgbClr val="C7CEDF"/>
                </a:solidFill>
                <a:latin typeface="Aptos"/>
                <a:ea typeface="Aptos"/>
                <a:cs typeface="Aptos"/>
              </a:rPr>
              <a:t> · |C| </a:t>
            </a:r>
            <a:r>
              <a:rPr sz="1250" dirty="0" err="1">
                <a:solidFill>
                  <a:srgbClr val="C7CEDF"/>
                </a:solidFill>
                <a:latin typeface="Aptos"/>
                <a:ea typeface="Aptos"/>
                <a:cs typeface="Aptos"/>
              </a:rPr>
              <a:t>número</a:t>
            </a:r>
            <a:r>
              <a:rPr sz="1250" dirty="0">
                <a:solidFill>
                  <a:srgbClr val="C7CEDF"/>
                </a:solidFill>
                <a:latin typeface="Aptos"/>
                <a:ea typeface="Aptos"/>
                <a:cs typeface="Aptos"/>
              </a:rPr>
              <a:t> de tokens</a:t>
            </a:r>
          </a:p>
        </p:txBody>
      </p:sp>
      <p:pic>
        <p:nvPicPr>
          <p:cNvPr id="11" name="Imagen 10">
            <a:extLst>
              <a:ext uri="{FF2B5EF4-FFF2-40B4-BE49-F238E27FC236}">
                <a16:creationId xmlns:a16="http://schemas.microsoft.com/office/drawing/2014/main" id="{008305F9-FC90-A595-5AE2-7F5E8A498CAD}"/>
              </a:ext>
            </a:extLst>
          </p:cNvPr>
          <p:cNvPicPr>
            <a:picLocks noChangeAspect="1"/>
          </p:cNvPicPr>
          <p:nvPr/>
        </p:nvPicPr>
        <p:blipFill>
          <a:blip r:embed="rId3"/>
          <a:stretch/>
        </p:blipFill>
        <p:spPr>
          <a:xfrm>
            <a:off x="1079500" y="3153760"/>
            <a:ext cx="5600700" cy="485805"/>
          </a:xfrm>
          <a:prstGeom prst="rect">
            <a:avLst/>
          </a:prstGeom>
        </p:spPr>
      </p:pic>
      <p:pic>
        <p:nvPicPr>
          <p:cNvPr id="13" name="Imagen 12">
            <a:extLst>
              <a:ext uri="{FF2B5EF4-FFF2-40B4-BE49-F238E27FC236}">
                <a16:creationId xmlns:a16="http://schemas.microsoft.com/office/drawing/2014/main" id="{AB809667-4B87-595F-0C31-F0834F1A4A4C}"/>
              </a:ext>
            </a:extLst>
          </p:cNvPr>
          <p:cNvPicPr>
            <a:picLocks noChangeAspect="1"/>
          </p:cNvPicPr>
          <p:nvPr/>
        </p:nvPicPr>
        <p:blipFill>
          <a:blip r:embed="rId4">
            <a:biLevel thresh="50000"/>
          </a:blip>
          <a:stretch/>
        </p:blipFill>
        <p:spPr>
          <a:xfrm>
            <a:off x="2795228" y="3736418"/>
            <a:ext cx="1582503" cy="415492"/>
          </a:xfrm>
          <a:prstGeom prst="rect">
            <a:avLst/>
          </a:prstGeom>
        </p:spPr>
      </p:pic>
      <p:sp>
        <p:nvSpPr>
          <p:cNvPr id="15" name="Rectángulo 14">
            <a:extLst>
              <a:ext uri="{FF2B5EF4-FFF2-40B4-BE49-F238E27FC236}">
                <a16:creationId xmlns:a16="http://schemas.microsoft.com/office/drawing/2014/main" id="{D47373E5-6657-6DD1-D301-28BE7C175E3D}"/>
              </a:ext>
            </a:extLst>
          </p:cNvPr>
          <p:cNvSpPr>
            <a:spLocks noGrp="1"/>
          </p:cNvSpPr>
          <p:nvPr/>
        </p:nvSpPr>
        <p:spPr>
          <a:xfrm>
            <a:off x="7333022" y="1307543"/>
            <a:ext cx="3905250" cy="266700"/>
          </a:xfrm>
          <a:prstGeom prst="rect">
            <a:avLst/>
          </a:prstGeom>
          <a:noFill/>
          <a:ln w="0">
            <a:noFill/>
            <a:prstDash val="solid"/>
          </a:ln>
        </p:spPr>
        <p:txBody>
          <a:bodyPr wrap="square" lIns="19050" tIns="19050" rIns="19050" bIns="19050" anchor="t">
            <a:normAutofit/>
          </a:bodyPr>
          <a:lstStyle/>
          <a:p>
            <a:pPr algn="l">
              <a:lnSpc>
                <a:spcPct val="100000"/>
              </a:lnSpc>
              <a:buNone/>
              <a:defRPr sz="1125" b="1">
                <a:solidFill>
                  <a:srgbClr val="F5A14A"/>
                </a:solidFill>
                <a:latin typeface="Aptos"/>
                <a:ea typeface="Aptos"/>
                <a:cs typeface="Aptos"/>
              </a:defRPr>
            </a:pPr>
            <a:r>
              <a:rPr sz="1400" b="1" dirty="0">
                <a:solidFill>
                  <a:schemeClr val="accent4">
                    <a:lumMod val="75000"/>
                  </a:schemeClr>
                </a:solidFill>
                <a:latin typeface="Aptos"/>
                <a:ea typeface="Aptos"/>
                <a:cs typeface="Aptos"/>
              </a:rPr>
              <a:t>QUÉ OPTIMIZA F</a:t>
            </a:r>
          </a:p>
        </p:txBody>
      </p:sp>
      <p:sp>
        <p:nvSpPr>
          <p:cNvPr id="17" name="Rectángulo: esquinas redondeadas 16">
            <a:extLst>
              <a:ext uri="{FF2B5EF4-FFF2-40B4-BE49-F238E27FC236}">
                <a16:creationId xmlns:a16="http://schemas.microsoft.com/office/drawing/2014/main" id="{4369B86B-093B-65F0-114E-F220D2C8A8BF}"/>
              </a:ext>
            </a:extLst>
          </p:cNvPr>
          <p:cNvSpPr>
            <a:spLocks noGrp="1"/>
          </p:cNvSpPr>
          <p:nvPr/>
        </p:nvSpPr>
        <p:spPr>
          <a:xfrm>
            <a:off x="7333022" y="1764743"/>
            <a:ext cx="4038600" cy="628650"/>
          </a:xfrm>
          <a:prstGeom prst="roundRect">
            <a:avLst>
              <a:gd name="adj" fmla="val 18182"/>
            </a:avLst>
          </a:prstGeom>
          <a:solidFill>
            <a:schemeClr val="tx2">
              <a:lumMod val="50000"/>
            </a:schemeClr>
          </a:solidFill>
          <a:ln w="11430">
            <a:solidFill>
              <a:srgbClr val="6C63FF"/>
            </a:solidFill>
            <a:prstDash val="solid"/>
          </a:ln>
        </p:spPr>
        <p:txBody>
          <a:bodyPr/>
          <a:lstStyle/>
          <a:p>
            <a:endParaRPr lang="es-PE"/>
          </a:p>
        </p:txBody>
      </p:sp>
      <p:sp>
        <p:nvSpPr>
          <p:cNvPr id="19" name="Rectángulo 18">
            <a:extLst>
              <a:ext uri="{FF2B5EF4-FFF2-40B4-BE49-F238E27FC236}">
                <a16:creationId xmlns:a16="http://schemas.microsoft.com/office/drawing/2014/main" id="{4E230C09-A0D3-0E7A-784A-8A286258B3AE}"/>
              </a:ext>
            </a:extLst>
          </p:cNvPr>
          <p:cNvSpPr>
            <a:spLocks noGrp="1"/>
          </p:cNvSpPr>
          <p:nvPr/>
        </p:nvSpPr>
        <p:spPr>
          <a:xfrm>
            <a:off x="7523522" y="1879043"/>
            <a:ext cx="1238250" cy="228600"/>
          </a:xfrm>
          <a:prstGeom prst="rect">
            <a:avLst/>
          </a:prstGeom>
          <a:noFill/>
          <a:ln w="0">
            <a:noFill/>
            <a:prstDash val="solid"/>
          </a:ln>
        </p:spPr>
        <p:txBody>
          <a:bodyPr wrap="square" lIns="19050" tIns="19050" rIns="19050" bIns="19050" anchor="t">
            <a:normAutofit/>
          </a:bodyPr>
          <a:lstStyle/>
          <a:p>
            <a:pPr algn="l">
              <a:lnSpc>
                <a:spcPct val="100000"/>
              </a:lnSpc>
              <a:buNone/>
              <a:defRPr sz="1125" b="1">
                <a:solidFill>
                  <a:srgbClr val="6C63FF"/>
                </a:solidFill>
                <a:latin typeface="Aptos"/>
                <a:ea typeface="Aptos"/>
                <a:cs typeface="Aptos"/>
              </a:defRPr>
            </a:pPr>
            <a:r>
              <a:rPr sz="1125" b="1" dirty="0">
                <a:solidFill>
                  <a:schemeClr val="accent6">
                    <a:lumMod val="40000"/>
                    <a:lumOff val="60000"/>
                  </a:schemeClr>
                </a:solidFill>
                <a:latin typeface="Aptos"/>
                <a:ea typeface="Aptos"/>
                <a:cs typeface="Aptos"/>
              </a:rPr>
              <a:t>GENERAR</a:t>
            </a:r>
          </a:p>
        </p:txBody>
      </p:sp>
      <p:sp>
        <p:nvSpPr>
          <p:cNvPr id="21" name="Rectángulo 20">
            <a:extLst>
              <a:ext uri="{FF2B5EF4-FFF2-40B4-BE49-F238E27FC236}">
                <a16:creationId xmlns:a16="http://schemas.microsoft.com/office/drawing/2014/main" id="{F372E5BF-C8E6-ED96-6870-D3E0046F3565}"/>
              </a:ext>
            </a:extLst>
          </p:cNvPr>
          <p:cNvSpPr>
            <a:spLocks noGrp="1"/>
          </p:cNvSpPr>
          <p:nvPr/>
        </p:nvSpPr>
        <p:spPr>
          <a:xfrm>
            <a:off x="8799872" y="1879043"/>
            <a:ext cx="2343150" cy="361950"/>
          </a:xfrm>
          <a:prstGeom prst="rect">
            <a:avLst/>
          </a:prstGeom>
          <a:noFill/>
          <a:ln w="0">
            <a:noFill/>
            <a:prstDash val="solid"/>
          </a:ln>
        </p:spPr>
        <p:txBody>
          <a:bodyPr wrap="square" lIns="19050" tIns="19050" rIns="19050" bIns="19050" anchor="t">
            <a:normAutofit/>
          </a:bodyPr>
          <a:lstStyle/>
          <a:p>
            <a:pPr algn="l">
              <a:lnSpc>
                <a:spcPct val="100000"/>
              </a:lnSpc>
              <a:buNone/>
              <a:defRPr sz="1200" b="0">
                <a:solidFill>
                  <a:srgbClr val="FFFFFF"/>
                </a:solidFill>
                <a:latin typeface="Aptos"/>
                <a:ea typeface="Aptos"/>
                <a:cs typeface="Aptos"/>
              </a:defRPr>
            </a:pPr>
            <a:r>
              <a:rPr sz="1200" b="0">
                <a:solidFill>
                  <a:srgbClr val="FFFFFF"/>
                </a:solidFill>
                <a:latin typeface="Aptos"/>
                <a:ea typeface="Aptos"/>
                <a:cs typeface="Aptos"/>
              </a:rPr>
              <a:t>crear instrucciones o memoria</a:t>
            </a:r>
          </a:p>
        </p:txBody>
      </p:sp>
      <p:sp>
        <p:nvSpPr>
          <p:cNvPr id="23" name="Rectángulo: esquinas redondeadas 22">
            <a:extLst>
              <a:ext uri="{FF2B5EF4-FFF2-40B4-BE49-F238E27FC236}">
                <a16:creationId xmlns:a16="http://schemas.microsoft.com/office/drawing/2014/main" id="{01762CBE-59DC-9BEC-80BA-4E81D7AB0ADF}"/>
              </a:ext>
            </a:extLst>
          </p:cNvPr>
          <p:cNvSpPr>
            <a:spLocks noGrp="1"/>
          </p:cNvSpPr>
          <p:nvPr/>
        </p:nvSpPr>
        <p:spPr>
          <a:xfrm>
            <a:off x="7333022" y="2574368"/>
            <a:ext cx="4038600" cy="628650"/>
          </a:xfrm>
          <a:prstGeom prst="roundRect">
            <a:avLst>
              <a:gd name="adj" fmla="val 18182"/>
            </a:avLst>
          </a:prstGeom>
          <a:solidFill>
            <a:schemeClr val="tx2">
              <a:lumMod val="50000"/>
            </a:schemeClr>
          </a:solidFill>
          <a:ln w="11430">
            <a:solidFill>
              <a:srgbClr val="33D6C8"/>
            </a:solidFill>
            <a:prstDash val="solid"/>
          </a:ln>
        </p:spPr>
        <p:txBody>
          <a:bodyPr/>
          <a:lstStyle/>
          <a:p>
            <a:endParaRPr lang="es-PE"/>
          </a:p>
        </p:txBody>
      </p:sp>
      <p:sp>
        <p:nvSpPr>
          <p:cNvPr id="25" name="Rectángulo 24">
            <a:extLst>
              <a:ext uri="{FF2B5EF4-FFF2-40B4-BE49-F238E27FC236}">
                <a16:creationId xmlns:a16="http://schemas.microsoft.com/office/drawing/2014/main" id="{D54B22AB-A10D-6B58-DA01-686F1F7DF4D5}"/>
              </a:ext>
            </a:extLst>
          </p:cNvPr>
          <p:cNvSpPr>
            <a:spLocks noGrp="1"/>
          </p:cNvSpPr>
          <p:nvPr/>
        </p:nvSpPr>
        <p:spPr>
          <a:xfrm>
            <a:off x="7523522" y="2688668"/>
            <a:ext cx="1238250" cy="228600"/>
          </a:xfrm>
          <a:prstGeom prst="rect">
            <a:avLst/>
          </a:prstGeom>
          <a:noFill/>
          <a:ln w="0">
            <a:noFill/>
            <a:prstDash val="solid"/>
          </a:ln>
        </p:spPr>
        <p:txBody>
          <a:bodyPr wrap="square" lIns="19050" tIns="19050" rIns="19050" bIns="19050" anchor="t">
            <a:normAutofit/>
          </a:bodyPr>
          <a:lstStyle/>
          <a:p>
            <a:pPr algn="l">
              <a:lnSpc>
                <a:spcPct val="100000"/>
              </a:lnSpc>
              <a:buNone/>
              <a:defRPr sz="1125" b="1">
                <a:solidFill>
                  <a:srgbClr val="33D6C8"/>
                </a:solidFill>
                <a:latin typeface="Aptos"/>
                <a:ea typeface="Aptos"/>
                <a:cs typeface="Aptos"/>
              </a:defRPr>
            </a:pPr>
            <a:r>
              <a:rPr sz="1125" b="1" dirty="0">
                <a:solidFill>
                  <a:schemeClr val="accent1">
                    <a:lumMod val="40000"/>
                    <a:lumOff val="60000"/>
                  </a:schemeClr>
                </a:solidFill>
                <a:latin typeface="Aptos"/>
                <a:ea typeface="Aptos"/>
                <a:cs typeface="Aptos"/>
              </a:rPr>
              <a:t>RECUPERAR</a:t>
            </a:r>
          </a:p>
        </p:txBody>
      </p:sp>
      <p:sp>
        <p:nvSpPr>
          <p:cNvPr id="27" name="Rectángulo 26">
            <a:extLst>
              <a:ext uri="{FF2B5EF4-FFF2-40B4-BE49-F238E27FC236}">
                <a16:creationId xmlns:a16="http://schemas.microsoft.com/office/drawing/2014/main" id="{DD1319FD-E7B1-4D41-ACAF-AAEE99B4AF2C}"/>
              </a:ext>
            </a:extLst>
          </p:cNvPr>
          <p:cNvSpPr>
            <a:spLocks noGrp="1"/>
          </p:cNvSpPr>
          <p:nvPr/>
        </p:nvSpPr>
        <p:spPr>
          <a:xfrm>
            <a:off x="8799872" y="2688668"/>
            <a:ext cx="2343150" cy="361950"/>
          </a:xfrm>
          <a:prstGeom prst="rect">
            <a:avLst/>
          </a:prstGeom>
          <a:noFill/>
          <a:ln w="0">
            <a:noFill/>
            <a:prstDash val="solid"/>
          </a:ln>
        </p:spPr>
        <p:txBody>
          <a:bodyPr wrap="square" lIns="19050" tIns="19050" rIns="19050" bIns="19050" anchor="t">
            <a:normAutofit/>
          </a:bodyPr>
          <a:lstStyle/>
          <a:p>
            <a:pPr algn="l">
              <a:lnSpc>
                <a:spcPct val="100000"/>
              </a:lnSpc>
              <a:buNone/>
              <a:defRPr sz="1200" b="0">
                <a:solidFill>
                  <a:srgbClr val="FFFFFF"/>
                </a:solidFill>
                <a:latin typeface="Aptos"/>
                <a:ea typeface="Aptos"/>
                <a:cs typeface="Aptos"/>
              </a:defRPr>
            </a:pPr>
            <a:r>
              <a:rPr sz="1200" b="0">
                <a:solidFill>
                  <a:srgbClr val="FFFFFF"/>
                </a:solidFill>
                <a:latin typeface="Aptos"/>
                <a:ea typeface="Aptos"/>
                <a:cs typeface="Aptos"/>
              </a:rPr>
              <a:t>buscar conocimiento</a:t>
            </a:r>
          </a:p>
        </p:txBody>
      </p:sp>
      <p:sp>
        <p:nvSpPr>
          <p:cNvPr id="29" name="Rectángulo: esquinas redondeadas 28">
            <a:extLst>
              <a:ext uri="{FF2B5EF4-FFF2-40B4-BE49-F238E27FC236}">
                <a16:creationId xmlns:a16="http://schemas.microsoft.com/office/drawing/2014/main" id="{A006BCBD-2D93-0481-6F1B-896F1D398C97}"/>
              </a:ext>
            </a:extLst>
          </p:cNvPr>
          <p:cNvSpPr>
            <a:spLocks noGrp="1"/>
          </p:cNvSpPr>
          <p:nvPr/>
        </p:nvSpPr>
        <p:spPr>
          <a:xfrm>
            <a:off x="7333022" y="3383993"/>
            <a:ext cx="4038600" cy="628650"/>
          </a:xfrm>
          <a:prstGeom prst="roundRect">
            <a:avLst>
              <a:gd name="adj" fmla="val 18182"/>
            </a:avLst>
          </a:prstGeom>
          <a:solidFill>
            <a:schemeClr val="tx2">
              <a:lumMod val="50000"/>
            </a:schemeClr>
          </a:solidFill>
          <a:ln w="11430">
            <a:solidFill>
              <a:srgbClr val="49C986"/>
            </a:solidFill>
            <a:prstDash val="solid"/>
          </a:ln>
        </p:spPr>
        <p:txBody>
          <a:bodyPr/>
          <a:lstStyle/>
          <a:p>
            <a:endParaRPr lang="es-PE"/>
          </a:p>
        </p:txBody>
      </p:sp>
      <p:sp>
        <p:nvSpPr>
          <p:cNvPr id="31" name="Rectángulo 30">
            <a:extLst>
              <a:ext uri="{FF2B5EF4-FFF2-40B4-BE49-F238E27FC236}">
                <a16:creationId xmlns:a16="http://schemas.microsoft.com/office/drawing/2014/main" id="{787B7E1A-96B0-36AC-8728-3BBD753BFEB4}"/>
              </a:ext>
            </a:extLst>
          </p:cNvPr>
          <p:cNvSpPr>
            <a:spLocks noGrp="1"/>
          </p:cNvSpPr>
          <p:nvPr/>
        </p:nvSpPr>
        <p:spPr>
          <a:xfrm>
            <a:off x="7523522" y="3498293"/>
            <a:ext cx="1238250" cy="228600"/>
          </a:xfrm>
          <a:prstGeom prst="rect">
            <a:avLst/>
          </a:prstGeom>
          <a:noFill/>
          <a:ln w="0">
            <a:noFill/>
            <a:prstDash val="solid"/>
          </a:ln>
        </p:spPr>
        <p:txBody>
          <a:bodyPr wrap="square" lIns="19050" tIns="19050" rIns="19050" bIns="19050" anchor="t">
            <a:normAutofit/>
          </a:bodyPr>
          <a:lstStyle/>
          <a:p>
            <a:pPr algn="l">
              <a:lnSpc>
                <a:spcPct val="100000"/>
              </a:lnSpc>
              <a:buNone/>
              <a:defRPr sz="1125" b="1">
                <a:solidFill>
                  <a:srgbClr val="49C986"/>
                </a:solidFill>
                <a:latin typeface="Aptos"/>
                <a:ea typeface="Aptos"/>
                <a:cs typeface="Aptos"/>
              </a:defRPr>
            </a:pPr>
            <a:r>
              <a:rPr sz="1125" b="1" dirty="0">
                <a:solidFill>
                  <a:schemeClr val="accent4">
                    <a:lumMod val="40000"/>
                    <a:lumOff val="60000"/>
                  </a:schemeClr>
                </a:solidFill>
                <a:latin typeface="Aptos"/>
                <a:ea typeface="Aptos"/>
                <a:cs typeface="Aptos"/>
              </a:rPr>
              <a:t>SELECCIONAR</a:t>
            </a:r>
          </a:p>
        </p:txBody>
      </p:sp>
      <p:sp>
        <p:nvSpPr>
          <p:cNvPr id="33" name="Rectángulo 32">
            <a:extLst>
              <a:ext uri="{FF2B5EF4-FFF2-40B4-BE49-F238E27FC236}">
                <a16:creationId xmlns:a16="http://schemas.microsoft.com/office/drawing/2014/main" id="{A17BC5E1-1167-25E8-20FD-71F70BA9461E}"/>
              </a:ext>
            </a:extLst>
          </p:cNvPr>
          <p:cNvSpPr>
            <a:spLocks noGrp="1"/>
          </p:cNvSpPr>
          <p:nvPr/>
        </p:nvSpPr>
        <p:spPr>
          <a:xfrm>
            <a:off x="8799872" y="3498293"/>
            <a:ext cx="2343150" cy="361950"/>
          </a:xfrm>
          <a:prstGeom prst="rect">
            <a:avLst/>
          </a:prstGeom>
          <a:noFill/>
          <a:ln w="0">
            <a:noFill/>
            <a:prstDash val="solid"/>
          </a:ln>
        </p:spPr>
        <p:txBody>
          <a:bodyPr wrap="square" lIns="19050" tIns="19050" rIns="19050" bIns="19050" anchor="t">
            <a:normAutofit/>
          </a:bodyPr>
          <a:lstStyle/>
          <a:p>
            <a:pPr algn="l">
              <a:lnSpc>
                <a:spcPct val="100000"/>
              </a:lnSpc>
              <a:buNone/>
              <a:defRPr sz="1200" b="0">
                <a:solidFill>
                  <a:srgbClr val="FFFFFF"/>
                </a:solidFill>
                <a:latin typeface="Aptos"/>
                <a:ea typeface="Aptos"/>
                <a:cs typeface="Aptos"/>
              </a:defRPr>
            </a:pPr>
            <a:r>
              <a:rPr sz="1200" b="0">
                <a:solidFill>
                  <a:srgbClr val="FFFFFF"/>
                </a:solidFill>
                <a:latin typeface="Aptos"/>
                <a:ea typeface="Aptos"/>
                <a:cs typeface="Aptos"/>
              </a:rPr>
              <a:t>conservar lo relevante</a:t>
            </a:r>
          </a:p>
        </p:txBody>
      </p:sp>
      <p:sp>
        <p:nvSpPr>
          <p:cNvPr id="35" name="Rectángulo: esquinas redondeadas 34">
            <a:extLst>
              <a:ext uri="{FF2B5EF4-FFF2-40B4-BE49-F238E27FC236}">
                <a16:creationId xmlns:a16="http://schemas.microsoft.com/office/drawing/2014/main" id="{BCB374E9-74E2-9B9C-4FD1-B68B99FD5308}"/>
              </a:ext>
            </a:extLst>
          </p:cNvPr>
          <p:cNvSpPr>
            <a:spLocks noGrp="1"/>
          </p:cNvSpPr>
          <p:nvPr/>
        </p:nvSpPr>
        <p:spPr>
          <a:xfrm>
            <a:off x="7333022" y="4193618"/>
            <a:ext cx="4038600" cy="628650"/>
          </a:xfrm>
          <a:prstGeom prst="roundRect">
            <a:avLst>
              <a:gd name="adj" fmla="val 18182"/>
            </a:avLst>
          </a:prstGeom>
          <a:solidFill>
            <a:schemeClr val="tx2">
              <a:lumMod val="50000"/>
            </a:schemeClr>
          </a:solidFill>
          <a:ln w="11430">
            <a:solidFill>
              <a:srgbClr val="F5A14A"/>
            </a:solidFill>
            <a:prstDash val="solid"/>
          </a:ln>
        </p:spPr>
        <p:txBody>
          <a:bodyPr/>
          <a:lstStyle/>
          <a:p>
            <a:endParaRPr lang="es-PE"/>
          </a:p>
        </p:txBody>
      </p:sp>
      <p:sp>
        <p:nvSpPr>
          <p:cNvPr id="37" name="Rectángulo 36">
            <a:extLst>
              <a:ext uri="{FF2B5EF4-FFF2-40B4-BE49-F238E27FC236}">
                <a16:creationId xmlns:a16="http://schemas.microsoft.com/office/drawing/2014/main" id="{4A973640-B302-9889-2FA2-E3789D9ADEED}"/>
              </a:ext>
            </a:extLst>
          </p:cNvPr>
          <p:cNvSpPr>
            <a:spLocks noGrp="1"/>
          </p:cNvSpPr>
          <p:nvPr/>
        </p:nvSpPr>
        <p:spPr>
          <a:xfrm>
            <a:off x="7523522" y="4307918"/>
            <a:ext cx="1238250" cy="228600"/>
          </a:xfrm>
          <a:prstGeom prst="rect">
            <a:avLst/>
          </a:prstGeom>
          <a:noFill/>
          <a:ln w="0">
            <a:noFill/>
            <a:prstDash val="solid"/>
          </a:ln>
        </p:spPr>
        <p:txBody>
          <a:bodyPr wrap="square" lIns="19050" tIns="19050" rIns="19050" bIns="19050" anchor="t">
            <a:normAutofit/>
          </a:bodyPr>
          <a:lstStyle/>
          <a:p>
            <a:pPr algn="l">
              <a:lnSpc>
                <a:spcPct val="100000"/>
              </a:lnSpc>
              <a:buNone/>
              <a:defRPr sz="1125" b="1">
                <a:solidFill>
                  <a:srgbClr val="F5A14A"/>
                </a:solidFill>
                <a:latin typeface="Aptos"/>
                <a:ea typeface="Aptos"/>
                <a:cs typeface="Aptos"/>
              </a:defRPr>
            </a:pPr>
            <a:r>
              <a:rPr sz="1125" b="1" dirty="0">
                <a:solidFill>
                  <a:schemeClr val="accent4">
                    <a:lumMod val="75000"/>
                  </a:schemeClr>
                </a:solidFill>
                <a:latin typeface="Aptos"/>
                <a:ea typeface="Aptos"/>
                <a:cs typeface="Aptos"/>
              </a:rPr>
              <a:t>COMPRIMIR</a:t>
            </a:r>
          </a:p>
        </p:txBody>
      </p:sp>
      <p:sp>
        <p:nvSpPr>
          <p:cNvPr id="39" name="Rectángulo 38">
            <a:extLst>
              <a:ext uri="{FF2B5EF4-FFF2-40B4-BE49-F238E27FC236}">
                <a16:creationId xmlns:a16="http://schemas.microsoft.com/office/drawing/2014/main" id="{EAFF5CFF-D64F-8F0D-AE29-58839F3D8C31}"/>
              </a:ext>
            </a:extLst>
          </p:cNvPr>
          <p:cNvSpPr>
            <a:spLocks noGrp="1"/>
          </p:cNvSpPr>
          <p:nvPr/>
        </p:nvSpPr>
        <p:spPr>
          <a:xfrm>
            <a:off x="8799872" y="4307918"/>
            <a:ext cx="2343150" cy="361950"/>
          </a:xfrm>
          <a:prstGeom prst="rect">
            <a:avLst/>
          </a:prstGeom>
          <a:noFill/>
          <a:ln w="0">
            <a:noFill/>
            <a:prstDash val="solid"/>
          </a:ln>
        </p:spPr>
        <p:txBody>
          <a:bodyPr wrap="square" lIns="19050" tIns="19050" rIns="19050" bIns="19050" anchor="t">
            <a:normAutofit/>
          </a:bodyPr>
          <a:lstStyle/>
          <a:p>
            <a:pPr algn="l">
              <a:lnSpc>
                <a:spcPct val="100000"/>
              </a:lnSpc>
              <a:buNone/>
              <a:defRPr sz="1200" b="0">
                <a:solidFill>
                  <a:srgbClr val="FFFFFF"/>
                </a:solidFill>
                <a:latin typeface="Aptos"/>
                <a:ea typeface="Aptos"/>
                <a:cs typeface="Aptos"/>
              </a:defRPr>
            </a:pPr>
            <a:r>
              <a:rPr sz="1200" b="0">
                <a:solidFill>
                  <a:srgbClr val="FFFFFF"/>
                </a:solidFill>
                <a:latin typeface="Aptos"/>
                <a:ea typeface="Aptos"/>
                <a:cs typeface="Aptos"/>
              </a:rPr>
              <a:t>reducir longitud con control</a:t>
            </a:r>
          </a:p>
        </p:txBody>
      </p:sp>
      <p:sp>
        <p:nvSpPr>
          <p:cNvPr id="4" name="CuadroTexto 3">
            <a:extLst>
              <a:ext uri="{FF2B5EF4-FFF2-40B4-BE49-F238E27FC236}">
                <a16:creationId xmlns:a16="http://schemas.microsoft.com/office/drawing/2014/main" id="{A80ABBF6-A8CA-5E43-CEDB-A7C1F4AC7007}"/>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Fuentes: Mei et al.: “</a:t>
            </a:r>
            <a:r>
              <a:rPr lang="en-US" sz="630" dirty="0">
                <a:solidFill>
                  <a:srgbClr val="8A94A4"/>
                </a:solidFill>
                <a:latin typeface="Aptos"/>
              </a:rPr>
              <a:t>A Survey of Context Engineering for Large Language Models</a:t>
            </a:r>
            <a:r>
              <a:rPr lang="es-US" sz="630" dirty="0">
                <a:solidFill>
                  <a:srgbClr val="8A94A4"/>
                </a:solidFill>
                <a:latin typeface="Aptos"/>
              </a:rPr>
              <a:t>”.</a:t>
            </a:r>
          </a:p>
        </p:txBody>
      </p:sp>
    </p:spTree>
    <p:extLst>
      <p:ext uri="{BB962C8B-B14F-4D97-AF65-F5344CB8AC3E}">
        <p14:creationId xmlns:p14="http://schemas.microsoft.com/office/powerpoint/2010/main" val="368355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0A1982B-3EE1-FA4D-8D47-9EEB39DEBFDB}"/>
              </a:ext>
            </a:extLst>
          </p:cNvPr>
          <p:cNvSpPr txBox="1"/>
          <p:nvPr/>
        </p:nvSpPr>
        <p:spPr>
          <a:xfrm>
            <a:off x="609600" y="330200"/>
            <a:ext cx="9144000" cy="482600"/>
          </a:xfrm>
          <a:prstGeom prst="rect">
            <a:avLst/>
          </a:prstGeom>
          <a:noFill/>
        </p:spPr>
        <p:txBody>
          <a:bodyPr vertOverflow="overflow" vert="horz" wrap="square" rtlCol="0" anchor="t" anchorCtr="0">
            <a:normAutofit/>
          </a:bodyPr>
          <a:lstStyle/>
          <a:p>
            <a:pPr algn="l"/>
            <a:r>
              <a:rPr lang="es-US" sz="2400" b="1" dirty="0">
                <a:solidFill>
                  <a:srgbClr val="34445A"/>
                </a:solidFill>
                <a:latin typeface="Aptos"/>
              </a:rPr>
              <a:t>MODELO PROBABILÍSTICO</a:t>
            </a:r>
          </a:p>
        </p:txBody>
      </p:sp>
      <p:sp>
        <p:nvSpPr>
          <p:cNvPr id="32" name="Rectángulo 31">
            <a:extLst>
              <a:ext uri="{FF2B5EF4-FFF2-40B4-BE49-F238E27FC236}">
                <a16:creationId xmlns:a16="http://schemas.microsoft.com/office/drawing/2014/main" id="{72E80BEA-081B-5B4B-9C94-C4CE12B37ED7}"/>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 name="Rectángulo 3">
            <a:extLst>
              <a:ext uri="{FF2B5EF4-FFF2-40B4-BE49-F238E27FC236}">
                <a16:creationId xmlns:a16="http://schemas.microsoft.com/office/drawing/2014/main" id="{D2DF67B4-46C1-FDCA-58F1-970591BC9E95}"/>
              </a:ext>
            </a:extLst>
          </p:cNvPr>
          <p:cNvSpPr>
            <a:spLocks noGrp="1"/>
          </p:cNvSpPr>
          <p:nvPr/>
        </p:nvSpPr>
        <p:spPr>
          <a:xfrm>
            <a:off x="1692275" y="3728703"/>
            <a:ext cx="8763000" cy="400050"/>
          </a:xfrm>
          <a:prstGeom prst="rect">
            <a:avLst/>
          </a:prstGeom>
          <a:noFill/>
          <a:ln w="0">
            <a:noFill/>
            <a:prstDash val="solid"/>
          </a:ln>
        </p:spPr>
        <p:txBody>
          <a:bodyPr wrap="square" lIns="28575" tIns="19050" rIns="28575" bIns="19050" anchor="ctr">
            <a:normAutofit/>
          </a:bodyPr>
          <a:lstStyle/>
          <a:p>
            <a:pPr algn="ctr">
              <a:lnSpc>
                <a:spcPct val="100000"/>
              </a:lnSpc>
              <a:buNone/>
              <a:defRPr sz="1350" b="1" i="0">
                <a:solidFill>
                  <a:srgbClr val="0E4A5A"/>
                </a:solidFill>
                <a:latin typeface="Aptos"/>
                <a:ea typeface="Aptos"/>
                <a:cs typeface="Aptos"/>
              </a:defRPr>
            </a:pPr>
            <a:r>
              <a:rPr lang="es-PE" sz="1350" b="1" i="0" dirty="0">
                <a:solidFill>
                  <a:srgbClr val="0E4A5A"/>
                </a:solidFill>
                <a:latin typeface="Aptos"/>
                <a:ea typeface="Aptos"/>
                <a:cs typeface="Aptos"/>
              </a:rPr>
              <a:t>L</a:t>
            </a:r>
            <a:r>
              <a:rPr sz="1350" b="1" i="0" dirty="0">
                <a:solidFill>
                  <a:srgbClr val="0E4A5A"/>
                </a:solidFill>
                <a:latin typeface="Aptos"/>
                <a:ea typeface="Aptos"/>
                <a:cs typeface="Aptos"/>
              </a:rPr>
              <a:t>a </a:t>
            </a:r>
            <a:r>
              <a:rPr sz="1350" b="1" i="0" dirty="0" err="1">
                <a:solidFill>
                  <a:srgbClr val="0E4A5A"/>
                </a:solidFill>
                <a:latin typeface="Aptos"/>
                <a:ea typeface="Aptos"/>
                <a:cs typeface="Aptos"/>
              </a:rPr>
              <a:t>primera</a:t>
            </a:r>
            <a:r>
              <a:rPr sz="1350" b="1" i="0" dirty="0">
                <a:solidFill>
                  <a:srgbClr val="0E4A5A"/>
                </a:solidFill>
                <a:latin typeface="Aptos"/>
                <a:ea typeface="Aptos"/>
                <a:cs typeface="Aptos"/>
              </a:rPr>
              <a:t> </a:t>
            </a:r>
            <a:r>
              <a:rPr sz="1350" b="1" i="0" dirty="0" err="1">
                <a:solidFill>
                  <a:srgbClr val="0E4A5A"/>
                </a:solidFill>
                <a:latin typeface="Aptos"/>
                <a:ea typeface="Aptos"/>
                <a:cs typeface="Aptos"/>
              </a:rPr>
              <a:t>fórmula</a:t>
            </a:r>
            <a:r>
              <a:rPr sz="1350" b="1" i="0" dirty="0">
                <a:solidFill>
                  <a:srgbClr val="0E4A5A"/>
                </a:solidFill>
                <a:latin typeface="Aptos"/>
                <a:ea typeface="Aptos"/>
                <a:cs typeface="Aptos"/>
              </a:rPr>
              <a:t> genera </a:t>
            </a:r>
            <a:r>
              <a:rPr sz="1350" b="1" i="0" dirty="0" err="1">
                <a:solidFill>
                  <a:srgbClr val="0E4A5A"/>
                </a:solidFill>
                <a:latin typeface="Aptos"/>
                <a:ea typeface="Aptos"/>
                <a:cs typeface="Aptos"/>
              </a:rPr>
              <a:t>cada</a:t>
            </a:r>
            <a:r>
              <a:rPr sz="1350" b="1" i="0" dirty="0">
                <a:solidFill>
                  <a:srgbClr val="0E4A5A"/>
                </a:solidFill>
                <a:latin typeface="Aptos"/>
                <a:ea typeface="Aptos"/>
                <a:cs typeface="Aptos"/>
              </a:rPr>
              <a:t> factor; la </a:t>
            </a:r>
            <a:r>
              <a:rPr sz="1350" b="1" i="0" dirty="0" err="1">
                <a:solidFill>
                  <a:srgbClr val="0E4A5A"/>
                </a:solidFill>
                <a:latin typeface="Aptos"/>
                <a:ea typeface="Aptos"/>
                <a:cs typeface="Aptos"/>
              </a:rPr>
              <a:t>segunda</a:t>
            </a:r>
            <a:r>
              <a:rPr sz="1350" b="1" i="0" dirty="0">
                <a:solidFill>
                  <a:srgbClr val="0E4A5A"/>
                </a:solidFill>
                <a:latin typeface="Aptos"/>
                <a:ea typeface="Aptos"/>
                <a:cs typeface="Aptos"/>
              </a:rPr>
              <a:t> </a:t>
            </a:r>
            <a:r>
              <a:rPr sz="1350" b="1" i="0" dirty="0" err="1">
                <a:solidFill>
                  <a:srgbClr val="0E4A5A"/>
                </a:solidFill>
                <a:latin typeface="Aptos"/>
                <a:ea typeface="Aptos"/>
                <a:cs typeface="Aptos"/>
              </a:rPr>
              <a:t>combina</a:t>
            </a:r>
            <a:r>
              <a:rPr sz="1350" b="1" i="0" dirty="0">
                <a:solidFill>
                  <a:srgbClr val="0E4A5A"/>
                </a:solidFill>
                <a:latin typeface="Aptos"/>
                <a:ea typeface="Aptos"/>
                <a:cs typeface="Aptos"/>
              </a:rPr>
              <a:t> </a:t>
            </a:r>
            <a:r>
              <a:rPr sz="1350" b="1" i="0" dirty="0" err="1">
                <a:solidFill>
                  <a:srgbClr val="0E4A5A"/>
                </a:solidFill>
                <a:latin typeface="Aptos"/>
                <a:ea typeface="Aptos"/>
                <a:cs typeface="Aptos"/>
              </a:rPr>
              <a:t>esos</a:t>
            </a:r>
            <a:r>
              <a:rPr sz="1350" b="1" i="0" dirty="0">
                <a:solidFill>
                  <a:srgbClr val="0E4A5A"/>
                </a:solidFill>
                <a:latin typeface="Aptos"/>
                <a:ea typeface="Aptos"/>
                <a:cs typeface="Aptos"/>
              </a:rPr>
              <a:t> </a:t>
            </a:r>
            <a:r>
              <a:rPr sz="1350" b="1" i="0" dirty="0" err="1">
                <a:solidFill>
                  <a:srgbClr val="0E4A5A"/>
                </a:solidFill>
                <a:latin typeface="Aptos"/>
                <a:ea typeface="Aptos"/>
                <a:cs typeface="Aptos"/>
              </a:rPr>
              <a:t>factores</a:t>
            </a:r>
            <a:r>
              <a:rPr sz="1350" b="1" i="0" dirty="0">
                <a:solidFill>
                  <a:srgbClr val="0E4A5A"/>
                </a:solidFill>
                <a:latin typeface="Aptos"/>
                <a:ea typeface="Aptos"/>
                <a:cs typeface="Aptos"/>
              </a:rPr>
              <a:t> para </a:t>
            </a:r>
            <a:r>
              <a:rPr sz="1350" b="1" i="0" dirty="0" err="1">
                <a:solidFill>
                  <a:srgbClr val="0E4A5A"/>
                </a:solidFill>
                <a:latin typeface="Aptos"/>
                <a:ea typeface="Aptos"/>
                <a:cs typeface="Aptos"/>
              </a:rPr>
              <a:t>puntuar</a:t>
            </a:r>
            <a:r>
              <a:rPr sz="1350" b="1" i="0" dirty="0">
                <a:solidFill>
                  <a:srgbClr val="0E4A5A"/>
                </a:solidFill>
                <a:latin typeface="Aptos"/>
                <a:ea typeface="Aptos"/>
                <a:cs typeface="Aptos"/>
              </a:rPr>
              <a:t> la </a:t>
            </a:r>
            <a:r>
              <a:rPr sz="1350" b="1" i="0" dirty="0" err="1">
                <a:solidFill>
                  <a:srgbClr val="0E4A5A"/>
                </a:solidFill>
                <a:latin typeface="Aptos"/>
                <a:ea typeface="Aptos"/>
                <a:cs typeface="Aptos"/>
              </a:rPr>
              <a:t>respuesta</a:t>
            </a:r>
            <a:r>
              <a:rPr sz="1350" b="1" i="0" dirty="0">
                <a:solidFill>
                  <a:srgbClr val="0E4A5A"/>
                </a:solidFill>
                <a:latin typeface="Aptos"/>
                <a:ea typeface="Aptos"/>
                <a:cs typeface="Aptos"/>
              </a:rPr>
              <a:t> Y.</a:t>
            </a:r>
          </a:p>
        </p:txBody>
      </p:sp>
      <p:sp>
        <p:nvSpPr>
          <p:cNvPr id="6" name="Rectángulo: esquinas redondeadas 5">
            <a:extLst>
              <a:ext uri="{FF2B5EF4-FFF2-40B4-BE49-F238E27FC236}">
                <a16:creationId xmlns:a16="http://schemas.microsoft.com/office/drawing/2014/main" id="{A33A99E0-40EF-1FAB-F7DD-2F00D23AF4D7}"/>
              </a:ext>
            </a:extLst>
          </p:cNvPr>
          <p:cNvSpPr>
            <a:spLocks noGrp="1"/>
          </p:cNvSpPr>
          <p:nvPr/>
        </p:nvSpPr>
        <p:spPr>
          <a:xfrm>
            <a:off x="685800" y="4152900"/>
            <a:ext cx="10820400" cy="1581150"/>
          </a:xfrm>
          <a:prstGeom prst="roundRect">
            <a:avLst>
              <a:gd name="adj" fmla="val 7453"/>
            </a:avLst>
          </a:prstGeom>
          <a:solidFill>
            <a:srgbClr val="FFFFFF"/>
          </a:solidFill>
          <a:ln w="9525">
            <a:solidFill>
              <a:srgbClr val="D9DDEA"/>
            </a:solidFill>
            <a:prstDash val="solid"/>
          </a:ln>
        </p:spPr>
        <p:txBody>
          <a:bodyPr/>
          <a:lstStyle/>
          <a:p>
            <a:endParaRPr/>
          </a:p>
        </p:txBody>
      </p:sp>
      <p:sp>
        <p:nvSpPr>
          <p:cNvPr id="8" name="Rectángulo: esquinas redondeadas 7">
            <a:extLst>
              <a:ext uri="{FF2B5EF4-FFF2-40B4-BE49-F238E27FC236}">
                <a16:creationId xmlns:a16="http://schemas.microsoft.com/office/drawing/2014/main" id="{E7E5E177-3E07-2154-4038-19FFDA640735}"/>
              </a:ext>
            </a:extLst>
          </p:cNvPr>
          <p:cNvSpPr>
            <a:spLocks noGrp="1"/>
          </p:cNvSpPr>
          <p:nvPr/>
        </p:nvSpPr>
        <p:spPr>
          <a:xfrm>
            <a:off x="914400" y="4762500"/>
            <a:ext cx="952500" cy="285750"/>
          </a:xfrm>
          <a:prstGeom prst="roundRect">
            <a:avLst>
              <a:gd name="adj" fmla="val 50000"/>
            </a:avLst>
          </a:prstGeom>
          <a:solidFill>
            <a:schemeClr val="accent2">
              <a:lumMod val="40000"/>
              <a:lumOff val="60000"/>
              <a:alpha val="14000"/>
            </a:schemeClr>
          </a:solidFill>
          <a:ln w="9525">
            <a:solidFill>
              <a:srgbClr val="45E0D0">
                <a:alpha val="45000"/>
              </a:srgbClr>
            </a:solidFill>
            <a:prstDash val="solid"/>
          </a:ln>
        </p:spPr>
        <p:txBody>
          <a:bodyPr/>
          <a:lstStyle/>
          <a:p>
            <a:endParaRPr/>
          </a:p>
        </p:txBody>
      </p:sp>
      <p:sp>
        <p:nvSpPr>
          <p:cNvPr id="10" name="Rectángulo 9">
            <a:extLst>
              <a:ext uri="{FF2B5EF4-FFF2-40B4-BE49-F238E27FC236}">
                <a16:creationId xmlns:a16="http://schemas.microsoft.com/office/drawing/2014/main" id="{DFCAE6CF-5FA5-8AAA-C9A6-97584DC62068}"/>
              </a:ext>
            </a:extLst>
          </p:cNvPr>
          <p:cNvSpPr>
            <a:spLocks noGrp="1"/>
          </p:cNvSpPr>
          <p:nvPr/>
        </p:nvSpPr>
        <p:spPr>
          <a:xfrm>
            <a:off x="1028700" y="4800600"/>
            <a:ext cx="723900" cy="209550"/>
          </a:xfrm>
          <a:prstGeom prst="rect">
            <a:avLst/>
          </a:prstGeom>
          <a:noFill/>
          <a:ln w="0">
            <a:noFill/>
            <a:prstDash val="solid"/>
          </a:ln>
        </p:spPr>
        <p:txBody>
          <a:bodyPr wrap="square" lIns="28575" tIns="19050" rIns="28575" bIns="19050" anchor="ctr">
            <a:normAutofit/>
          </a:bodyPr>
          <a:lstStyle/>
          <a:p>
            <a:pPr algn="ctr">
              <a:lnSpc>
                <a:spcPct val="100000"/>
              </a:lnSpc>
              <a:buNone/>
              <a:defRPr sz="900" b="1" i="0">
                <a:solidFill>
                  <a:srgbClr val="33D6C8"/>
                </a:solidFill>
                <a:latin typeface="Aptos"/>
                <a:ea typeface="Aptos"/>
                <a:cs typeface="Aptos"/>
              </a:defRPr>
            </a:pPr>
            <a:r>
              <a:rPr sz="900" b="1" i="0">
                <a:solidFill>
                  <a:srgbClr val="33D6C8"/>
                </a:solidFill>
                <a:latin typeface="Aptos"/>
                <a:ea typeface="Aptos"/>
                <a:cs typeface="Aptos"/>
              </a:rPr>
              <a:t>EJEMPLO</a:t>
            </a:r>
          </a:p>
        </p:txBody>
      </p:sp>
      <p:sp>
        <p:nvSpPr>
          <p:cNvPr id="12" name="Rectángulo 11">
            <a:extLst>
              <a:ext uri="{FF2B5EF4-FFF2-40B4-BE49-F238E27FC236}">
                <a16:creationId xmlns:a16="http://schemas.microsoft.com/office/drawing/2014/main" id="{BFE3F611-74E0-E50E-4392-3D1DDE1F75D5}"/>
              </a:ext>
            </a:extLst>
          </p:cNvPr>
          <p:cNvSpPr>
            <a:spLocks noGrp="1"/>
          </p:cNvSpPr>
          <p:nvPr/>
        </p:nvSpPr>
        <p:spPr>
          <a:xfrm>
            <a:off x="4762500" y="4305300"/>
            <a:ext cx="1619250" cy="266700"/>
          </a:xfrm>
          <a:prstGeom prst="rect">
            <a:avLst/>
          </a:prstGeom>
          <a:noFill/>
          <a:ln w="0">
            <a:noFill/>
            <a:prstDash val="solid"/>
          </a:ln>
        </p:spPr>
        <p:txBody>
          <a:bodyPr wrap="square" lIns="28575" tIns="19050" rIns="28575" bIns="19050" anchor="ctr">
            <a:normAutofit/>
          </a:bodyPr>
          <a:lstStyle/>
          <a:p>
            <a:pPr algn="ctr">
              <a:lnSpc>
                <a:spcPct val="100000"/>
              </a:lnSpc>
              <a:buNone/>
              <a:defRPr sz="1200" b="1" i="0">
                <a:solidFill>
                  <a:srgbClr val="667085"/>
                </a:solidFill>
                <a:latin typeface="Aptos"/>
                <a:ea typeface="Aptos"/>
                <a:cs typeface="Aptos"/>
              </a:defRPr>
            </a:pPr>
            <a:r>
              <a:rPr sz="1200" b="1" i="0" dirty="0">
                <a:solidFill>
                  <a:srgbClr val="667085"/>
                </a:solidFill>
                <a:latin typeface="Aptos"/>
                <a:ea typeface="Aptos"/>
                <a:cs typeface="Aptos"/>
              </a:rPr>
              <a:t>Sin </a:t>
            </a:r>
            <a:r>
              <a:rPr lang="es-PE" sz="1200" b="1" i="0" dirty="0">
                <a:solidFill>
                  <a:srgbClr val="667085"/>
                </a:solidFill>
                <a:latin typeface="Aptos"/>
                <a:ea typeface="Aptos"/>
                <a:cs typeface="Aptos"/>
              </a:rPr>
              <a:t>contexto</a:t>
            </a:r>
            <a:endParaRPr sz="1200" b="1" i="0" dirty="0">
              <a:solidFill>
                <a:srgbClr val="667085"/>
              </a:solidFill>
              <a:latin typeface="Aptos"/>
              <a:ea typeface="Aptos"/>
              <a:cs typeface="Aptos"/>
            </a:endParaRPr>
          </a:p>
        </p:txBody>
      </p:sp>
      <p:sp>
        <p:nvSpPr>
          <p:cNvPr id="14" name="Rectángulo 13">
            <a:extLst>
              <a:ext uri="{FF2B5EF4-FFF2-40B4-BE49-F238E27FC236}">
                <a16:creationId xmlns:a16="http://schemas.microsoft.com/office/drawing/2014/main" id="{CC0F30AC-6EF2-A916-0EBD-E9F86C6B885C}"/>
              </a:ext>
            </a:extLst>
          </p:cNvPr>
          <p:cNvSpPr>
            <a:spLocks noGrp="1"/>
          </p:cNvSpPr>
          <p:nvPr/>
        </p:nvSpPr>
        <p:spPr>
          <a:xfrm>
            <a:off x="4762500" y="4572000"/>
            <a:ext cx="1619250" cy="457200"/>
          </a:xfrm>
          <a:prstGeom prst="rect">
            <a:avLst/>
          </a:prstGeom>
          <a:noFill/>
          <a:ln w="0">
            <a:noFill/>
            <a:prstDash val="solid"/>
          </a:ln>
        </p:spPr>
        <p:txBody>
          <a:bodyPr wrap="square" lIns="28575" tIns="19050" rIns="28575" bIns="19050" anchor="ctr">
            <a:normAutofit/>
          </a:bodyPr>
          <a:lstStyle/>
          <a:p>
            <a:pPr algn="ctr">
              <a:lnSpc>
                <a:spcPct val="100000"/>
              </a:lnSpc>
              <a:buNone/>
              <a:defRPr sz="2025" b="1" i="0">
                <a:solidFill>
                  <a:srgbClr val="FF647C"/>
                </a:solidFill>
                <a:latin typeface="Aptos"/>
                <a:ea typeface="Aptos"/>
                <a:cs typeface="Aptos"/>
              </a:defRPr>
            </a:pPr>
            <a:r>
              <a:rPr sz="2025" b="1" i="0" dirty="0">
                <a:solidFill>
                  <a:schemeClr val="accent4">
                    <a:lumMod val="60000"/>
                    <a:lumOff val="40000"/>
                  </a:schemeClr>
                </a:solidFill>
                <a:latin typeface="Aptos"/>
                <a:ea typeface="Aptos"/>
                <a:cs typeface="Aptos"/>
              </a:rPr>
              <a:t>“12 meses”</a:t>
            </a:r>
          </a:p>
        </p:txBody>
      </p:sp>
      <p:sp>
        <p:nvSpPr>
          <p:cNvPr id="16" name="Conector recto 15">
            <a:extLst>
              <a:ext uri="{FF2B5EF4-FFF2-40B4-BE49-F238E27FC236}">
                <a16:creationId xmlns:a16="http://schemas.microsoft.com/office/drawing/2014/main" id="{79152049-34AE-1FB3-9C87-8F1026066366}"/>
              </a:ext>
            </a:extLst>
          </p:cNvPr>
          <p:cNvSpPr>
            <a:spLocks noGrp="1"/>
          </p:cNvSpPr>
          <p:nvPr/>
        </p:nvSpPr>
        <p:spPr>
          <a:xfrm>
            <a:off x="6591300" y="4810125"/>
            <a:ext cx="647700" cy="0"/>
          </a:xfrm>
          <a:prstGeom prst="line">
            <a:avLst/>
          </a:prstGeom>
          <a:noFill/>
          <a:ln w="28575">
            <a:solidFill>
              <a:srgbClr val="7769F4"/>
            </a:solidFill>
            <a:prstDash val="solid"/>
          </a:ln>
        </p:spPr>
        <p:txBody>
          <a:bodyPr/>
          <a:lstStyle/>
          <a:p>
            <a:endParaRPr/>
          </a:p>
        </p:txBody>
      </p:sp>
      <p:sp>
        <p:nvSpPr>
          <p:cNvPr id="18" name="Rectángulo 17">
            <a:extLst>
              <a:ext uri="{FF2B5EF4-FFF2-40B4-BE49-F238E27FC236}">
                <a16:creationId xmlns:a16="http://schemas.microsoft.com/office/drawing/2014/main" id="{57D4C95F-16C3-864C-F804-69DFE84AEE7F}"/>
              </a:ext>
            </a:extLst>
          </p:cNvPr>
          <p:cNvSpPr>
            <a:spLocks noGrp="1"/>
          </p:cNvSpPr>
          <p:nvPr/>
        </p:nvSpPr>
        <p:spPr>
          <a:xfrm>
            <a:off x="7524750" y="4305300"/>
            <a:ext cx="1619250" cy="266700"/>
          </a:xfrm>
          <a:prstGeom prst="rect">
            <a:avLst/>
          </a:prstGeom>
          <a:noFill/>
          <a:ln w="0">
            <a:noFill/>
            <a:prstDash val="solid"/>
          </a:ln>
        </p:spPr>
        <p:txBody>
          <a:bodyPr wrap="square" lIns="28575" tIns="19050" rIns="28575" bIns="19050" anchor="ctr">
            <a:normAutofit/>
          </a:bodyPr>
          <a:lstStyle/>
          <a:p>
            <a:pPr algn="ctr">
              <a:lnSpc>
                <a:spcPct val="100000"/>
              </a:lnSpc>
              <a:buNone/>
              <a:defRPr sz="1200" b="1" i="0">
                <a:solidFill>
                  <a:srgbClr val="667085"/>
                </a:solidFill>
                <a:latin typeface="Aptos"/>
                <a:ea typeface="Aptos"/>
                <a:cs typeface="Aptos"/>
              </a:defRPr>
            </a:pPr>
            <a:r>
              <a:rPr sz="1200" b="1" i="0" dirty="0">
                <a:solidFill>
                  <a:srgbClr val="667085"/>
                </a:solidFill>
                <a:latin typeface="Aptos"/>
                <a:ea typeface="Aptos"/>
                <a:cs typeface="Aptos"/>
              </a:rPr>
              <a:t>Con </a:t>
            </a:r>
            <a:r>
              <a:rPr lang="es-PE" sz="1200" b="1" i="0" dirty="0">
                <a:solidFill>
                  <a:srgbClr val="667085"/>
                </a:solidFill>
                <a:latin typeface="Aptos"/>
                <a:ea typeface="Aptos"/>
                <a:cs typeface="Aptos"/>
              </a:rPr>
              <a:t>contexto</a:t>
            </a:r>
            <a:endParaRPr sz="1200" b="1" i="0" dirty="0">
              <a:solidFill>
                <a:srgbClr val="667085"/>
              </a:solidFill>
              <a:latin typeface="Aptos"/>
              <a:ea typeface="Aptos"/>
              <a:cs typeface="Aptos"/>
            </a:endParaRPr>
          </a:p>
        </p:txBody>
      </p:sp>
      <p:sp>
        <p:nvSpPr>
          <p:cNvPr id="20" name="Rectángulo 19">
            <a:extLst>
              <a:ext uri="{FF2B5EF4-FFF2-40B4-BE49-F238E27FC236}">
                <a16:creationId xmlns:a16="http://schemas.microsoft.com/office/drawing/2014/main" id="{73CE0D31-3443-A3AF-186C-DADA8A36121A}"/>
              </a:ext>
            </a:extLst>
          </p:cNvPr>
          <p:cNvSpPr>
            <a:spLocks noGrp="1"/>
          </p:cNvSpPr>
          <p:nvPr/>
        </p:nvSpPr>
        <p:spPr>
          <a:xfrm>
            <a:off x="7524750" y="4572000"/>
            <a:ext cx="1714500" cy="457200"/>
          </a:xfrm>
          <a:prstGeom prst="rect">
            <a:avLst/>
          </a:prstGeom>
          <a:noFill/>
          <a:ln w="0">
            <a:noFill/>
            <a:prstDash val="solid"/>
          </a:ln>
        </p:spPr>
        <p:txBody>
          <a:bodyPr wrap="square" lIns="28575" tIns="19050" rIns="28575" bIns="19050" anchor="ctr">
            <a:normAutofit/>
          </a:bodyPr>
          <a:lstStyle/>
          <a:p>
            <a:pPr algn="ctr">
              <a:lnSpc>
                <a:spcPct val="100000"/>
              </a:lnSpc>
              <a:buNone/>
              <a:defRPr sz="2025" b="1" i="0">
                <a:solidFill>
                  <a:srgbClr val="49C986"/>
                </a:solidFill>
                <a:latin typeface="Aptos"/>
                <a:ea typeface="Aptos"/>
                <a:cs typeface="Aptos"/>
              </a:defRPr>
            </a:pPr>
            <a:r>
              <a:rPr sz="2025" b="1" i="0" dirty="0">
                <a:solidFill>
                  <a:schemeClr val="accent2">
                    <a:lumMod val="75000"/>
                  </a:schemeClr>
                </a:solidFill>
                <a:latin typeface="Aptos"/>
                <a:ea typeface="Aptos"/>
                <a:cs typeface="Aptos"/>
              </a:rPr>
              <a:t>“24 meses”</a:t>
            </a:r>
          </a:p>
        </p:txBody>
      </p:sp>
      <p:pic>
        <p:nvPicPr>
          <p:cNvPr id="26" name="Ecuación s05_example">
            <a:extLst>
              <a:ext uri="{FF2B5EF4-FFF2-40B4-BE49-F238E27FC236}">
                <a16:creationId xmlns:a16="http://schemas.microsoft.com/office/drawing/2014/main" id="{71AB3034-FD58-C667-A6AF-2A301B922110}"/>
              </a:ext>
            </a:extLst>
          </p:cNvPr>
          <p:cNvPicPr>
            <a:picLocks noChangeAspect="1"/>
          </p:cNvPicPr>
          <p:nvPr/>
        </p:nvPicPr>
        <p:blipFill>
          <a:blip r:embed="rId3"/>
          <a:stretch>
            <a:fillRect/>
          </a:stretch>
        </p:blipFill>
        <p:spPr>
          <a:xfrm>
            <a:off x="4762500" y="5219700"/>
            <a:ext cx="4476750" cy="361950"/>
          </a:xfrm>
          <a:prstGeom prst="rect">
            <a:avLst/>
          </a:prstGeom>
        </p:spPr>
      </p:pic>
      <p:sp>
        <p:nvSpPr>
          <p:cNvPr id="28" name="TextBox 20">
            <a:extLst>
              <a:ext uri="{FF2B5EF4-FFF2-40B4-BE49-F238E27FC236}">
                <a16:creationId xmlns:a16="http://schemas.microsoft.com/office/drawing/2014/main" id="{0BB585E7-3F89-DDB3-92D2-8E94FEDA6721}"/>
              </a:ext>
            </a:extLst>
          </p:cNvPr>
          <p:cNvSpPr>
            <a:spLocks noGrp="1"/>
          </p:cNvSpPr>
          <p:nvPr/>
        </p:nvSpPr>
        <p:spPr>
          <a:xfrm>
            <a:off x="914400" y="4333875"/>
            <a:ext cx="3714750" cy="285750"/>
          </a:xfrm>
          <a:prstGeom prst="rect">
            <a:avLst/>
          </a:prstGeom>
          <a:noFill/>
        </p:spPr>
        <p:txBody>
          <a:bodyPr wrap="square" lIns="28575" tIns="19050" rIns="28575" bIns="19050" anchor="ctr">
            <a:normAutofit/>
          </a:bodyPr>
          <a:lstStyle/>
          <a:p>
            <a:pPr algn="l">
              <a:lnSpc>
                <a:spcPct val="100000"/>
              </a:lnSpc>
              <a:buNone/>
              <a:defRPr sz="1200" b="1">
                <a:solidFill>
                  <a:srgbClr val="0E4A5A"/>
                </a:solidFill>
                <a:latin typeface="Aptos"/>
                <a:ea typeface="Aptos"/>
                <a:cs typeface="Aptos"/>
              </a:defRPr>
            </a:pPr>
            <a:r>
              <a:rPr sz="1200" b="1" dirty="0">
                <a:solidFill>
                  <a:srgbClr val="0E4A5A"/>
                </a:solidFill>
                <a:latin typeface="Aptos"/>
                <a:ea typeface="Aptos"/>
                <a:cs typeface="Aptos"/>
              </a:rPr>
              <a:t>Consulta: «¿</a:t>
            </a:r>
            <a:r>
              <a:rPr sz="1200" b="1" dirty="0" err="1">
                <a:solidFill>
                  <a:srgbClr val="0E4A5A"/>
                </a:solidFill>
                <a:latin typeface="Aptos"/>
                <a:ea typeface="Aptos"/>
                <a:cs typeface="Aptos"/>
              </a:rPr>
              <a:t>Cuánto</a:t>
            </a:r>
            <a:r>
              <a:rPr sz="1200" b="1" dirty="0">
                <a:solidFill>
                  <a:srgbClr val="0E4A5A"/>
                </a:solidFill>
                <a:latin typeface="Aptos"/>
                <a:ea typeface="Aptos"/>
                <a:cs typeface="Aptos"/>
              </a:rPr>
              <a:t> dura la </a:t>
            </a:r>
            <a:r>
              <a:rPr sz="1200" b="1" dirty="0" err="1">
                <a:solidFill>
                  <a:srgbClr val="0E4A5A"/>
                </a:solidFill>
                <a:latin typeface="Aptos"/>
                <a:ea typeface="Aptos"/>
                <a:cs typeface="Aptos"/>
              </a:rPr>
              <a:t>garantía</a:t>
            </a:r>
            <a:r>
              <a:rPr sz="1200" b="1" dirty="0">
                <a:solidFill>
                  <a:srgbClr val="0E4A5A"/>
                </a:solidFill>
                <a:latin typeface="Aptos"/>
                <a:ea typeface="Aptos"/>
                <a:cs typeface="Aptos"/>
              </a:rPr>
              <a:t>?»</a:t>
            </a:r>
          </a:p>
        </p:txBody>
      </p:sp>
      <p:sp>
        <p:nvSpPr>
          <p:cNvPr id="30" name="TextBox 21">
            <a:extLst>
              <a:ext uri="{FF2B5EF4-FFF2-40B4-BE49-F238E27FC236}">
                <a16:creationId xmlns:a16="http://schemas.microsoft.com/office/drawing/2014/main" id="{C76B261B-C876-1338-9D21-13263DB84BF3}"/>
              </a:ext>
            </a:extLst>
          </p:cNvPr>
          <p:cNvSpPr>
            <a:spLocks noGrp="1"/>
          </p:cNvSpPr>
          <p:nvPr/>
        </p:nvSpPr>
        <p:spPr>
          <a:xfrm>
            <a:off x="685800" y="5886450"/>
            <a:ext cx="10001250" cy="266700"/>
          </a:xfrm>
          <a:prstGeom prst="rect">
            <a:avLst/>
          </a:prstGeom>
          <a:noFill/>
        </p:spPr>
        <p:txBody>
          <a:bodyPr wrap="square" lIns="28575" tIns="19050" rIns="28575" bIns="19050" anchor="ctr">
            <a:normAutofit/>
          </a:bodyPr>
          <a:lstStyle/>
          <a:p>
            <a:pPr algn="l">
              <a:lnSpc>
                <a:spcPct val="100000"/>
              </a:lnSpc>
              <a:buNone/>
              <a:defRPr sz="1050" b="1">
                <a:solidFill>
                  <a:srgbClr val="6C63FF"/>
                </a:solidFill>
                <a:latin typeface="Aptos"/>
                <a:ea typeface="Aptos"/>
                <a:cs typeface="Aptos"/>
              </a:defRPr>
            </a:pPr>
            <a:r>
              <a:rPr sz="1050" b="1" dirty="0" err="1">
                <a:solidFill>
                  <a:srgbClr val="6C63FF"/>
                </a:solidFill>
                <a:latin typeface="Aptos"/>
                <a:ea typeface="Aptos"/>
                <a:cs typeface="Aptos"/>
              </a:rPr>
              <a:t>Notación</a:t>
            </a:r>
            <a:r>
              <a:rPr sz="1050" b="1" dirty="0">
                <a:solidFill>
                  <a:srgbClr val="6C63FF"/>
                </a:solidFill>
                <a:latin typeface="Aptos"/>
                <a:ea typeface="Aptos"/>
                <a:cs typeface="Aptos"/>
              </a:rPr>
              <a:t> · yₜ token actual · y&lt;ₜ </a:t>
            </a:r>
            <a:r>
              <a:rPr lang="es-PE" sz="1050" b="1" dirty="0">
                <a:solidFill>
                  <a:srgbClr val="6C63FF"/>
                </a:solidFill>
                <a:latin typeface="Aptos"/>
                <a:ea typeface="Aptos"/>
                <a:cs typeface="Aptos"/>
              </a:rPr>
              <a:t>tokens anteriores</a:t>
            </a:r>
            <a:r>
              <a:rPr sz="1050" b="1" dirty="0">
                <a:solidFill>
                  <a:srgbClr val="6C63FF"/>
                </a:solidFill>
                <a:latin typeface="Aptos"/>
                <a:ea typeface="Aptos"/>
                <a:cs typeface="Aptos"/>
              </a:rPr>
              <a:t> · X consulta · C </a:t>
            </a:r>
            <a:r>
              <a:rPr lang="es-PE" sz="1050" b="1" dirty="0">
                <a:solidFill>
                  <a:srgbClr val="6C63FF"/>
                </a:solidFill>
                <a:latin typeface="Aptos"/>
                <a:ea typeface="Aptos"/>
                <a:cs typeface="Aptos"/>
              </a:rPr>
              <a:t>contexto</a:t>
            </a:r>
            <a:r>
              <a:rPr sz="1050" b="1" dirty="0">
                <a:solidFill>
                  <a:srgbClr val="6C63FF"/>
                </a:solidFill>
                <a:latin typeface="Aptos"/>
                <a:ea typeface="Aptos"/>
                <a:cs typeface="Aptos"/>
              </a:rPr>
              <a:t> · Y </a:t>
            </a:r>
            <a:r>
              <a:rPr sz="1050" b="1" dirty="0" err="1">
                <a:solidFill>
                  <a:srgbClr val="6C63FF"/>
                </a:solidFill>
                <a:latin typeface="Aptos"/>
                <a:ea typeface="Aptos"/>
                <a:cs typeface="Aptos"/>
              </a:rPr>
              <a:t>respuesta</a:t>
            </a:r>
            <a:r>
              <a:rPr sz="1050" b="1" dirty="0">
                <a:solidFill>
                  <a:srgbClr val="6C63FF"/>
                </a:solidFill>
                <a:latin typeface="Aptos"/>
                <a:ea typeface="Aptos"/>
                <a:cs typeface="Aptos"/>
              </a:rPr>
              <a:t> completa</a:t>
            </a:r>
          </a:p>
        </p:txBody>
      </p:sp>
      <p:sp>
        <p:nvSpPr>
          <p:cNvPr id="5" name="CuadroTexto 4">
            <a:extLst>
              <a:ext uri="{FF2B5EF4-FFF2-40B4-BE49-F238E27FC236}">
                <a16:creationId xmlns:a16="http://schemas.microsoft.com/office/drawing/2014/main" id="{1B02589C-3A1F-4E25-35D8-1BC557BA4956}"/>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Fuentes: Mei et al.: “</a:t>
            </a:r>
            <a:r>
              <a:rPr lang="en-US" sz="630" dirty="0">
                <a:solidFill>
                  <a:srgbClr val="8A94A4"/>
                </a:solidFill>
                <a:latin typeface="Aptos"/>
              </a:rPr>
              <a:t>A Survey of Context Engineering for Large Language Models</a:t>
            </a:r>
            <a:r>
              <a:rPr lang="es-US" sz="630" dirty="0">
                <a:solidFill>
                  <a:srgbClr val="8A94A4"/>
                </a:solidFill>
                <a:latin typeface="Aptos"/>
              </a:rPr>
              <a:t>”.</a:t>
            </a:r>
          </a:p>
        </p:txBody>
      </p:sp>
      <p:sp>
        <p:nvSpPr>
          <p:cNvPr id="7" name="rev-21">
            <a:extLst>
              <a:ext uri="{FF2B5EF4-FFF2-40B4-BE49-F238E27FC236}">
                <a16:creationId xmlns:a16="http://schemas.microsoft.com/office/drawing/2014/main" id="{52FC4374-30A6-87F0-753F-78E4D8C048D8}"/>
              </a:ext>
            </a:extLst>
          </p:cNvPr>
          <p:cNvSpPr>
            <a:spLocks noGrp="1"/>
          </p:cNvSpPr>
          <p:nvPr/>
        </p:nvSpPr>
        <p:spPr>
          <a:xfrm>
            <a:off x="685800" y="1835150"/>
            <a:ext cx="3943350" cy="1809750"/>
          </a:xfrm>
          <a:prstGeom prst="roundRect">
            <a:avLst>
              <a:gd name="adj" fmla="val 4211"/>
            </a:avLst>
          </a:prstGeom>
          <a:solidFill>
            <a:srgbClr val="E3F9F7"/>
          </a:solidFill>
          <a:ln w="9525">
            <a:solidFill>
              <a:srgbClr val="00ADB8"/>
            </a:solidFill>
          </a:ln>
        </p:spPr>
        <p:txBody>
          <a:bodyPr/>
          <a:lstStyle/>
          <a:p>
            <a:endParaRPr lang="es-PE"/>
          </a:p>
        </p:txBody>
      </p:sp>
      <p:sp>
        <p:nvSpPr>
          <p:cNvPr id="11" name="rev-22">
            <a:extLst>
              <a:ext uri="{FF2B5EF4-FFF2-40B4-BE49-F238E27FC236}">
                <a16:creationId xmlns:a16="http://schemas.microsoft.com/office/drawing/2014/main" id="{4D7CF39E-4D5B-F732-A5A6-17FDB722F007}"/>
              </a:ext>
            </a:extLst>
          </p:cNvPr>
          <p:cNvSpPr>
            <a:spLocks noGrp="1"/>
          </p:cNvSpPr>
          <p:nvPr/>
        </p:nvSpPr>
        <p:spPr>
          <a:xfrm>
            <a:off x="914400" y="1978025"/>
            <a:ext cx="3486150" cy="266700"/>
          </a:xfrm>
          <a:prstGeom prst="rect">
            <a:avLst/>
          </a:prstGeom>
          <a:noFill/>
          <a:ln w="0">
            <a:noFill/>
          </a:ln>
        </p:spPr>
        <p:txBody>
          <a:bodyPr wrap="square" lIns="0" tIns="0" rIns="0" bIns="0" anchor="ctr">
            <a:noAutofit/>
          </a:bodyPr>
          <a:lstStyle/>
          <a:p>
            <a:pPr algn="l">
              <a:lnSpc>
                <a:spcPct val="105000"/>
              </a:lnSpc>
              <a:buNone/>
              <a:defRPr sz="1425" b="1">
                <a:solidFill>
                  <a:srgbClr val="00ADB8"/>
                </a:solidFill>
                <a:latin typeface="Aptos"/>
                <a:ea typeface="Aptos"/>
                <a:cs typeface="Aptos"/>
              </a:defRPr>
            </a:pPr>
            <a:r>
              <a:rPr sz="1425" b="1">
                <a:solidFill>
                  <a:srgbClr val="00ADB8"/>
                </a:solidFill>
                <a:latin typeface="Aptos"/>
                <a:ea typeface="Aptos"/>
                <a:cs typeface="Aptos"/>
              </a:rPr>
              <a:t>SIGUIENTE TOKEN</a:t>
            </a:r>
          </a:p>
        </p:txBody>
      </p:sp>
      <p:pic>
        <p:nvPicPr>
          <p:cNvPr id="15" name="Imagen 14">
            <a:extLst>
              <a:ext uri="{FF2B5EF4-FFF2-40B4-BE49-F238E27FC236}">
                <a16:creationId xmlns:a16="http://schemas.microsoft.com/office/drawing/2014/main" id="{4D9F5BEF-3001-1A18-76A0-D69385659309}"/>
              </a:ext>
            </a:extLst>
          </p:cNvPr>
          <p:cNvPicPr>
            <a:picLocks noChangeAspect="1"/>
          </p:cNvPicPr>
          <p:nvPr/>
        </p:nvPicPr>
        <p:blipFill>
          <a:blip r:embed="rId4"/>
          <a:stretch/>
        </p:blipFill>
        <p:spPr>
          <a:xfrm>
            <a:off x="1410554" y="2491212"/>
            <a:ext cx="2493841" cy="354750"/>
          </a:xfrm>
          <a:prstGeom prst="rect">
            <a:avLst/>
          </a:prstGeom>
        </p:spPr>
      </p:pic>
      <p:sp>
        <p:nvSpPr>
          <p:cNvPr id="19" name="rev-25">
            <a:extLst>
              <a:ext uri="{FF2B5EF4-FFF2-40B4-BE49-F238E27FC236}">
                <a16:creationId xmlns:a16="http://schemas.microsoft.com/office/drawing/2014/main" id="{4A6B212D-9A38-5AE9-CA02-CE4545050F0A}"/>
              </a:ext>
            </a:extLst>
          </p:cNvPr>
          <p:cNvSpPr>
            <a:spLocks noGrp="1"/>
          </p:cNvSpPr>
          <p:nvPr/>
        </p:nvSpPr>
        <p:spPr>
          <a:xfrm>
            <a:off x="5657850" y="1885950"/>
            <a:ext cx="6000750" cy="1809750"/>
          </a:xfrm>
          <a:prstGeom prst="roundRect">
            <a:avLst>
              <a:gd name="adj" fmla="val 4211"/>
            </a:avLst>
          </a:prstGeom>
          <a:solidFill>
            <a:srgbClr val="F0EDFF"/>
          </a:solidFill>
          <a:ln w="9525">
            <a:solidFill>
              <a:srgbClr val="7564FF"/>
            </a:solidFill>
          </a:ln>
        </p:spPr>
        <p:txBody>
          <a:bodyPr/>
          <a:lstStyle/>
          <a:p>
            <a:endParaRPr lang="es-PE"/>
          </a:p>
        </p:txBody>
      </p:sp>
      <p:sp>
        <p:nvSpPr>
          <p:cNvPr id="23" name="rev-26">
            <a:extLst>
              <a:ext uri="{FF2B5EF4-FFF2-40B4-BE49-F238E27FC236}">
                <a16:creationId xmlns:a16="http://schemas.microsoft.com/office/drawing/2014/main" id="{4C546315-BC94-24D4-4370-82DC837EC053}"/>
              </a:ext>
            </a:extLst>
          </p:cNvPr>
          <p:cNvSpPr>
            <a:spLocks noGrp="1"/>
          </p:cNvSpPr>
          <p:nvPr/>
        </p:nvSpPr>
        <p:spPr>
          <a:xfrm>
            <a:off x="5905500" y="2028825"/>
            <a:ext cx="5486400" cy="266700"/>
          </a:xfrm>
          <a:prstGeom prst="rect">
            <a:avLst/>
          </a:prstGeom>
          <a:noFill/>
          <a:ln w="0">
            <a:noFill/>
          </a:ln>
        </p:spPr>
        <p:txBody>
          <a:bodyPr wrap="square" lIns="0" tIns="0" rIns="0" bIns="0" anchor="ctr">
            <a:noAutofit/>
          </a:bodyPr>
          <a:lstStyle/>
          <a:p>
            <a:pPr algn="l">
              <a:lnSpc>
                <a:spcPct val="105000"/>
              </a:lnSpc>
              <a:buNone/>
              <a:defRPr sz="1425" b="1">
                <a:solidFill>
                  <a:srgbClr val="7564FF"/>
                </a:solidFill>
                <a:latin typeface="Aptos"/>
                <a:ea typeface="Aptos"/>
                <a:cs typeface="Aptos"/>
              </a:defRPr>
            </a:pPr>
            <a:r>
              <a:rPr sz="1425" b="1">
                <a:solidFill>
                  <a:srgbClr val="7564FF"/>
                </a:solidFill>
                <a:latin typeface="Aptos"/>
                <a:ea typeface="Aptos"/>
                <a:cs typeface="Aptos"/>
              </a:rPr>
              <a:t>RESPUESTA COMPLETA</a:t>
            </a:r>
          </a:p>
        </p:txBody>
      </p:sp>
      <p:pic>
        <p:nvPicPr>
          <p:cNvPr id="27" name="Imagen 26">
            <a:extLst>
              <a:ext uri="{FF2B5EF4-FFF2-40B4-BE49-F238E27FC236}">
                <a16:creationId xmlns:a16="http://schemas.microsoft.com/office/drawing/2014/main" id="{C7B38B22-0E4E-2BD1-1362-C4FEADCEFF64}"/>
              </a:ext>
            </a:extLst>
          </p:cNvPr>
          <p:cNvPicPr>
            <a:picLocks noChangeAspect="1"/>
          </p:cNvPicPr>
          <p:nvPr/>
        </p:nvPicPr>
        <p:blipFill>
          <a:blip r:embed="rId5"/>
          <a:stretch/>
        </p:blipFill>
        <p:spPr>
          <a:xfrm>
            <a:off x="6645806" y="2371725"/>
            <a:ext cx="4005789" cy="733425"/>
          </a:xfrm>
          <a:prstGeom prst="rect">
            <a:avLst/>
          </a:prstGeom>
        </p:spPr>
      </p:pic>
      <p:sp>
        <p:nvSpPr>
          <p:cNvPr id="71" name="slide6-step1-explanation">
            <a:extLst>
              <a:ext uri="{FF2B5EF4-FFF2-40B4-BE49-F238E27FC236}">
                <a16:creationId xmlns:a16="http://schemas.microsoft.com/office/drawing/2014/main" id="{982365DD-E946-EB3B-43A2-0A7F4228F53A}"/>
              </a:ext>
            </a:extLst>
          </p:cNvPr>
          <p:cNvSpPr>
            <a:spLocks noGrp="1"/>
          </p:cNvSpPr>
          <p:nvPr/>
        </p:nvSpPr>
        <p:spPr>
          <a:xfrm>
            <a:off x="800100" y="3109911"/>
            <a:ext cx="3733800" cy="447675"/>
          </a:xfrm>
          <a:prstGeom prst="rect">
            <a:avLst/>
          </a:prstGeom>
          <a:noFill/>
          <a:ln w="0">
            <a:noFill/>
            <a:prstDash val="solid"/>
          </a:ln>
        </p:spPr>
        <p:txBody>
          <a:bodyPr wrap="square" lIns="28575" tIns="19050" rIns="28575" bIns="19050" anchor="ctr">
            <a:normAutofit fontScale="94444"/>
          </a:bodyPr>
          <a:lstStyle/>
          <a:p>
            <a:pPr algn="l">
              <a:lnSpc>
                <a:spcPct val="100000"/>
              </a:lnSpc>
              <a:buNone/>
              <a:defRPr sz="1125" b="0">
                <a:solidFill>
                  <a:srgbClr val="667085"/>
                </a:solidFill>
                <a:latin typeface="Aptos"/>
                <a:ea typeface="Aptos"/>
                <a:cs typeface="Aptos"/>
              </a:defRPr>
            </a:pPr>
            <a:r>
              <a:rPr sz="1125" b="0" dirty="0" err="1">
                <a:solidFill>
                  <a:srgbClr val="667085"/>
                </a:solidFill>
                <a:latin typeface="Aptos"/>
                <a:ea typeface="Aptos"/>
                <a:cs typeface="Aptos"/>
              </a:rPr>
              <a:t>Calcula</a:t>
            </a:r>
            <a:r>
              <a:rPr sz="1125" b="0" dirty="0">
                <a:solidFill>
                  <a:srgbClr val="667085"/>
                </a:solidFill>
                <a:latin typeface="Aptos"/>
                <a:ea typeface="Aptos"/>
                <a:cs typeface="Aptos"/>
              </a:rPr>
              <a:t> la </a:t>
            </a:r>
            <a:r>
              <a:rPr sz="1125" b="0" dirty="0" err="1">
                <a:solidFill>
                  <a:srgbClr val="667085"/>
                </a:solidFill>
                <a:latin typeface="Aptos"/>
                <a:ea typeface="Aptos"/>
                <a:cs typeface="Aptos"/>
              </a:rPr>
              <a:t>probabilidad</a:t>
            </a:r>
            <a:r>
              <a:rPr sz="1125" b="0" dirty="0">
                <a:solidFill>
                  <a:srgbClr val="667085"/>
                </a:solidFill>
                <a:latin typeface="Aptos"/>
                <a:ea typeface="Aptos"/>
                <a:cs typeface="Aptos"/>
              </a:rPr>
              <a:t> de yₜ </a:t>
            </a:r>
            <a:r>
              <a:rPr sz="1125" b="0" dirty="0" err="1">
                <a:solidFill>
                  <a:srgbClr val="667085"/>
                </a:solidFill>
                <a:latin typeface="Aptos"/>
                <a:ea typeface="Aptos"/>
                <a:cs typeface="Aptos"/>
              </a:rPr>
              <a:t>usando</a:t>
            </a:r>
            <a:r>
              <a:rPr sz="1125" b="0" dirty="0">
                <a:solidFill>
                  <a:srgbClr val="667085"/>
                </a:solidFill>
                <a:latin typeface="Aptos"/>
                <a:ea typeface="Aptos"/>
                <a:cs typeface="Aptos"/>
              </a:rPr>
              <a:t> la consulta X, el </a:t>
            </a:r>
            <a:r>
              <a:rPr sz="1125" b="0" dirty="0" err="1">
                <a:solidFill>
                  <a:srgbClr val="667085"/>
                </a:solidFill>
                <a:latin typeface="Aptos"/>
                <a:ea typeface="Aptos"/>
                <a:cs typeface="Aptos"/>
              </a:rPr>
              <a:t>contexto</a:t>
            </a:r>
            <a:r>
              <a:rPr sz="1125" b="0" dirty="0">
                <a:solidFill>
                  <a:srgbClr val="667085"/>
                </a:solidFill>
                <a:latin typeface="Aptos"/>
                <a:ea typeface="Aptos"/>
                <a:cs typeface="Aptos"/>
              </a:rPr>
              <a:t> C y los tokens </a:t>
            </a:r>
            <a:r>
              <a:rPr sz="1125" b="0" dirty="0" err="1">
                <a:solidFill>
                  <a:srgbClr val="667085"/>
                </a:solidFill>
                <a:latin typeface="Aptos"/>
                <a:ea typeface="Aptos"/>
                <a:cs typeface="Aptos"/>
              </a:rPr>
              <a:t>anteriores</a:t>
            </a:r>
            <a:r>
              <a:rPr sz="1125" b="0" dirty="0">
                <a:solidFill>
                  <a:srgbClr val="667085"/>
                </a:solidFill>
                <a:latin typeface="Aptos"/>
                <a:ea typeface="Aptos"/>
                <a:cs typeface="Aptos"/>
              </a:rPr>
              <a:t> y&lt;ₜ.</a:t>
            </a:r>
          </a:p>
        </p:txBody>
      </p:sp>
      <p:sp>
        <p:nvSpPr>
          <p:cNvPr id="67" name="slide6-token-to-sequence">
            <a:extLst>
              <a:ext uri="{FF2B5EF4-FFF2-40B4-BE49-F238E27FC236}">
                <a16:creationId xmlns:a16="http://schemas.microsoft.com/office/drawing/2014/main" id="{EC57E8CF-6774-38B2-0E36-08C50C2388D4}"/>
              </a:ext>
            </a:extLst>
          </p:cNvPr>
          <p:cNvSpPr>
            <a:spLocks noGrp="1"/>
          </p:cNvSpPr>
          <p:nvPr/>
        </p:nvSpPr>
        <p:spPr>
          <a:xfrm>
            <a:off x="4839203" y="2511422"/>
            <a:ext cx="590550" cy="323850"/>
          </a:xfrm>
          <a:prstGeom prst="rightArrow">
            <a:avLst/>
          </a:prstGeom>
          <a:solidFill>
            <a:schemeClr val="bg1">
              <a:lumMod val="75000"/>
            </a:schemeClr>
          </a:solidFill>
          <a:ln w="9525">
            <a:solidFill>
              <a:srgbClr val="A5AEC4"/>
            </a:solidFill>
            <a:prstDash val="solid"/>
          </a:ln>
        </p:spPr>
        <p:txBody>
          <a:bodyPr/>
          <a:lstStyle/>
          <a:p>
            <a:endParaRPr/>
          </a:p>
        </p:txBody>
      </p:sp>
      <p:sp>
        <p:nvSpPr>
          <p:cNvPr id="69" name="slide6-connector-label">
            <a:extLst>
              <a:ext uri="{FF2B5EF4-FFF2-40B4-BE49-F238E27FC236}">
                <a16:creationId xmlns:a16="http://schemas.microsoft.com/office/drawing/2014/main" id="{C43F1EB9-24BA-8151-665E-4AD7645746E7}"/>
              </a:ext>
            </a:extLst>
          </p:cNvPr>
          <p:cNvSpPr>
            <a:spLocks noGrp="1"/>
          </p:cNvSpPr>
          <p:nvPr/>
        </p:nvSpPr>
        <p:spPr>
          <a:xfrm>
            <a:off x="4543928" y="2844797"/>
            <a:ext cx="1181100" cy="228600"/>
          </a:xfrm>
          <a:prstGeom prst="rect">
            <a:avLst/>
          </a:prstGeom>
          <a:noFill/>
          <a:ln w="0">
            <a:noFill/>
            <a:prstDash val="solid"/>
          </a:ln>
        </p:spPr>
        <p:txBody>
          <a:bodyPr wrap="square" lIns="28575" tIns="19050" rIns="28575" bIns="19050" anchor="ctr">
            <a:normAutofit/>
          </a:bodyPr>
          <a:lstStyle/>
          <a:p>
            <a:pPr algn="ctr">
              <a:lnSpc>
                <a:spcPct val="100000"/>
              </a:lnSpc>
              <a:buNone/>
              <a:defRPr sz="900" b="0">
                <a:solidFill>
                  <a:srgbClr val="667085"/>
                </a:solidFill>
                <a:latin typeface="Aptos"/>
                <a:ea typeface="Aptos"/>
                <a:cs typeface="Aptos"/>
              </a:defRPr>
            </a:pPr>
            <a:r>
              <a:rPr sz="900" b="0">
                <a:solidFill>
                  <a:srgbClr val="667085"/>
                </a:solidFill>
                <a:latin typeface="Aptos"/>
                <a:ea typeface="Aptos"/>
                <a:cs typeface="Aptos"/>
              </a:rPr>
              <a:t>repetir para t=1…T</a:t>
            </a:r>
          </a:p>
        </p:txBody>
      </p:sp>
      <p:sp>
        <p:nvSpPr>
          <p:cNvPr id="73" name="slide6-step2-explanation">
            <a:extLst>
              <a:ext uri="{FF2B5EF4-FFF2-40B4-BE49-F238E27FC236}">
                <a16:creationId xmlns:a16="http://schemas.microsoft.com/office/drawing/2014/main" id="{7E05A98A-7C6B-03E0-AF3D-9D8016438C47}"/>
              </a:ext>
            </a:extLst>
          </p:cNvPr>
          <p:cNvSpPr>
            <a:spLocks noGrp="1"/>
          </p:cNvSpPr>
          <p:nvPr/>
        </p:nvSpPr>
        <p:spPr>
          <a:xfrm>
            <a:off x="6362700" y="3254374"/>
            <a:ext cx="4572000" cy="361950"/>
          </a:xfrm>
          <a:prstGeom prst="rect">
            <a:avLst/>
          </a:prstGeom>
          <a:noFill/>
          <a:ln w="0">
            <a:noFill/>
            <a:prstDash val="solid"/>
          </a:ln>
        </p:spPr>
        <p:txBody>
          <a:bodyPr wrap="square" lIns="28575" tIns="19050" rIns="28575" bIns="19050" anchor="ctr">
            <a:normAutofit/>
          </a:bodyPr>
          <a:lstStyle/>
          <a:p>
            <a:pPr algn="l">
              <a:lnSpc>
                <a:spcPct val="100000"/>
              </a:lnSpc>
              <a:buNone/>
              <a:defRPr sz="1125" b="0">
                <a:solidFill>
                  <a:srgbClr val="667085"/>
                </a:solidFill>
                <a:latin typeface="Aptos"/>
                <a:ea typeface="Aptos"/>
                <a:cs typeface="Aptos"/>
              </a:defRPr>
            </a:pPr>
            <a:r>
              <a:rPr sz="1125" b="0">
                <a:solidFill>
                  <a:srgbClr val="667085"/>
                </a:solidFill>
                <a:latin typeface="Aptos"/>
                <a:ea typeface="Aptos"/>
                <a:cs typeface="Aptos"/>
              </a:rPr>
              <a:t>Repite el mismo cálculo en cada posición y multiplica todos los factores.</a:t>
            </a:r>
          </a:p>
        </p:txBody>
      </p:sp>
      <p:sp>
        <p:nvSpPr>
          <p:cNvPr id="31" name="rev-20">
            <a:extLst>
              <a:ext uri="{FF2B5EF4-FFF2-40B4-BE49-F238E27FC236}">
                <a16:creationId xmlns:a16="http://schemas.microsoft.com/office/drawing/2014/main" id="{AF197506-B7C5-F4C4-340C-661F55479009}"/>
              </a:ext>
            </a:extLst>
          </p:cNvPr>
          <p:cNvSpPr>
            <a:spLocks noGrp="1"/>
          </p:cNvSpPr>
          <p:nvPr/>
        </p:nvSpPr>
        <p:spPr>
          <a:xfrm>
            <a:off x="685800" y="920747"/>
            <a:ext cx="10763250" cy="914400"/>
          </a:xfrm>
          <a:prstGeom prst="rect">
            <a:avLst/>
          </a:prstGeom>
          <a:noFill/>
          <a:ln w="0">
            <a:noFill/>
          </a:ln>
        </p:spPr>
        <p:txBody>
          <a:bodyPr wrap="square" lIns="0" tIns="0" rIns="0" bIns="0" anchor="ctr">
            <a:noAutofit/>
          </a:bodyPr>
          <a:lstStyle/>
          <a:p>
            <a:pPr algn="l">
              <a:lnSpc>
                <a:spcPct val="105000"/>
              </a:lnSpc>
              <a:buNone/>
              <a:defRPr sz="2700" b="1">
                <a:solidFill>
                  <a:srgbClr val="101526"/>
                </a:solidFill>
                <a:latin typeface="Aptos"/>
                <a:ea typeface="Aptos"/>
                <a:cs typeface="Aptos"/>
              </a:defRPr>
            </a:pPr>
            <a:r>
              <a:rPr sz="2700" b="1" dirty="0">
                <a:solidFill>
                  <a:srgbClr val="101526"/>
                </a:solidFill>
                <a:latin typeface="Aptos"/>
                <a:ea typeface="Aptos"/>
                <a:cs typeface="Aptos"/>
              </a:rPr>
              <a:t>El </a:t>
            </a:r>
            <a:r>
              <a:rPr sz="2700" b="1" dirty="0" err="1">
                <a:solidFill>
                  <a:srgbClr val="101526"/>
                </a:solidFill>
                <a:latin typeface="Aptos"/>
                <a:ea typeface="Aptos"/>
                <a:cs typeface="Aptos"/>
              </a:rPr>
              <a:t>contexto</a:t>
            </a:r>
            <a:r>
              <a:rPr sz="2700" b="1" dirty="0">
                <a:solidFill>
                  <a:srgbClr val="101526"/>
                </a:solidFill>
                <a:latin typeface="Aptos"/>
                <a:ea typeface="Aptos"/>
                <a:cs typeface="Aptos"/>
              </a:rPr>
              <a:t> </a:t>
            </a:r>
            <a:r>
              <a:rPr sz="2700" b="1" dirty="0" err="1">
                <a:solidFill>
                  <a:srgbClr val="101526"/>
                </a:solidFill>
                <a:latin typeface="Aptos"/>
                <a:ea typeface="Aptos"/>
                <a:cs typeface="Aptos"/>
              </a:rPr>
              <a:t>condiciona</a:t>
            </a:r>
            <a:r>
              <a:rPr sz="2700" b="1" dirty="0">
                <a:solidFill>
                  <a:srgbClr val="101526"/>
                </a:solidFill>
                <a:latin typeface="Aptos"/>
                <a:ea typeface="Aptos"/>
                <a:cs typeface="Aptos"/>
              </a:rPr>
              <a:t> </a:t>
            </a:r>
            <a:r>
              <a:rPr sz="2700" b="1" dirty="0" err="1">
                <a:solidFill>
                  <a:srgbClr val="101526"/>
                </a:solidFill>
                <a:latin typeface="Aptos"/>
                <a:ea typeface="Aptos"/>
                <a:cs typeface="Aptos"/>
              </a:rPr>
              <a:t>cada</a:t>
            </a:r>
            <a:r>
              <a:rPr sz="2700" b="1" dirty="0">
                <a:solidFill>
                  <a:srgbClr val="101526"/>
                </a:solidFill>
                <a:latin typeface="Aptos"/>
                <a:ea typeface="Aptos"/>
                <a:cs typeface="Aptos"/>
              </a:rPr>
              <a:t> token de la </a:t>
            </a:r>
            <a:r>
              <a:rPr sz="2700" b="1" dirty="0" err="1">
                <a:solidFill>
                  <a:srgbClr val="101526"/>
                </a:solidFill>
                <a:latin typeface="Aptos"/>
                <a:ea typeface="Aptos"/>
                <a:cs typeface="Aptos"/>
              </a:rPr>
              <a:t>respuesta</a:t>
            </a:r>
            <a:endParaRPr sz="2700" b="1" dirty="0">
              <a:solidFill>
                <a:srgbClr val="101526"/>
              </a:solidFill>
              <a:latin typeface="Aptos"/>
              <a:ea typeface="Aptos"/>
              <a:cs typeface="Aptos"/>
            </a:endParaRPr>
          </a:p>
        </p:txBody>
      </p:sp>
    </p:spTree>
    <p:extLst>
      <p:ext uri="{BB962C8B-B14F-4D97-AF65-F5344CB8AC3E}">
        <p14:creationId xmlns:p14="http://schemas.microsoft.com/office/powerpoint/2010/main" val="4074114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CuadroTexto 69">
            <a:extLst>
              <a:ext uri="{FF2B5EF4-FFF2-40B4-BE49-F238E27FC236}">
                <a16:creationId xmlns:a16="http://schemas.microsoft.com/office/drawing/2014/main" id="{0C1CD209-E109-3A4C-A29F-B4CE8FED4356}"/>
              </a:ext>
            </a:extLst>
          </p:cNvPr>
          <p:cNvSpPr txBox="1"/>
          <p:nvPr/>
        </p:nvSpPr>
        <p:spPr>
          <a:xfrm>
            <a:off x="609600" y="330200"/>
            <a:ext cx="8890000" cy="482600"/>
          </a:xfrm>
          <a:prstGeom prst="rect">
            <a:avLst/>
          </a:prstGeom>
          <a:noFill/>
        </p:spPr>
        <p:txBody>
          <a:bodyPr vertOverflow="overflow" vert="horz" wrap="square" rtlCol="0" anchor="t" anchorCtr="0">
            <a:normAutofit/>
          </a:bodyPr>
          <a:lstStyle/>
          <a:p>
            <a:pPr algn="l"/>
            <a:r>
              <a:rPr lang="es-US" sz="2400" b="1" dirty="0">
                <a:solidFill>
                  <a:srgbClr val="34445A"/>
                </a:solidFill>
                <a:latin typeface="Aptos"/>
              </a:rPr>
              <a:t>VALOR DE LA INFORMACIÓN</a:t>
            </a:r>
          </a:p>
        </p:txBody>
      </p:sp>
      <p:sp>
        <p:nvSpPr>
          <p:cNvPr id="72" name="Rectángulo 71">
            <a:extLst>
              <a:ext uri="{FF2B5EF4-FFF2-40B4-BE49-F238E27FC236}">
                <a16:creationId xmlns:a16="http://schemas.microsoft.com/office/drawing/2014/main" id="{08E374BE-FD6E-6441-A307-32AA01B58847}"/>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73" name="CuadroTexto 72">
            <a:extLst>
              <a:ext uri="{FF2B5EF4-FFF2-40B4-BE49-F238E27FC236}">
                <a16:creationId xmlns:a16="http://schemas.microsoft.com/office/drawing/2014/main" id="{B5D51B25-1AC1-D54F-96EE-0AEF30F8EB72}"/>
              </a:ext>
            </a:extLst>
          </p:cNvPr>
          <p:cNvSpPr txBox="1"/>
          <p:nvPr/>
        </p:nvSpPr>
        <p:spPr>
          <a:xfrm>
            <a:off x="609600" y="952500"/>
            <a:ext cx="9906000" cy="279400"/>
          </a:xfrm>
          <a:prstGeom prst="rect">
            <a:avLst/>
          </a:prstGeom>
          <a:noFill/>
        </p:spPr>
        <p:txBody>
          <a:bodyPr vertOverflow="overflow" vert="horz" wrap="square" rtlCol="0" anchor="t" anchorCtr="0">
            <a:noAutofit/>
          </a:bodyPr>
          <a:lstStyle/>
          <a:p>
            <a:pPr algn="l"/>
            <a:r>
              <a:rPr lang="es-MX" sz="1250" b="1" dirty="0">
                <a:solidFill>
                  <a:srgbClr val="6B7788"/>
                </a:solidFill>
                <a:latin typeface="Aptos"/>
              </a:rPr>
              <a:t>La información reduce incertidumbre en promedio</a:t>
            </a:r>
            <a:r>
              <a:rPr lang="es-US" sz="1250" b="1" dirty="0">
                <a:solidFill>
                  <a:srgbClr val="6B7788"/>
                </a:solidFill>
                <a:latin typeface="Aptos"/>
              </a:rPr>
              <a:t>.</a:t>
            </a:r>
          </a:p>
        </p:txBody>
      </p:sp>
      <p:sp>
        <p:nvSpPr>
          <p:cNvPr id="93" name="CuadroTexto 92">
            <a:extLst>
              <a:ext uri="{FF2B5EF4-FFF2-40B4-BE49-F238E27FC236}">
                <a16:creationId xmlns:a16="http://schemas.microsoft.com/office/drawing/2014/main" id="{64D8C2E8-FBED-ED4B-835C-93CFFA75F2F7}"/>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 Xiao y Wang: “</a:t>
            </a:r>
            <a:r>
              <a:rPr lang="en-US" sz="630" dirty="0">
                <a:solidFill>
                  <a:srgbClr val="8A94A4"/>
                </a:solidFill>
                <a:latin typeface="Aptos"/>
              </a:rPr>
              <a:t>On Hallucination and Predictive Uncertainty in Conditional Language Generation</a:t>
            </a:r>
            <a:r>
              <a:rPr lang="es-US" sz="630" dirty="0">
                <a:solidFill>
                  <a:srgbClr val="8A94A4"/>
                </a:solidFill>
                <a:latin typeface="Aptos"/>
              </a:rPr>
              <a:t>”.</a:t>
            </a:r>
          </a:p>
        </p:txBody>
      </p:sp>
      <p:sp>
        <p:nvSpPr>
          <p:cNvPr id="3" name="Rectángulo 2">
            <a:extLst>
              <a:ext uri="{FF2B5EF4-FFF2-40B4-BE49-F238E27FC236}">
                <a16:creationId xmlns:a16="http://schemas.microsoft.com/office/drawing/2014/main" id="{46E22C60-39C5-DF05-7A94-7A5E7C5694C3}"/>
              </a:ext>
            </a:extLst>
          </p:cNvPr>
          <p:cNvSpPr>
            <a:spLocks noGrp="1"/>
          </p:cNvSpPr>
          <p:nvPr/>
        </p:nvSpPr>
        <p:spPr>
          <a:xfrm>
            <a:off x="685800" y="4505080"/>
            <a:ext cx="6096000" cy="495300"/>
          </a:xfrm>
          <a:prstGeom prst="rect">
            <a:avLst/>
          </a:prstGeom>
          <a:noFill/>
          <a:ln w="0">
            <a:noFill/>
            <a:prstDash val="solid"/>
          </a:ln>
        </p:spPr>
        <p:txBody>
          <a:bodyPr wrap="square" lIns="28575" tIns="19050" rIns="28575" bIns="19050" anchor="ctr">
            <a:normAutofit/>
          </a:bodyPr>
          <a:lstStyle/>
          <a:p>
            <a:pPr algn="l">
              <a:lnSpc>
                <a:spcPct val="100000"/>
              </a:lnSpc>
              <a:buNone/>
              <a:defRPr sz="1350" b="1" i="0">
                <a:solidFill>
                  <a:srgbClr val="0E4A5A"/>
                </a:solidFill>
                <a:latin typeface="Aptos"/>
                <a:ea typeface="Aptos"/>
                <a:cs typeface="Aptos"/>
              </a:defRPr>
            </a:pPr>
            <a:r>
              <a:rPr sz="1350" b="1" i="0" dirty="0">
                <a:solidFill>
                  <a:srgbClr val="0E4A5A"/>
                </a:solidFill>
                <a:latin typeface="Aptos"/>
                <a:ea typeface="Aptos"/>
                <a:cs typeface="Aptos"/>
              </a:rPr>
              <a:t>Se </a:t>
            </a:r>
            <a:r>
              <a:rPr sz="1350" b="1" i="0" dirty="0" err="1">
                <a:solidFill>
                  <a:srgbClr val="0E4A5A"/>
                </a:solidFill>
                <a:latin typeface="Aptos"/>
                <a:ea typeface="Aptos"/>
                <a:cs typeface="Aptos"/>
              </a:rPr>
              <a:t>resta</a:t>
            </a:r>
            <a:r>
              <a:rPr sz="1350" b="1" i="0" dirty="0">
                <a:solidFill>
                  <a:srgbClr val="0E4A5A"/>
                </a:solidFill>
                <a:latin typeface="Aptos"/>
                <a:ea typeface="Aptos"/>
                <a:cs typeface="Aptos"/>
              </a:rPr>
              <a:t> la </a:t>
            </a:r>
            <a:r>
              <a:rPr sz="1350" b="1" i="0" dirty="0" err="1">
                <a:solidFill>
                  <a:srgbClr val="0E4A5A"/>
                </a:solidFill>
                <a:latin typeface="Aptos"/>
                <a:ea typeface="Aptos"/>
                <a:cs typeface="Aptos"/>
              </a:rPr>
              <a:t>entropía</a:t>
            </a:r>
            <a:r>
              <a:rPr sz="1350" b="1" i="0" dirty="0">
                <a:solidFill>
                  <a:srgbClr val="0E4A5A"/>
                </a:solidFill>
                <a:latin typeface="Aptos"/>
                <a:ea typeface="Aptos"/>
                <a:cs typeface="Aptos"/>
              </a:rPr>
              <a:t> final a la </a:t>
            </a:r>
            <a:r>
              <a:rPr sz="1350" b="1" i="0" dirty="0" err="1">
                <a:solidFill>
                  <a:srgbClr val="0E4A5A"/>
                </a:solidFill>
                <a:latin typeface="Aptos"/>
                <a:ea typeface="Aptos"/>
                <a:cs typeface="Aptos"/>
              </a:rPr>
              <a:t>inicial</a:t>
            </a:r>
            <a:r>
              <a:rPr sz="1350" b="1" i="0" dirty="0">
                <a:solidFill>
                  <a:srgbClr val="0E4A5A"/>
                </a:solidFill>
                <a:latin typeface="Aptos"/>
                <a:ea typeface="Aptos"/>
                <a:cs typeface="Aptos"/>
              </a:rPr>
              <a:t>: </a:t>
            </a:r>
            <a:r>
              <a:rPr sz="1350" b="1" i="0" dirty="0" err="1">
                <a:solidFill>
                  <a:srgbClr val="0E4A5A"/>
                </a:solidFill>
                <a:latin typeface="Aptos"/>
                <a:ea typeface="Aptos"/>
                <a:cs typeface="Aptos"/>
              </a:rPr>
              <a:t>esa</a:t>
            </a:r>
            <a:r>
              <a:rPr sz="1350" b="1" i="0" dirty="0">
                <a:solidFill>
                  <a:srgbClr val="0E4A5A"/>
                </a:solidFill>
                <a:latin typeface="Aptos"/>
                <a:ea typeface="Aptos"/>
                <a:cs typeface="Aptos"/>
              </a:rPr>
              <a:t> </a:t>
            </a:r>
            <a:r>
              <a:rPr sz="1350" b="1" i="0" dirty="0" err="1">
                <a:solidFill>
                  <a:srgbClr val="0E4A5A"/>
                </a:solidFill>
                <a:latin typeface="Aptos"/>
                <a:ea typeface="Aptos"/>
                <a:cs typeface="Aptos"/>
              </a:rPr>
              <a:t>diferencia</a:t>
            </a:r>
            <a:r>
              <a:rPr sz="1350" b="1" i="0" dirty="0">
                <a:solidFill>
                  <a:srgbClr val="0E4A5A"/>
                </a:solidFill>
                <a:latin typeface="Aptos"/>
                <a:ea typeface="Aptos"/>
                <a:cs typeface="Aptos"/>
              </a:rPr>
              <a:t> es I(Y</a:t>
            </a:r>
            <a:r>
              <a:rPr lang="es-PE" sz="1350" b="1" i="0" dirty="0">
                <a:solidFill>
                  <a:srgbClr val="0E4A5A"/>
                </a:solidFill>
                <a:latin typeface="Aptos"/>
                <a:ea typeface="Aptos"/>
                <a:cs typeface="Aptos"/>
              </a:rPr>
              <a:t>*</a:t>
            </a:r>
            <a:r>
              <a:rPr sz="1350" b="1" i="0" dirty="0">
                <a:solidFill>
                  <a:srgbClr val="0E4A5A"/>
                </a:solidFill>
                <a:latin typeface="Aptos"/>
                <a:ea typeface="Aptos"/>
                <a:cs typeface="Aptos"/>
              </a:rPr>
              <a:t>;C|X).</a:t>
            </a:r>
          </a:p>
        </p:txBody>
      </p:sp>
      <p:sp>
        <p:nvSpPr>
          <p:cNvPr id="5" name="Rectángulo 4">
            <a:extLst>
              <a:ext uri="{FF2B5EF4-FFF2-40B4-BE49-F238E27FC236}">
                <a16:creationId xmlns:a16="http://schemas.microsoft.com/office/drawing/2014/main" id="{5C571C3E-96E1-7F86-3DE9-AA71F2A359C2}"/>
              </a:ext>
            </a:extLst>
          </p:cNvPr>
          <p:cNvSpPr>
            <a:spLocks noGrp="1"/>
          </p:cNvSpPr>
          <p:nvPr/>
        </p:nvSpPr>
        <p:spPr>
          <a:xfrm>
            <a:off x="7429500" y="1885950"/>
            <a:ext cx="2095500" cy="266700"/>
          </a:xfrm>
          <a:prstGeom prst="rect">
            <a:avLst/>
          </a:prstGeom>
          <a:noFill/>
          <a:ln w="0">
            <a:noFill/>
            <a:prstDash val="solid"/>
          </a:ln>
        </p:spPr>
        <p:txBody>
          <a:bodyPr wrap="square" lIns="0" tIns="0" rIns="0" bIns="0" anchor="t">
            <a:normAutofit/>
          </a:bodyPr>
          <a:lstStyle/>
          <a:p>
            <a:pPr algn="l">
              <a:lnSpc>
                <a:spcPct val="100000"/>
              </a:lnSpc>
              <a:buNone/>
              <a:defRPr sz="1425" b="1" i="0">
                <a:solidFill>
                  <a:srgbClr val="5C6478"/>
                </a:solidFill>
                <a:latin typeface="Aptos"/>
                <a:ea typeface="Aptos"/>
                <a:cs typeface="Aptos"/>
              </a:defRPr>
            </a:pPr>
            <a:r>
              <a:rPr sz="1400" b="1" i="0">
                <a:solidFill>
                  <a:srgbClr val="60687C"/>
                </a:solidFill>
                <a:latin typeface="Aptos"/>
                <a:ea typeface="Aptos"/>
                <a:cs typeface="Aptos"/>
              </a:rPr>
              <a:t>Sin contexto</a:t>
            </a:r>
          </a:p>
        </p:txBody>
      </p:sp>
      <p:sp>
        <p:nvSpPr>
          <p:cNvPr id="7" name="Rectángulo: esquinas redondeadas 6">
            <a:extLst>
              <a:ext uri="{FF2B5EF4-FFF2-40B4-BE49-F238E27FC236}">
                <a16:creationId xmlns:a16="http://schemas.microsoft.com/office/drawing/2014/main" id="{43FEACD6-D751-9886-209F-33FE7C0D8E5E}"/>
              </a:ext>
            </a:extLst>
          </p:cNvPr>
          <p:cNvSpPr>
            <a:spLocks noGrp="1"/>
          </p:cNvSpPr>
          <p:nvPr/>
        </p:nvSpPr>
        <p:spPr>
          <a:xfrm>
            <a:off x="7429500" y="2266950"/>
            <a:ext cx="3238500" cy="552450"/>
          </a:xfrm>
          <a:prstGeom prst="roundRect">
            <a:avLst>
              <a:gd name="adj" fmla="val 50000"/>
            </a:avLst>
          </a:prstGeom>
          <a:solidFill>
            <a:srgbClr val="E4E7F1"/>
          </a:solidFill>
          <a:ln w="0">
            <a:noFill/>
            <a:prstDash val="solid"/>
          </a:ln>
        </p:spPr>
        <p:txBody>
          <a:bodyPr/>
          <a:lstStyle/>
          <a:p>
            <a:endParaRPr/>
          </a:p>
        </p:txBody>
      </p:sp>
      <p:sp>
        <p:nvSpPr>
          <p:cNvPr id="9" name="Rectángulo: esquinas redondeadas 8">
            <a:extLst>
              <a:ext uri="{FF2B5EF4-FFF2-40B4-BE49-F238E27FC236}">
                <a16:creationId xmlns:a16="http://schemas.microsoft.com/office/drawing/2014/main" id="{9CDCDC05-BA15-4E21-32E3-85B1CCC344EE}"/>
              </a:ext>
            </a:extLst>
          </p:cNvPr>
          <p:cNvSpPr>
            <a:spLocks noGrp="1"/>
          </p:cNvSpPr>
          <p:nvPr/>
        </p:nvSpPr>
        <p:spPr>
          <a:xfrm>
            <a:off x="7429500" y="2266950"/>
            <a:ext cx="2905125" cy="552450"/>
          </a:xfrm>
          <a:prstGeom prst="roundRect">
            <a:avLst>
              <a:gd name="adj" fmla="val 50000"/>
            </a:avLst>
          </a:prstGeom>
          <a:solidFill>
            <a:srgbClr val="FF6F7D"/>
          </a:solidFill>
          <a:ln w="0">
            <a:noFill/>
            <a:prstDash val="solid"/>
          </a:ln>
        </p:spPr>
        <p:txBody>
          <a:bodyPr/>
          <a:lstStyle/>
          <a:p>
            <a:endParaRPr/>
          </a:p>
        </p:txBody>
      </p:sp>
      <p:sp>
        <p:nvSpPr>
          <p:cNvPr id="11" name="Rectángulo 10">
            <a:extLst>
              <a:ext uri="{FF2B5EF4-FFF2-40B4-BE49-F238E27FC236}">
                <a16:creationId xmlns:a16="http://schemas.microsoft.com/office/drawing/2014/main" id="{507C70DD-586C-9B2E-1F55-9168F6F790BC}"/>
              </a:ext>
            </a:extLst>
          </p:cNvPr>
          <p:cNvSpPr>
            <a:spLocks noGrp="1"/>
          </p:cNvSpPr>
          <p:nvPr/>
        </p:nvSpPr>
        <p:spPr>
          <a:xfrm>
            <a:off x="8858250" y="2409825"/>
            <a:ext cx="1143000" cy="228600"/>
          </a:xfrm>
          <a:prstGeom prst="rect">
            <a:avLst/>
          </a:prstGeom>
          <a:noFill/>
          <a:ln w="0">
            <a:noFill/>
            <a:prstDash val="solid"/>
          </a:ln>
        </p:spPr>
        <p:txBody>
          <a:bodyPr wrap="square" lIns="0" tIns="0" rIns="0" bIns="0" anchor="t">
            <a:normAutofit/>
          </a:bodyPr>
          <a:lstStyle/>
          <a:p>
            <a:pPr algn="ctr">
              <a:lnSpc>
                <a:spcPct val="100000"/>
              </a:lnSpc>
              <a:buNone/>
              <a:defRPr sz="1500" b="1" i="0">
                <a:solidFill>
                  <a:srgbClr val="FFFFFF"/>
                </a:solidFill>
                <a:latin typeface="Aptos"/>
                <a:ea typeface="Aptos"/>
                <a:cs typeface="Aptos"/>
              </a:defRPr>
            </a:pPr>
            <a:r>
              <a:rPr sz="1400" b="1" i="0">
                <a:solidFill>
                  <a:srgbClr val="FFFFFF"/>
                </a:solidFill>
                <a:latin typeface="Aptos"/>
                <a:ea typeface="Aptos"/>
                <a:cs typeface="Aptos"/>
              </a:rPr>
              <a:t>H alta</a:t>
            </a:r>
          </a:p>
        </p:txBody>
      </p:sp>
      <p:sp>
        <p:nvSpPr>
          <p:cNvPr id="13" name="Rectángulo 12">
            <a:extLst>
              <a:ext uri="{FF2B5EF4-FFF2-40B4-BE49-F238E27FC236}">
                <a16:creationId xmlns:a16="http://schemas.microsoft.com/office/drawing/2014/main" id="{D12D531E-CF87-897D-D15D-42F0CF7D994A}"/>
              </a:ext>
            </a:extLst>
          </p:cNvPr>
          <p:cNvSpPr>
            <a:spLocks noGrp="1"/>
          </p:cNvSpPr>
          <p:nvPr/>
        </p:nvSpPr>
        <p:spPr>
          <a:xfrm>
            <a:off x="7429500" y="3105150"/>
            <a:ext cx="2571750" cy="266700"/>
          </a:xfrm>
          <a:prstGeom prst="rect">
            <a:avLst/>
          </a:prstGeom>
          <a:noFill/>
          <a:ln w="0">
            <a:noFill/>
            <a:prstDash val="solid"/>
          </a:ln>
        </p:spPr>
        <p:txBody>
          <a:bodyPr wrap="square" lIns="0" tIns="0" rIns="0" bIns="0" anchor="t">
            <a:normAutofit/>
          </a:bodyPr>
          <a:lstStyle/>
          <a:p>
            <a:pPr algn="l">
              <a:lnSpc>
                <a:spcPct val="100000"/>
              </a:lnSpc>
              <a:buNone/>
              <a:defRPr sz="1425" b="1" i="0">
                <a:solidFill>
                  <a:srgbClr val="5C6478"/>
                </a:solidFill>
                <a:latin typeface="Aptos"/>
                <a:ea typeface="Aptos"/>
                <a:cs typeface="Aptos"/>
              </a:defRPr>
            </a:pPr>
            <a:r>
              <a:rPr sz="1400" b="1" i="0">
                <a:solidFill>
                  <a:srgbClr val="60687C"/>
                </a:solidFill>
                <a:latin typeface="Aptos"/>
                <a:ea typeface="Aptos"/>
                <a:cs typeface="Aptos"/>
              </a:rPr>
              <a:t>Con contexto relevante</a:t>
            </a:r>
          </a:p>
        </p:txBody>
      </p:sp>
      <p:sp>
        <p:nvSpPr>
          <p:cNvPr id="15" name="Rectángulo: esquinas redondeadas 14">
            <a:extLst>
              <a:ext uri="{FF2B5EF4-FFF2-40B4-BE49-F238E27FC236}">
                <a16:creationId xmlns:a16="http://schemas.microsoft.com/office/drawing/2014/main" id="{A967E752-8460-34DA-C6A0-2E604B7466E9}"/>
              </a:ext>
            </a:extLst>
          </p:cNvPr>
          <p:cNvSpPr>
            <a:spLocks noGrp="1"/>
          </p:cNvSpPr>
          <p:nvPr/>
        </p:nvSpPr>
        <p:spPr>
          <a:xfrm>
            <a:off x="7429500" y="3486150"/>
            <a:ext cx="3238500" cy="552450"/>
          </a:xfrm>
          <a:prstGeom prst="roundRect">
            <a:avLst>
              <a:gd name="adj" fmla="val 50000"/>
            </a:avLst>
          </a:prstGeom>
          <a:solidFill>
            <a:srgbClr val="E4E7F1"/>
          </a:solidFill>
          <a:ln w="0">
            <a:noFill/>
            <a:prstDash val="solid"/>
          </a:ln>
        </p:spPr>
        <p:txBody>
          <a:bodyPr/>
          <a:lstStyle/>
          <a:p>
            <a:endParaRPr/>
          </a:p>
        </p:txBody>
      </p:sp>
      <p:sp>
        <p:nvSpPr>
          <p:cNvPr id="17" name="Rectángulo: esquinas redondeadas 16">
            <a:extLst>
              <a:ext uri="{FF2B5EF4-FFF2-40B4-BE49-F238E27FC236}">
                <a16:creationId xmlns:a16="http://schemas.microsoft.com/office/drawing/2014/main" id="{416285D3-96AC-B417-CB94-B0A5E066EE9D}"/>
              </a:ext>
            </a:extLst>
          </p:cNvPr>
          <p:cNvSpPr>
            <a:spLocks noGrp="1"/>
          </p:cNvSpPr>
          <p:nvPr/>
        </p:nvSpPr>
        <p:spPr>
          <a:xfrm>
            <a:off x="7429500" y="3486150"/>
            <a:ext cx="1066800" cy="552450"/>
          </a:xfrm>
          <a:prstGeom prst="roundRect">
            <a:avLst>
              <a:gd name="adj" fmla="val 50000"/>
            </a:avLst>
          </a:prstGeom>
          <a:solidFill>
            <a:srgbClr val="45E0D0"/>
          </a:solidFill>
          <a:ln w="0">
            <a:noFill/>
            <a:prstDash val="solid"/>
          </a:ln>
        </p:spPr>
        <p:txBody>
          <a:bodyPr/>
          <a:lstStyle/>
          <a:p>
            <a:endParaRPr/>
          </a:p>
        </p:txBody>
      </p:sp>
      <p:sp>
        <p:nvSpPr>
          <p:cNvPr id="19" name="Rectángulo 18">
            <a:extLst>
              <a:ext uri="{FF2B5EF4-FFF2-40B4-BE49-F238E27FC236}">
                <a16:creationId xmlns:a16="http://schemas.microsoft.com/office/drawing/2014/main" id="{8BF3B834-C56B-424F-5503-6CDD2541C59B}"/>
              </a:ext>
            </a:extLst>
          </p:cNvPr>
          <p:cNvSpPr>
            <a:spLocks noGrp="1"/>
          </p:cNvSpPr>
          <p:nvPr/>
        </p:nvSpPr>
        <p:spPr>
          <a:xfrm>
            <a:off x="7486650" y="3629025"/>
            <a:ext cx="952500" cy="228600"/>
          </a:xfrm>
          <a:prstGeom prst="rect">
            <a:avLst/>
          </a:prstGeom>
          <a:noFill/>
          <a:ln w="0">
            <a:noFill/>
            <a:prstDash val="solid"/>
          </a:ln>
        </p:spPr>
        <p:txBody>
          <a:bodyPr wrap="square" lIns="0" tIns="0" rIns="0" bIns="0" anchor="t">
            <a:normAutofit/>
          </a:bodyPr>
          <a:lstStyle/>
          <a:p>
            <a:pPr algn="ctr">
              <a:lnSpc>
                <a:spcPct val="100000"/>
              </a:lnSpc>
              <a:buNone/>
              <a:defRPr sz="1500" b="1" i="0">
                <a:solidFill>
                  <a:srgbClr val="0B1020"/>
                </a:solidFill>
                <a:latin typeface="Aptos"/>
                <a:ea typeface="Aptos"/>
                <a:cs typeface="Aptos"/>
              </a:defRPr>
            </a:pPr>
            <a:r>
              <a:rPr sz="1400" b="1" i="0">
                <a:solidFill>
                  <a:srgbClr val="101526"/>
                </a:solidFill>
                <a:latin typeface="Aptos"/>
                <a:ea typeface="Aptos"/>
                <a:cs typeface="Aptos"/>
              </a:rPr>
              <a:t>H baja</a:t>
            </a:r>
          </a:p>
        </p:txBody>
      </p:sp>
      <p:sp>
        <p:nvSpPr>
          <p:cNvPr id="21" name="Rectángulo 20">
            <a:extLst>
              <a:ext uri="{FF2B5EF4-FFF2-40B4-BE49-F238E27FC236}">
                <a16:creationId xmlns:a16="http://schemas.microsoft.com/office/drawing/2014/main" id="{BB0D21EB-92FA-4453-ED42-ED68C4EF81EF}"/>
              </a:ext>
            </a:extLst>
          </p:cNvPr>
          <p:cNvSpPr>
            <a:spLocks noGrp="1"/>
          </p:cNvSpPr>
          <p:nvPr/>
        </p:nvSpPr>
        <p:spPr>
          <a:xfrm>
            <a:off x="7429500" y="4343400"/>
            <a:ext cx="3524250" cy="685800"/>
          </a:xfrm>
          <a:prstGeom prst="rect">
            <a:avLst/>
          </a:prstGeom>
          <a:noFill/>
          <a:ln w="0">
            <a:noFill/>
            <a:prstDash val="solid"/>
          </a:ln>
        </p:spPr>
        <p:txBody>
          <a:bodyPr wrap="square" lIns="28575" tIns="19050" rIns="28575" bIns="19050" anchor="ctr">
            <a:normAutofit/>
          </a:bodyPr>
          <a:lstStyle/>
          <a:p>
            <a:pPr algn="l">
              <a:lnSpc>
                <a:spcPct val="100000"/>
              </a:lnSpc>
              <a:buNone/>
              <a:defRPr sz="1425" b="1" i="0">
                <a:solidFill>
                  <a:srgbClr val="111827"/>
                </a:solidFill>
                <a:latin typeface="Aptos"/>
                <a:ea typeface="Aptos"/>
                <a:cs typeface="Aptos"/>
              </a:defRPr>
            </a:pPr>
            <a:r>
              <a:rPr sz="1425" b="1" i="0">
                <a:solidFill>
                  <a:srgbClr val="111827"/>
                </a:solidFill>
                <a:latin typeface="Aptos"/>
                <a:ea typeface="Aptos"/>
                <a:cs typeface="Aptos"/>
              </a:rPr>
              <a:t>La barra que desaparece representa la información que C aporta sobre Y.</a:t>
            </a:r>
          </a:p>
        </p:txBody>
      </p:sp>
      <p:sp>
        <p:nvSpPr>
          <p:cNvPr id="27" name="TextBox 19">
            <a:extLst>
              <a:ext uri="{FF2B5EF4-FFF2-40B4-BE49-F238E27FC236}">
                <a16:creationId xmlns:a16="http://schemas.microsoft.com/office/drawing/2014/main" id="{5D177056-F5ED-E6A9-AD10-CB5199C30108}"/>
              </a:ext>
            </a:extLst>
          </p:cNvPr>
          <p:cNvSpPr>
            <a:spLocks noGrp="1"/>
          </p:cNvSpPr>
          <p:nvPr/>
        </p:nvSpPr>
        <p:spPr>
          <a:xfrm>
            <a:off x="685800" y="5190108"/>
            <a:ext cx="6096000" cy="666750"/>
          </a:xfrm>
          <a:prstGeom prst="rect">
            <a:avLst/>
          </a:prstGeom>
          <a:noFill/>
        </p:spPr>
        <p:txBody>
          <a:bodyPr wrap="square" lIns="28575" tIns="19050" rIns="28575" bIns="19050" anchor="t">
            <a:normAutofit/>
          </a:bodyPr>
          <a:lstStyle/>
          <a:p>
            <a:pPr algn="l">
              <a:lnSpc>
                <a:spcPct val="105000"/>
              </a:lnSpc>
              <a:buNone/>
              <a:defRPr sz="1050" b="0">
                <a:solidFill>
                  <a:srgbClr val="667085"/>
                </a:solidFill>
                <a:latin typeface="Aptos"/>
                <a:ea typeface="Aptos"/>
                <a:cs typeface="Aptos"/>
              </a:defRPr>
            </a:pPr>
            <a:r>
              <a:rPr sz="1050" b="1" dirty="0" err="1">
                <a:solidFill>
                  <a:srgbClr val="6C63FF"/>
                </a:solidFill>
                <a:latin typeface="Aptos"/>
                <a:ea typeface="Aptos"/>
                <a:cs typeface="Aptos"/>
              </a:rPr>
              <a:t>Notación</a:t>
            </a:r>
            <a:r>
              <a:rPr sz="1050" b="0" dirty="0">
                <a:solidFill>
                  <a:srgbClr val="667085"/>
                </a:solidFill>
                <a:latin typeface="Aptos"/>
                <a:ea typeface="Aptos"/>
                <a:cs typeface="Aptos"/>
              </a:rPr>
              <a:t> · H </a:t>
            </a:r>
            <a:r>
              <a:rPr sz="1050" b="0" dirty="0" err="1">
                <a:solidFill>
                  <a:srgbClr val="667085"/>
                </a:solidFill>
                <a:latin typeface="Aptos"/>
                <a:ea typeface="Aptos"/>
                <a:cs typeface="Aptos"/>
              </a:rPr>
              <a:t>incertidumbre</a:t>
            </a:r>
            <a:r>
              <a:rPr sz="1050" b="0" dirty="0">
                <a:solidFill>
                  <a:srgbClr val="667085"/>
                </a:solidFill>
                <a:latin typeface="Aptos"/>
                <a:ea typeface="Aptos"/>
                <a:cs typeface="Aptos"/>
              </a:rPr>
              <a:t> · I </a:t>
            </a:r>
            <a:r>
              <a:rPr sz="1050" b="0" dirty="0" err="1">
                <a:solidFill>
                  <a:srgbClr val="667085"/>
                </a:solidFill>
                <a:latin typeface="Aptos"/>
                <a:ea typeface="Aptos"/>
                <a:cs typeface="Aptos"/>
              </a:rPr>
              <a:t>información</a:t>
            </a:r>
            <a:r>
              <a:rPr sz="1050" b="0" dirty="0">
                <a:solidFill>
                  <a:srgbClr val="667085"/>
                </a:solidFill>
                <a:latin typeface="Aptos"/>
                <a:ea typeface="Aptos"/>
                <a:cs typeface="Aptos"/>
              </a:rPr>
              <a:t> </a:t>
            </a:r>
            <a:r>
              <a:rPr sz="1050" b="0" dirty="0" err="1">
                <a:solidFill>
                  <a:srgbClr val="667085"/>
                </a:solidFill>
                <a:latin typeface="Aptos"/>
                <a:ea typeface="Aptos"/>
                <a:cs typeface="Aptos"/>
              </a:rPr>
              <a:t>aportada</a:t>
            </a:r>
            <a:r>
              <a:rPr sz="1050" b="0" dirty="0">
                <a:solidFill>
                  <a:srgbClr val="667085"/>
                </a:solidFill>
                <a:latin typeface="Aptos"/>
                <a:ea typeface="Aptos"/>
                <a:cs typeface="Aptos"/>
              </a:rPr>
              <a:t> · X consulta · C </a:t>
            </a:r>
            <a:r>
              <a:rPr sz="1050" b="0" dirty="0" err="1">
                <a:solidFill>
                  <a:srgbClr val="667085"/>
                </a:solidFill>
                <a:latin typeface="Aptos"/>
                <a:ea typeface="Aptos"/>
                <a:cs typeface="Aptos"/>
              </a:rPr>
              <a:t>contexto</a:t>
            </a:r>
            <a:r>
              <a:rPr sz="1050" b="0" dirty="0">
                <a:solidFill>
                  <a:srgbClr val="667085"/>
                </a:solidFill>
                <a:latin typeface="Aptos"/>
                <a:ea typeface="Aptos"/>
                <a:cs typeface="Aptos"/>
              </a:rPr>
              <a:t> · Y</a:t>
            </a:r>
            <a:r>
              <a:rPr lang="es-PE" sz="1050" b="0" dirty="0">
                <a:solidFill>
                  <a:srgbClr val="667085"/>
                </a:solidFill>
                <a:latin typeface="Aptos"/>
                <a:ea typeface="Aptos"/>
                <a:cs typeface="Aptos"/>
              </a:rPr>
              <a:t>*</a:t>
            </a:r>
            <a:r>
              <a:rPr sz="1050" b="0" dirty="0">
                <a:solidFill>
                  <a:srgbClr val="667085"/>
                </a:solidFill>
                <a:latin typeface="Aptos"/>
                <a:ea typeface="Aptos"/>
                <a:cs typeface="Aptos"/>
              </a:rPr>
              <a:t> </a:t>
            </a:r>
            <a:r>
              <a:rPr sz="1050" b="0" dirty="0" err="1">
                <a:solidFill>
                  <a:srgbClr val="667085"/>
                </a:solidFill>
                <a:latin typeface="Aptos"/>
                <a:ea typeface="Aptos"/>
                <a:cs typeface="Aptos"/>
              </a:rPr>
              <a:t>respuesta</a:t>
            </a:r>
            <a:r>
              <a:rPr lang="es-PE" sz="1050" b="0" dirty="0">
                <a:solidFill>
                  <a:srgbClr val="667085"/>
                </a:solidFill>
                <a:latin typeface="Aptos"/>
                <a:ea typeface="Aptos"/>
                <a:cs typeface="Aptos"/>
              </a:rPr>
              <a:t> objetivo</a:t>
            </a:r>
            <a:endParaRPr sz="1050" b="0" dirty="0">
              <a:solidFill>
                <a:srgbClr val="667085"/>
              </a:solidFill>
              <a:latin typeface="Aptos"/>
              <a:ea typeface="Aptos"/>
              <a:cs typeface="Aptos"/>
            </a:endParaRPr>
          </a:p>
        </p:txBody>
      </p:sp>
      <p:sp>
        <p:nvSpPr>
          <p:cNvPr id="29" name="slide7-step1-surface">
            <a:extLst>
              <a:ext uri="{FF2B5EF4-FFF2-40B4-BE49-F238E27FC236}">
                <a16:creationId xmlns:a16="http://schemas.microsoft.com/office/drawing/2014/main" id="{96FB46D0-F217-C8DD-9E11-9DB7FF8CC926}"/>
              </a:ext>
            </a:extLst>
          </p:cNvPr>
          <p:cNvSpPr>
            <a:spLocks noGrp="1"/>
          </p:cNvSpPr>
          <p:nvPr/>
        </p:nvSpPr>
        <p:spPr>
          <a:xfrm>
            <a:off x="685800" y="1455737"/>
            <a:ext cx="1885950" cy="266700"/>
          </a:xfrm>
          <a:prstGeom prst="roundRect">
            <a:avLst>
              <a:gd name="adj" fmla="val 50000"/>
            </a:avLst>
          </a:prstGeom>
          <a:solidFill>
            <a:srgbClr val="EEECFF"/>
          </a:solidFill>
          <a:ln w="9525">
            <a:solidFill>
              <a:srgbClr val="6C63FF"/>
            </a:solidFill>
            <a:prstDash val="solid"/>
          </a:ln>
        </p:spPr>
        <p:txBody>
          <a:bodyPr/>
          <a:lstStyle/>
          <a:p>
            <a:endParaRPr/>
          </a:p>
        </p:txBody>
      </p:sp>
      <p:sp>
        <p:nvSpPr>
          <p:cNvPr id="31" name="slide7-step1">
            <a:extLst>
              <a:ext uri="{FF2B5EF4-FFF2-40B4-BE49-F238E27FC236}">
                <a16:creationId xmlns:a16="http://schemas.microsoft.com/office/drawing/2014/main" id="{2875F4B5-985C-9795-E5E3-1826E85EE568}"/>
              </a:ext>
            </a:extLst>
          </p:cNvPr>
          <p:cNvSpPr>
            <a:spLocks noGrp="1"/>
          </p:cNvSpPr>
          <p:nvPr/>
        </p:nvSpPr>
        <p:spPr>
          <a:xfrm>
            <a:off x="742950" y="1484312"/>
            <a:ext cx="1771650" cy="209550"/>
          </a:xfrm>
          <a:prstGeom prst="rect">
            <a:avLst/>
          </a:prstGeom>
          <a:noFill/>
          <a:ln w="0">
            <a:noFill/>
            <a:prstDash val="solid"/>
          </a:ln>
        </p:spPr>
        <p:txBody>
          <a:bodyPr wrap="square" lIns="28575" tIns="19050" rIns="28575" bIns="19050" anchor="ctr">
            <a:normAutofit/>
          </a:bodyPr>
          <a:lstStyle/>
          <a:p>
            <a:pPr algn="ctr">
              <a:lnSpc>
                <a:spcPct val="100000"/>
              </a:lnSpc>
              <a:buNone/>
              <a:defRPr sz="900" b="1">
                <a:solidFill>
                  <a:srgbClr val="6C63FF"/>
                </a:solidFill>
                <a:latin typeface="Aptos"/>
                <a:ea typeface="Aptos"/>
                <a:cs typeface="Aptos"/>
              </a:defRPr>
            </a:pPr>
            <a:r>
              <a:rPr sz="900" b="1" dirty="0">
                <a:solidFill>
                  <a:srgbClr val="6C63FF"/>
                </a:solidFill>
                <a:latin typeface="Aptos"/>
                <a:ea typeface="Aptos"/>
                <a:cs typeface="Aptos"/>
              </a:rPr>
              <a:t>1 · EFECTO DE AÑADIR C</a:t>
            </a:r>
          </a:p>
        </p:txBody>
      </p:sp>
      <p:sp>
        <p:nvSpPr>
          <p:cNvPr id="33" name="slide7-step1-explanation">
            <a:extLst>
              <a:ext uri="{FF2B5EF4-FFF2-40B4-BE49-F238E27FC236}">
                <a16:creationId xmlns:a16="http://schemas.microsoft.com/office/drawing/2014/main" id="{F7C2E1B2-5823-B5B3-6B77-7FC8BC6F54E5}"/>
              </a:ext>
            </a:extLst>
          </p:cNvPr>
          <p:cNvSpPr>
            <a:spLocks noGrp="1"/>
          </p:cNvSpPr>
          <p:nvPr/>
        </p:nvSpPr>
        <p:spPr>
          <a:xfrm>
            <a:off x="685800" y="2838450"/>
            <a:ext cx="5810250" cy="323850"/>
          </a:xfrm>
          <a:prstGeom prst="rect">
            <a:avLst/>
          </a:prstGeom>
          <a:noFill/>
          <a:ln w="0">
            <a:noFill/>
            <a:prstDash val="solid"/>
          </a:ln>
        </p:spPr>
        <p:txBody>
          <a:bodyPr wrap="square" lIns="28575" tIns="19050" rIns="28575" bIns="19050" anchor="ctr">
            <a:normAutofit/>
          </a:bodyPr>
          <a:lstStyle/>
          <a:p>
            <a:pPr algn="l">
              <a:lnSpc>
                <a:spcPct val="100000"/>
              </a:lnSpc>
              <a:buNone/>
              <a:defRPr sz="1125" b="0">
                <a:solidFill>
                  <a:srgbClr val="667085"/>
                </a:solidFill>
                <a:latin typeface="Aptos"/>
                <a:ea typeface="Aptos"/>
                <a:cs typeface="Aptos"/>
              </a:defRPr>
            </a:pPr>
            <a:r>
              <a:rPr sz="1125" b="0">
                <a:solidFill>
                  <a:srgbClr val="667085"/>
                </a:solidFill>
                <a:latin typeface="Aptos"/>
                <a:ea typeface="Aptos"/>
                <a:cs typeface="Aptos"/>
              </a:rPr>
              <a:t>La incertidumbre restante con contexto es menor o igual que sin contexto.</a:t>
            </a:r>
          </a:p>
        </p:txBody>
      </p:sp>
      <p:sp>
        <p:nvSpPr>
          <p:cNvPr id="35" name="slide7-effect-to-measure">
            <a:extLst>
              <a:ext uri="{FF2B5EF4-FFF2-40B4-BE49-F238E27FC236}">
                <a16:creationId xmlns:a16="http://schemas.microsoft.com/office/drawing/2014/main" id="{AE052659-9E6E-7F23-CC93-FCDB8AEED0C1}"/>
              </a:ext>
            </a:extLst>
          </p:cNvPr>
          <p:cNvSpPr>
            <a:spLocks noGrp="1"/>
          </p:cNvSpPr>
          <p:nvPr/>
        </p:nvSpPr>
        <p:spPr>
          <a:xfrm>
            <a:off x="3324225" y="3209925"/>
            <a:ext cx="323850" cy="285750"/>
          </a:xfrm>
          <a:prstGeom prst="downArrow">
            <a:avLst/>
          </a:prstGeom>
          <a:solidFill>
            <a:srgbClr val="B9C0D4"/>
          </a:solidFill>
          <a:ln w="9525">
            <a:solidFill>
              <a:srgbClr val="A5AEC4"/>
            </a:solidFill>
            <a:prstDash val="solid"/>
          </a:ln>
        </p:spPr>
        <p:txBody>
          <a:bodyPr/>
          <a:lstStyle/>
          <a:p>
            <a:endParaRPr/>
          </a:p>
        </p:txBody>
      </p:sp>
      <p:sp>
        <p:nvSpPr>
          <p:cNvPr id="37" name="slide7-step2-surface">
            <a:extLst>
              <a:ext uri="{FF2B5EF4-FFF2-40B4-BE49-F238E27FC236}">
                <a16:creationId xmlns:a16="http://schemas.microsoft.com/office/drawing/2014/main" id="{1A679665-0A75-B581-89CA-1E37063B335A}"/>
              </a:ext>
            </a:extLst>
          </p:cNvPr>
          <p:cNvSpPr>
            <a:spLocks noGrp="1"/>
          </p:cNvSpPr>
          <p:nvPr/>
        </p:nvSpPr>
        <p:spPr>
          <a:xfrm>
            <a:off x="685800" y="3459178"/>
            <a:ext cx="1866900" cy="266700"/>
          </a:xfrm>
          <a:prstGeom prst="roundRect">
            <a:avLst>
              <a:gd name="adj" fmla="val 50000"/>
            </a:avLst>
          </a:prstGeom>
          <a:solidFill>
            <a:srgbClr val="E3F9F6"/>
          </a:solidFill>
          <a:ln w="9525">
            <a:solidFill>
              <a:srgbClr val="168E83"/>
            </a:solidFill>
            <a:prstDash val="solid"/>
          </a:ln>
        </p:spPr>
        <p:txBody>
          <a:bodyPr/>
          <a:lstStyle/>
          <a:p>
            <a:endParaRPr/>
          </a:p>
        </p:txBody>
      </p:sp>
      <p:sp>
        <p:nvSpPr>
          <p:cNvPr id="39" name="slide7-step2">
            <a:extLst>
              <a:ext uri="{FF2B5EF4-FFF2-40B4-BE49-F238E27FC236}">
                <a16:creationId xmlns:a16="http://schemas.microsoft.com/office/drawing/2014/main" id="{0A72D632-84D8-6F5A-4DDA-DD618D8F1BDC}"/>
              </a:ext>
            </a:extLst>
          </p:cNvPr>
          <p:cNvSpPr>
            <a:spLocks noGrp="1"/>
          </p:cNvSpPr>
          <p:nvPr/>
        </p:nvSpPr>
        <p:spPr>
          <a:xfrm>
            <a:off x="742950" y="3487753"/>
            <a:ext cx="1752600" cy="209550"/>
          </a:xfrm>
          <a:prstGeom prst="rect">
            <a:avLst/>
          </a:prstGeom>
          <a:noFill/>
          <a:ln w="0">
            <a:noFill/>
            <a:prstDash val="solid"/>
          </a:ln>
        </p:spPr>
        <p:txBody>
          <a:bodyPr wrap="square" lIns="28575" tIns="19050" rIns="28575" bIns="19050" anchor="ctr">
            <a:normAutofit/>
          </a:bodyPr>
          <a:lstStyle/>
          <a:p>
            <a:pPr algn="ctr">
              <a:lnSpc>
                <a:spcPct val="100000"/>
              </a:lnSpc>
              <a:buNone/>
              <a:defRPr sz="900" b="1">
                <a:solidFill>
                  <a:srgbClr val="168E83"/>
                </a:solidFill>
                <a:latin typeface="Aptos"/>
                <a:ea typeface="Aptos"/>
                <a:cs typeface="Aptos"/>
              </a:defRPr>
            </a:pPr>
            <a:r>
              <a:rPr sz="900" b="1">
                <a:solidFill>
                  <a:srgbClr val="168E83"/>
                </a:solidFill>
                <a:latin typeface="Aptos"/>
                <a:ea typeface="Aptos"/>
                <a:cs typeface="Aptos"/>
              </a:rPr>
              <a:t>2 · MEDIR LA REDUCCIÓN</a:t>
            </a:r>
          </a:p>
        </p:txBody>
      </p:sp>
      <p:pic>
        <p:nvPicPr>
          <p:cNvPr id="4" name="Imagen 3">
            <a:extLst>
              <a:ext uri="{FF2B5EF4-FFF2-40B4-BE49-F238E27FC236}">
                <a16:creationId xmlns:a16="http://schemas.microsoft.com/office/drawing/2014/main" id="{44B1C61D-9A09-D27C-36B6-5D7FB31C18F1}"/>
              </a:ext>
            </a:extLst>
          </p:cNvPr>
          <p:cNvPicPr>
            <a:picLocks noChangeAspect="1"/>
          </p:cNvPicPr>
          <p:nvPr/>
        </p:nvPicPr>
        <p:blipFill>
          <a:blip r:embed="rId3"/>
          <a:stretch/>
        </p:blipFill>
        <p:spPr>
          <a:xfrm>
            <a:off x="1341330" y="2232440"/>
            <a:ext cx="3965790" cy="386519"/>
          </a:xfrm>
          <a:prstGeom prst="rect">
            <a:avLst/>
          </a:prstGeom>
        </p:spPr>
      </p:pic>
      <p:pic>
        <p:nvPicPr>
          <p:cNvPr id="8" name="Imagen 7">
            <a:extLst>
              <a:ext uri="{FF2B5EF4-FFF2-40B4-BE49-F238E27FC236}">
                <a16:creationId xmlns:a16="http://schemas.microsoft.com/office/drawing/2014/main" id="{29B6BABF-617D-A1A1-3CC5-FDE81B22D6A1}"/>
              </a:ext>
            </a:extLst>
          </p:cNvPr>
          <p:cNvPicPr>
            <a:picLocks noChangeAspect="1"/>
          </p:cNvPicPr>
          <p:nvPr/>
        </p:nvPicPr>
        <p:blipFill>
          <a:blip r:embed="rId4"/>
          <a:stretch/>
        </p:blipFill>
        <p:spPr>
          <a:xfrm>
            <a:off x="641929" y="4032526"/>
            <a:ext cx="6216071" cy="386519"/>
          </a:xfrm>
          <a:prstGeom prst="rect">
            <a:avLst/>
          </a:prstGeom>
        </p:spPr>
      </p:pic>
    </p:spTree>
    <p:extLst>
      <p:ext uri="{BB962C8B-B14F-4D97-AF65-F5344CB8AC3E}">
        <p14:creationId xmlns:p14="http://schemas.microsoft.com/office/powerpoint/2010/main" val="21815345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911495E-3901-D74D-8C6A-6DA366532C1E}"/>
              </a:ext>
            </a:extLst>
          </p:cNvPr>
          <p:cNvSpPr txBox="1"/>
          <p:nvPr/>
        </p:nvSpPr>
        <p:spPr>
          <a:xfrm>
            <a:off x="609600" y="330200"/>
            <a:ext cx="9144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RAG VS CONTEXT</a:t>
            </a:r>
          </a:p>
        </p:txBody>
      </p:sp>
      <p:sp>
        <p:nvSpPr>
          <p:cNvPr id="5" name="Rectángulo 4">
            <a:extLst>
              <a:ext uri="{FF2B5EF4-FFF2-40B4-BE49-F238E27FC236}">
                <a16:creationId xmlns:a16="http://schemas.microsoft.com/office/drawing/2014/main" id="{FDF6A992-2626-0D42-9600-C9C49B452B14}"/>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33" name="TextBox 2">
            <a:extLst>
              <a:ext uri="{FF2B5EF4-FFF2-40B4-BE49-F238E27FC236}">
                <a16:creationId xmlns:a16="http://schemas.microsoft.com/office/drawing/2014/main" id="{8BD898CE-4358-F339-64CC-2197976764FD}"/>
              </a:ext>
            </a:extLst>
          </p:cNvPr>
          <p:cNvSpPr>
            <a:spLocks noGrp="1"/>
          </p:cNvSpPr>
          <p:nvPr/>
        </p:nvSpPr>
        <p:spPr>
          <a:xfrm>
            <a:off x="685800" y="694944"/>
            <a:ext cx="10835640" cy="1097280"/>
          </a:xfrm>
          <a:prstGeom prst="rect">
            <a:avLst/>
          </a:prstGeom>
          <a:noFill/>
        </p:spPr>
        <p:txBody>
          <a:bodyPr wrap="square" lIns="0" tIns="0" rIns="0" bIns="0" anchor="ctr">
            <a:normAutofit/>
          </a:bodyPr>
          <a:lstStyle/>
          <a:p>
            <a:pPr algn="l">
              <a:lnSpc>
                <a:spcPct val="92000"/>
              </a:lnSpc>
              <a:buNone/>
              <a:defRPr sz="2775" b="1">
                <a:solidFill>
                  <a:srgbClr val="111827"/>
                </a:solidFill>
                <a:latin typeface="Aptos Display"/>
                <a:ea typeface="Aptos Display"/>
                <a:cs typeface="Aptos Display"/>
              </a:defRPr>
            </a:pPr>
            <a:r>
              <a:rPr sz="2775" b="1" dirty="0">
                <a:solidFill>
                  <a:srgbClr val="111827"/>
                </a:solidFill>
                <a:latin typeface="Aptos Display"/>
                <a:ea typeface="Aptos Display"/>
                <a:cs typeface="Aptos Display"/>
              </a:rPr>
              <a:t>RAG </a:t>
            </a:r>
            <a:r>
              <a:rPr sz="2775" b="1" dirty="0" err="1">
                <a:solidFill>
                  <a:srgbClr val="111827"/>
                </a:solidFill>
                <a:latin typeface="Aptos Display"/>
                <a:ea typeface="Aptos Display"/>
                <a:cs typeface="Aptos Display"/>
              </a:rPr>
              <a:t>recupera</a:t>
            </a:r>
            <a:r>
              <a:rPr sz="2775" b="1" dirty="0">
                <a:solidFill>
                  <a:srgbClr val="111827"/>
                </a:solidFill>
                <a:latin typeface="Aptos Display"/>
                <a:ea typeface="Aptos Display"/>
                <a:cs typeface="Aptos Display"/>
              </a:rPr>
              <a:t> </a:t>
            </a:r>
            <a:r>
              <a:rPr sz="2775" b="1" dirty="0" err="1">
                <a:solidFill>
                  <a:srgbClr val="111827"/>
                </a:solidFill>
                <a:latin typeface="Aptos Display"/>
                <a:ea typeface="Aptos Display"/>
                <a:cs typeface="Aptos Display"/>
              </a:rPr>
              <a:t>conocimiento</a:t>
            </a:r>
            <a:r>
              <a:rPr lang="es-PE" sz="2775" b="1" dirty="0">
                <a:solidFill>
                  <a:srgbClr val="111827"/>
                </a:solidFill>
                <a:latin typeface="Aptos Display"/>
                <a:ea typeface="Aptos Display"/>
                <a:cs typeface="Aptos Display"/>
              </a:rPr>
              <a:t>.</a:t>
            </a:r>
            <a:r>
              <a:rPr sz="2775" b="1" dirty="0">
                <a:solidFill>
                  <a:srgbClr val="111827"/>
                </a:solidFill>
                <a:latin typeface="Aptos Display"/>
                <a:ea typeface="Aptos Display"/>
                <a:cs typeface="Aptos Display"/>
              </a:rPr>
              <a:t> Context Engineering </a:t>
            </a:r>
            <a:r>
              <a:rPr sz="2775" b="1" dirty="0" err="1">
                <a:solidFill>
                  <a:srgbClr val="111827"/>
                </a:solidFill>
                <a:latin typeface="Aptos Display"/>
                <a:ea typeface="Aptos Display"/>
                <a:cs typeface="Aptos Display"/>
              </a:rPr>
              <a:t>orquesta</a:t>
            </a:r>
            <a:r>
              <a:rPr sz="2775" b="1" dirty="0">
                <a:solidFill>
                  <a:srgbClr val="111827"/>
                </a:solidFill>
                <a:latin typeface="Aptos Display"/>
                <a:ea typeface="Aptos Display"/>
                <a:cs typeface="Aptos Display"/>
              </a:rPr>
              <a:t> C</a:t>
            </a:r>
          </a:p>
        </p:txBody>
      </p:sp>
      <p:sp>
        <p:nvSpPr>
          <p:cNvPr id="35" name="Rectangle 3">
            <a:extLst>
              <a:ext uri="{FF2B5EF4-FFF2-40B4-BE49-F238E27FC236}">
                <a16:creationId xmlns:a16="http://schemas.microsoft.com/office/drawing/2014/main" id="{3DDD79BA-FC7D-13F7-84E5-E48FED59ECF2}"/>
              </a:ext>
            </a:extLst>
          </p:cNvPr>
          <p:cNvSpPr>
            <a:spLocks noGrp="1"/>
          </p:cNvSpPr>
          <p:nvPr/>
        </p:nvSpPr>
        <p:spPr>
          <a:xfrm>
            <a:off x="685800" y="1463040"/>
            <a:ext cx="10817352" cy="10972"/>
          </a:xfrm>
          <a:prstGeom prst="rect">
            <a:avLst/>
          </a:prstGeom>
          <a:solidFill>
            <a:srgbClr val="D9DEE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Rectángulo: esquinas redondeadas 36">
            <a:extLst>
              <a:ext uri="{FF2B5EF4-FFF2-40B4-BE49-F238E27FC236}">
                <a16:creationId xmlns:a16="http://schemas.microsoft.com/office/drawing/2014/main" id="{96C1804D-3378-8F77-E04D-74F3111D1041}"/>
              </a:ext>
            </a:extLst>
          </p:cNvPr>
          <p:cNvSpPr>
            <a:spLocks noGrp="1"/>
          </p:cNvSpPr>
          <p:nvPr/>
        </p:nvSpPr>
        <p:spPr>
          <a:xfrm>
            <a:off x="685800" y="1809750"/>
            <a:ext cx="5048250" cy="3676650"/>
          </a:xfrm>
          <a:prstGeom prst="roundRect">
            <a:avLst>
              <a:gd name="adj" fmla="val 4145"/>
            </a:avLst>
          </a:prstGeom>
          <a:solidFill>
            <a:srgbClr val="F3F5FA"/>
          </a:solidFill>
          <a:ln w="9525">
            <a:solidFill>
              <a:srgbClr val="D9DEEA"/>
            </a:solidFill>
            <a:prstDash val="solid"/>
          </a:ln>
        </p:spPr>
        <p:txBody>
          <a:bodyPr/>
          <a:lstStyle/>
          <a:p>
            <a:endParaRPr lang="es-PE"/>
          </a:p>
        </p:txBody>
      </p:sp>
      <p:sp>
        <p:nvSpPr>
          <p:cNvPr id="39" name="Rectángulo 38">
            <a:extLst>
              <a:ext uri="{FF2B5EF4-FFF2-40B4-BE49-F238E27FC236}">
                <a16:creationId xmlns:a16="http://schemas.microsoft.com/office/drawing/2014/main" id="{D1212A4E-FA7D-820F-3B91-C89C00EB6128}"/>
              </a:ext>
            </a:extLst>
          </p:cNvPr>
          <p:cNvSpPr>
            <a:spLocks noGrp="1"/>
          </p:cNvSpPr>
          <p:nvPr/>
        </p:nvSpPr>
        <p:spPr>
          <a:xfrm>
            <a:off x="933450" y="2038350"/>
            <a:ext cx="1143000" cy="304800"/>
          </a:xfrm>
          <a:prstGeom prst="rect">
            <a:avLst/>
          </a:prstGeom>
          <a:noFill/>
          <a:ln w="0">
            <a:noFill/>
            <a:prstDash val="solid"/>
          </a:ln>
        </p:spPr>
        <p:txBody>
          <a:bodyPr wrap="square" lIns="19050" tIns="19050" rIns="19050" bIns="19050" anchor="t">
            <a:normAutofit/>
          </a:bodyPr>
          <a:lstStyle/>
          <a:p>
            <a:pPr algn="l">
              <a:lnSpc>
                <a:spcPct val="100000"/>
              </a:lnSpc>
              <a:buNone/>
              <a:defRPr sz="1650" b="1">
                <a:solidFill>
                  <a:srgbClr val="6C63FF"/>
                </a:solidFill>
                <a:latin typeface="Aptos"/>
                <a:ea typeface="Aptos"/>
                <a:cs typeface="Aptos"/>
              </a:defRPr>
            </a:pPr>
            <a:r>
              <a:rPr sz="1650" b="1">
                <a:solidFill>
                  <a:srgbClr val="6C63FF"/>
                </a:solidFill>
                <a:latin typeface="Aptos"/>
                <a:ea typeface="Aptos"/>
                <a:cs typeface="Aptos"/>
              </a:rPr>
              <a:t>RAG</a:t>
            </a:r>
          </a:p>
        </p:txBody>
      </p:sp>
      <p:sp>
        <p:nvSpPr>
          <p:cNvPr id="41" name="Rectángulo: esquinas redondeadas 40">
            <a:extLst>
              <a:ext uri="{FF2B5EF4-FFF2-40B4-BE49-F238E27FC236}">
                <a16:creationId xmlns:a16="http://schemas.microsoft.com/office/drawing/2014/main" id="{AB3F5F1F-441B-5EE9-E32B-A351EE4B8E91}"/>
              </a:ext>
            </a:extLst>
          </p:cNvPr>
          <p:cNvSpPr>
            <a:spLocks noGrp="1"/>
          </p:cNvSpPr>
          <p:nvPr/>
        </p:nvSpPr>
        <p:spPr>
          <a:xfrm>
            <a:off x="933450" y="2571750"/>
            <a:ext cx="4552950" cy="704850"/>
          </a:xfrm>
          <a:prstGeom prst="roundRect">
            <a:avLst>
              <a:gd name="adj" fmla="val 16216"/>
            </a:avLst>
          </a:prstGeom>
          <a:solidFill>
            <a:srgbClr val="FFFFFF"/>
          </a:solidFill>
          <a:ln w="9525">
            <a:solidFill>
              <a:srgbClr val="D9DEEA"/>
            </a:solidFill>
            <a:prstDash val="solid"/>
          </a:ln>
        </p:spPr>
        <p:txBody>
          <a:bodyPr/>
          <a:lstStyle/>
          <a:p>
            <a:endParaRPr lang="es-PE"/>
          </a:p>
        </p:txBody>
      </p:sp>
      <p:pic>
        <p:nvPicPr>
          <p:cNvPr id="43" name="Imagen 42">
            <a:extLst>
              <a:ext uri="{FF2B5EF4-FFF2-40B4-BE49-F238E27FC236}">
                <a16:creationId xmlns:a16="http://schemas.microsoft.com/office/drawing/2014/main" id="{D9F46BE0-650C-0744-07B4-E3F2A62D1DCB}"/>
              </a:ext>
            </a:extLst>
          </p:cNvPr>
          <p:cNvPicPr>
            <a:picLocks noChangeAspect="1"/>
          </p:cNvPicPr>
          <p:nvPr/>
        </p:nvPicPr>
        <p:blipFill>
          <a:blip r:embed="rId3"/>
          <a:stretch/>
        </p:blipFill>
        <p:spPr>
          <a:xfrm>
            <a:off x="1549464" y="2760545"/>
            <a:ext cx="3320921" cy="392294"/>
          </a:xfrm>
          <a:prstGeom prst="rect">
            <a:avLst/>
          </a:prstGeom>
        </p:spPr>
      </p:pic>
      <p:sp>
        <p:nvSpPr>
          <p:cNvPr id="45" name="Rectángulo 44">
            <a:extLst>
              <a:ext uri="{FF2B5EF4-FFF2-40B4-BE49-F238E27FC236}">
                <a16:creationId xmlns:a16="http://schemas.microsoft.com/office/drawing/2014/main" id="{86B37DE8-0E4D-56B3-97F0-7342283C9C26}"/>
              </a:ext>
            </a:extLst>
          </p:cNvPr>
          <p:cNvSpPr>
            <a:spLocks noGrp="1"/>
          </p:cNvSpPr>
          <p:nvPr/>
        </p:nvSpPr>
        <p:spPr>
          <a:xfrm>
            <a:off x="990600" y="3638550"/>
            <a:ext cx="4438650" cy="914400"/>
          </a:xfrm>
          <a:prstGeom prst="rect">
            <a:avLst/>
          </a:prstGeom>
          <a:noFill/>
          <a:ln w="0">
            <a:noFill/>
            <a:prstDash val="solid"/>
          </a:ln>
        </p:spPr>
        <p:txBody>
          <a:bodyPr wrap="square" lIns="19050" tIns="19050" rIns="19050" bIns="19050" anchor="t">
            <a:normAutofit/>
          </a:bodyPr>
          <a:lstStyle/>
          <a:p>
            <a:pPr algn="l">
              <a:lnSpc>
                <a:spcPct val="108000"/>
              </a:lnSpc>
              <a:buNone/>
              <a:defRPr sz="1425" b="0">
                <a:solidFill>
                  <a:srgbClr val="667085"/>
                </a:solidFill>
                <a:latin typeface="Aptos"/>
                <a:ea typeface="Aptos"/>
                <a:cs typeface="Aptos"/>
              </a:defRPr>
            </a:pPr>
            <a:r>
              <a:rPr sz="1425" b="0" dirty="0">
                <a:solidFill>
                  <a:schemeClr val="tx1">
                    <a:lumMod val="85000"/>
                    <a:lumOff val="15000"/>
                  </a:schemeClr>
                </a:solidFill>
                <a:latin typeface="Aptos"/>
                <a:ea typeface="Aptos"/>
                <a:cs typeface="Aptos"/>
              </a:rPr>
              <a:t>Su </a:t>
            </a:r>
            <a:r>
              <a:rPr sz="1425" b="0" dirty="0" err="1">
                <a:solidFill>
                  <a:schemeClr val="tx1">
                    <a:lumMod val="85000"/>
                    <a:lumOff val="15000"/>
                  </a:schemeClr>
                </a:solidFill>
                <a:latin typeface="Aptos"/>
                <a:ea typeface="Aptos"/>
                <a:cs typeface="Aptos"/>
              </a:rPr>
              <a:t>función</a:t>
            </a:r>
            <a:r>
              <a:rPr sz="1425" b="0" dirty="0">
                <a:solidFill>
                  <a:schemeClr val="tx1">
                    <a:lumMod val="85000"/>
                    <a:lumOff val="15000"/>
                  </a:schemeClr>
                </a:solidFill>
                <a:latin typeface="Aptos"/>
                <a:ea typeface="Aptos"/>
                <a:cs typeface="Aptos"/>
              </a:rPr>
              <a:t> principal es </a:t>
            </a:r>
            <a:r>
              <a:rPr sz="1425" b="0" dirty="0" err="1">
                <a:solidFill>
                  <a:schemeClr val="tx1">
                    <a:lumMod val="85000"/>
                    <a:lumOff val="15000"/>
                  </a:schemeClr>
                </a:solidFill>
                <a:latin typeface="Aptos"/>
                <a:ea typeface="Aptos"/>
                <a:cs typeface="Aptos"/>
              </a:rPr>
              <a:t>recuperar</a:t>
            </a:r>
            <a:r>
              <a:rPr sz="1425" b="0" dirty="0">
                <a:solidFill>
                  <a:schemeClr val="tx1">
                    <a:lumMod val="85000"/>
                    <a:lumOff val="15000"/>
                  </a:schemeClr>
                </a:solidFill>
                <a:latin typeface="Aptos"/>
                <a:ea typeface="Aptos"/>
                <a:cs typeface="Aptos"/>
              </a:rPr>
              <a:t> </a:t>
            </a:r>
            <a:r>
              <a:rPr sz="1425" b="0" dirty="0" err="1">
                <a:solidFill>
                  <a:schemeClr val="tx1">
                    <a:lumMod val="85000"/>
                    <a:lumOff val="15000"/>
                  </a:schemeClr>
                </a:solidFill>
                <a:latin typeface="Aptos"/>
                <a:ea typeface="Aptos"/>
                <a:cs typeface="Aptos"/>
              </a:rPr>
              <a:t>conocimiento</a:t>
            </a:r>
            <a:r>
              <a:rPr sz="1425" b="0" dirty="0">
                <a:solidFill>
                  <a:schemeClr val="tx1">
                    <a:lumMod val="85000"/>
                    <a:lumOff val="15000"/>
                  </a:schemeClr>
                </a:solidFill>
                <a:latin typeface="Aptos"/>
                <a:ea typeface="Aptos"/>
                <a:cs typeface="Aptos"/>
              </a:rPr>
              <a:t> </a:t>
            </a:r>
            <a:r>
              <a:rPr sz="1425" b="0" dirty="0" err="1">
                <a:solidFill>
                  <a:schemeClr val="tx1">
                    <a:lumMod val="85000"/>
                    <a:lumOff val="15000"/>
                  </a:schemeClr>
                </a:solidFill>
                <a:latin typeface="Aptos"/>
                <a:ea typeface="Aptos"/>
                <a:cs typeface="Aptos"/>
              </a:rPr>
              <a:t>externo</a:t>
            </a:r>
            <a:r>
              <a:rPr sz="1425" b="0" dirty="0">
                <a:solidFill>
                  <a:schemeClr val="tx1">
                    <a:lumMod val="85000"/>
                    <a:lumOff val="15000"/>
                  </a:schemeClr>
                </a:solidFill>
                <a:latin typeface="Aptos"/>
                <a:ea typeface="Aptos"/>
                <a:cs typeface="Aptos"/>
              </a:rPr>
              <a:t> </a:t>
            </a:r>
            <a:r>
              <a:rPr sz="1425" b="0" dirty="0" err="1">
                <a:solidFill>
                  <a:schemeClr val="tx1">
                    <a:lumMod val="85000"/>
                    <a:lumOff val="15000"/>
                  </a:schemeClr>
                </a:solidFill>
                <a:latin typeface="Aptos"/>
                <a:ea typeface="Aptos"/>
                <a:cs typeface="Aptos"/>
              </a:rPr>
              <a:t>relevante</a:t>
            </a:r>
            <a:r>
              <a:rPr sz="1425" b="0" dirty="0">
                <a:solidFill>
                  <a:schemeClr val="tx1">
                    <a:lumMod val="85000"/>
                    <a:lumOff val="15000"/>
                  </a:schemeClr>
                </a:solidFill>
                <a:latin typeface="Aptos"/>
                <a:ea typeface="Aptos"/>
                <a:cs typeface="Aptos"/>
              </a:rPr>
              <a:t> para la consulta.</a:t>
            </a:r>
          </a:p>
        </p:txBody>
      </p:sp>
      <p:sp>
        <p:nvSpPr>
          <p:cNvPr id="47" name="Rectángulo: esquinas redondeadas 46">
            <a:extLst>
              <a:ext uri="{FF2B5EF4-FFF2-40B4-BE49-F238E27FC236}">
                <a16:creationId xmlns:a16="http://schemas.microsoft.com/office/drawing/2014/main" id="{2E9FC7B5-9968-5B1D-9C39-38C448866D79}"/>
              </a:ext>
            </a:extLst>
          </p:cNvPr>
          <p:cNvSpPr>
            <a:spLocks noGrp="1"/>
          </p:cNvSpPr>
          <p:nvPr/>
        </p:nvSpPr>
        <p:spPr>
          <a:xfrm>
            <a:off x="6153150" y="1809750"/>
            <a:ext cx="5353050" cy="3676650"/>
          </a:xfrm>
          <a:prstGeom prst="roundRect">
            <a:avLst>
              <a:gd name="adj" fmla="val 4145"/>
            </a:avLst>
          </a:prstGeom>
          <a:solidFill>
            <a:srgbClr val="EEECFF"/>
          </a:solidFill>
          <a:ln w="13335">
            <a:solidFill>
              <a:srgbClr val="6C63FF"/>
            </a:solidFill>
            <a:prstDash val="solid"/>
          </a:ln>
        </p:spPr>
        <p:txBody>
          <a:bodyPr/>
          <a:lstStyle/>
          <a:p>
            <a:endParaRPr lang="es-PE"/>
          </a:p>
        </p:txBody>
      </p:sp>
      <p:sp>
        <p:nvSpPr>
          <p:cNvPr id="49" name="Rectángulo 48">
            <a:extLst>
              <a:ext uri="{FF2B5EF4-FFF2-40B4-BE49-F238E27FC236}">
                <a16:creationId xmlns:a16="http://schemas.microsoft.com/office/drawing/2014/main" id="{42AF4F83-A7F1-A8AE-453D-774E9E04F616}"/>
              </a:ext>
            </a:extLst>
          </p:cNvPr>
          <p:cNvSpPr>
            <a:spLocks noGrp="1"/>
          </p:cNvSpPr>
          <p:nvPr/>
        </p:nvSpPr>
        <p:spPr>
          <a:xfrm>
            <a:off x="6400800" y="2038350"/>
            <a:ext cx="3143250" cy="304800"/>
          </a:xfrm>
          <a:prstGeom prst="rect">
            <a:avLst/>
          </a:prstGeom>
          <a:noFill/>
          <a:ln w="0">
            <a:noFill/>
            <a:prstDash val="solid"/>
          </a:ln>
        </p:spPr>
        <p:txBody>
          <a:bodyPr wrap="square" lIns="19050" tIns="19050" rIns="19050" bIns="19050" anchor="t">
            <a:normAutofit/>
          </a:bodyPr>
          <a:lstStyle/>
          <a:p>
            <a:pPr algn="l">
              <a:lnSpc>
                <a:spcPct val="100000"/>
              </a:lnSpc>
              <a:buNone/>
              <a:defRPr sz="1650" b="1">
                <a:solidFill>
                  <a:srgbClr val="33D6C8"/>
                </a:solidFill>
                <a:latin typeface="Aptos"/>
                <a:ea typeface="Aptos"/>
                <a:cs typeface="Aptos"/>
              </a:defRPr>
            </a:pPr>
            <a:r>
              <a:rPr sz="1650" b="1">
                <a:solidFill>
                  <a:srgbClr val="33D6C8"/>
                </a:solidFill>
                <a:latin typeface="Aptos"/>
                <a:ea typeface="Aptos"/>
                <a:cs typeface="Aptos"/>
              </a:rPr>
              <a:t>CONTEXT ENGINEERING</a:t>
            </a:r>
          </a:p>
        </p:txBody>
      </p:sp>
      <p:sp>
        <p:nvSpPr>
          <p:cNvPr id="51" name="Rectángulo: esquinas redondeadas 50">
            <a:extLst>
              <a:ext uri="{FF2B5EF4-FFF2-40B4-BE49-F238E27FC236}">
                <a16:creationId xmlns:a16="http://schemas.microsoft.com/office/drawing/2014/main" id="{3DD39119-0D03-F0B5-FB7D-13A80A92D142}"/>
              </a:ext>
            </a:extLst>
          </p:cNvPr>
          <p:cNvSpPr>
            <a:spLocks noGrp="1"/>
          </p:cNvSpPr>
          <p:nvPr/>
        </p:nvSpPr>
        <p:spPr>
          <a:xfrm>
            <a:off x="6400800" y="2571750"/>
            <a:ext cx="4857750" cy="971550"/>
          </a:xfrm>
          <a:prstGeom prst="roundRect">
            <a:avLst>
              <a:gd name="adj" fmla="val 11765"/>
            </a:avLst>
          </a:prstGeom>
          <a:solidFill>
            <a:srgbClr val="FFFFFF"/>
          </a:solidFill>
          <a:ln w="9525">
            <a:solidFill>
              <a:srgbClr val="D7D2FF"/>
            </a:solidFill>
            <a:prstDash val="solid"/>
          </a:ln>
        </p:spPr>
        <p:txBody>
          <a:bodyPr/>
          <a:lstStyle/>
          <a:p>
            <a:endParaRPr lang="es-PE"/>
          </a:p>
        </p:txBody>
      </p:sp>
      <p:pic>
        <p:nvPicPr>
          <p:cNvPr id="53" name="Imagen 52">
            <a:extLst>
              <a:ext uri="{FF2B5EF4-FFF2-40B4-BE49-F238E27FC236}">
                <a16:creationId xmlns:a16="http://schemas.microsoft.com/office/drawing/2014/main" id="{3D43F925-15B1-6B7E-5CA3-2E114A6D944D}"/>
              </a:ext>
            </a:extLst>
          </p:cNvPr>
          <p:cNvPicPr>
            <a:picLocks noChangeAspect="1"/>
          </p:cNvPicPr>
          <p:nvPr/>
        </p:nvPicPr>
        <p:blipFill>
          <a:blip r:embed="rId4">
            <a:biLevel thresh="50000"/>
          </a:blip>
          <a:stretch/>
        </p:blipFill>
        <p:spPr>
          <a:xfrm>
            <a:off x="6553200" y="2892488"/>
            <a:ext cx="4552950" cy="330073"/>
          </a:xfrm>
          <a:prstGeom prst="rect">
            <a:avLst/>
          </a:prstGeom>
        </p:spPr>
      </p:pic>
      <p:sp>
        <p:nvSpPr>
          <p:cNvPr id="55" name="Rectángulo 54">
            <a:extLst>
              <a:ext uri="{FF2B5EF4-FFF2-40B4-BE49-F238E27FC236}">
                <a16:creationId xmlns:a16="http://schemas.microsoft.com/office/drawing/2014/main" id="{4FB85F76-3074-B4B9-4C1F-AD33152EBADB}"/>
              </a:ext>
            </a:extLst>
          </p:cNvPr>
          <p:cNvSpPr>
            <a:spLocks noGrp="1"/>
          </p:cNvSpPr>
          <p:nvPr/>
        </p:nvSpPr>
        <p:spPr>
          <a:xfrm>
            <a:off x="6457950" y="3867150"/>
            <a:ext cx="4743450" cy="990600"/>
          </a:xfrm>
          <a:prstGeom prst="rect">
            <a:avLst/>
          </a:prstGeom>
          <a:noFill/>
          <a:ln w="0">
            <a:noFill/>
            <a:prstDash val="solid"/>
          </a:ln>
        </p:spPr>
        <p:txBody>
          <a:bodyPr wrap="square" lIns="19050" tIns="19050" rIns="19050" bIns="19050" anchor="t">
            <a:normAutofit/>
          </a:bodyPr>
          <a:lstStyle/>
          <a:p>
            <a:pPr algn="l">
              <a:lnSpc>
                <a:spcPct val="108000"/>
              </a:lnSpc>
              <a:buNone/>
              <a:defRPr sz="1425" b="0">
                <a:solidFill>
                  <a:srgbClr val="111827"/>
                </a:solidFill>
                <a:latin typeface="Aptos"/>
                <a:ea typeface="Aptos"/>
                <a:cs typeface="Aptos"/>
              </a:defRPr>
            </a:pPr>
            <a:r>
              <a:rPr sz="1425" b="0" dirty="0">
                <a:solidFill>
                  <a:schemeClr val="tx1">
                    <a:lumMod val="85000"/>
                    <a:lumOff val="15000"/>
                  </a:schemeClr>
                </a:solidFill>
                <a:latin typeface="Aptos"/>
                <a:ea typeface="Aptos"/>
                <a:cs typeface="Aptos"/>
              </a:rPr>
              <a:t>Orquesta </a:t>
            </a:r>
            <a:r>
              <a:rPr sz="1425" b="0" dirty="0" err="1">
                <a:solidFill>
                  <a:schemeClr val="tx1">
                    <a:lumMod val="85000"/>
                    <a:lumOff val="15000"/>
                  </a:schemeClr>
                </a:solidFill>
                <a:latin typeface="Aptos"/>
                <a:ea typeface="Aptos"/>
                <a:cs typeface="Aptos"/>
              </a:rPr>
              <a:t>recuperación</a:t>
            </a:r>
            <a:r>
              <a:rPr sz="1425" b="0" dirty="0">
                <a:solidFill>
                  <a:schemeClr val="tx1">
                    <a:lumMod val="85000"/>
                    <a:lumOff val="15000"/>
                  </a:schemeClr>
                </a:solidFill>
                <a:latin typeface="Aptos"/>
                <a:ea typeface="Aptos"/>
                <a:cs typeface="Aptos"/>
              </a:rPr>
              <a:t>, </a:t>
            </a:r>
            <a:r>
              <a:rPr sz="1425" b="0" dirty="0" err="1">
                <a:solidFill>
                  <a:schemeClr val="tx1">
                    <a:lumMod val="85000"/>
                    <a:lumOff val="15000"/>
                  </a:schemeClr>
                </a:solidFill>
                <a:latin typeface="Aptos"/>
                <a:ea typeface="Aptos"/>
                <a:cs typeface="Aptos"/>
              </a:rPr>
              <a:t>instrucciones</a:t>
            </a:r>
            <a:r>
              <a:rPr sz="1425" b="0" dirty="0">
                <a:solidFill>
                  <a:schemeClr val="tx1">
                    <a:lumMod val="85000"/>
                    <a:lumOff val="15000"/>
                  </a:schemeClr>
                </a:solidFill>
                <a:latin typeface="Aptos"/>
                <a:ea typeface="Aptos"/>
                <a:cs typeface="Aptos"/>
              </a:rPr>
              <a:t>, </a:t>
            </a:r>
            <a:r>
              <a:rPr sz="1425" b="0" dirty="0" err="1">
                <a:solidFill>
                  <a:schemeClr val="tx1">
                    <a:lumMod val="85000"/>
                    <a:lumOff val="15000"/>
                  </a:schemeClr>
                </a:solidFill>
                <a:latin typeface="Aptos"/>
                <a:ea typeface="Aptos"/>
                <a:cs typeface="Aptos"/>
              </a:rPr>
              <a:t>herramientas</a:t>
            </a:r>
            <a:r>
              <a:rPr sz="1425" b="0" dirty="0">
                <a:solidFill>
                  <a:schemeClr val="tx1">
                    <a:lumMod val="85000"/>
                    <a:lumOff val="15000"/>
                  </a:schemeClr>
                </a:solidFill>
                <a:latin typeface="Aptos"/>
                <a:ea typeface="Aptos"/>
                <a:cs typeface="Aptos"/>
              </a:rPr>
              <a:t>, memoria, </a:t>
            </a:r>
            <a:r>
              <a:rPr sz="1425" b="0" dirty="0" err="1">
                <a:solidFill>
                  <a:schemeClr val="tx1">
                    <a:lumMod val="85000"/>
                    <a:lumOff val="15000"/>
                  </a:schemeClr>
                </a:solidFill>
                <a:latin typeface="Aptos"/>
                <a:ea typeface="Aptos"/>
                <a:cs typeface="Aptos"/>
              </a:rPr>
              <a:t>estado</a:t>
            </a:r>
            <a:r>
              <a:rPr sz="1425" b="0" dirty="0">
                <a:solidFill>
                  <a:schemeClr val="tx1">
                    <a:lumMod val="85000"/>
                    <a:lumOff val="15000"/>
                  </a:schemeClr>
                </a:solidFill>
                <a:latin typeface="Aptos"/>
                <a:ea typeface="Aptos"/>
                <a:cs typeface="Aptos"/>
              </a:rPr>
              <a:t> y consulta bajo </a:t>
            </a:r>
            <a:r>
              <a:rPr sz="1425" b="0" dirty="0" err="1">
                <a:solidFill>
                  <a:schemeClr val="tx1">
                    <a:lumMod val="85000"/>
                    <a:lumOff val="15000"/>
                  </a:schemeClr>
                </a:solidFill>
                <a:latin typeface="Aptos"/>
                <a:ea typeface="Aptos"/>
                <a:cs typeface="Aptos"/>
              </a:rPr>
              <a:t>una</a:t>
            </a:r>
            <a:r>
              <a:rPr sz="1425" b="0" dirty="0">
                <a:solidFill>
                  <a:schemeClr val="tx1">
                    <a:lumMod val="85000"/>
                    <a:lumOff val="15000"/>
                  </a:schemeClr>
                </a:solidFill>
                <a:latin typeface="Aptos"/>
                <a:ea typeface="Aptos"/>
                <a:cs typeface="Aptos"/>
              </a:rPr>
              <a:t> </a:t>
            </a:r>
            <a:r>
              <a:rPr sz="1425" b="0" dirty="0" err="1">
                <a:solidFill>
                  <a:schemeClr val="tx1">
                    <a:lumMod val="85000"/>
                    <a:lumOff val="15000"/>
                  </a:schemeClr>
                </a:solidFill>
                <a:latin typeface="Aptos"/>
                <a:ea typeface="Aptos"/>
                <a:cs typeface="Aptos"/>
              </a:rPr>
              <a:t>función</a:t>
            </a:r>
            <a:r>
              <a:rPr sz="1425" b="0" dirty="0">
                <a:solidFill>
                  <a:schemeClr val="tx1">
                    <a:lumMod val="85000"/>
                    <a:lumOff val="15000"/>
                  </a:schemeClr>
                </a:solidFill>
                <a:latin typeface="Aptos"/>
                <a:ea typeface="Aptos"/>
                <a:cs typeface="Aptos"/>
              </a:rPr>
              <a:t> </a:t>
            </a:r>
            <a:r>
              <a:rPr sz="1425" b="0" dirty="0" err="1">
                <a:solidFill>
                  <a:schemeClr val="tx1">
                    <a:lumMod val="85000"/>
                    <a:lumOff val="15000"/>
                  </a:schemeClr>
                </a:solidFill>
                <a:latin typeface="Aptos"/>
                <a:ea typeface="Aptos"/>
                <a:cs typeface="Aptos"/>
              </a:rPr>
              <a:t>objetivo</a:t>
            </a:r>
            <a:r>
              <a:rPr sz="1425" b="0" dirty="0">
                <a:solidFill>
                  <a:schemeClr val="tx1">
                    <a:lumMod val="85000"/>
                    <a:lumOff val="15000"/>
                  </a:schemeClr>
                </a:solidFill>
                <a:latin typeface="Aptos"/>
                <a:ea typeface="Aptos"/>
                <a:cs typeface="Aptos"/>
              </a:rPr>
              <a:t>.</a:t>
            </a:r>
          </a:p>
        </p:txBody>
      </p:sp>
      <p:sp>
        <p:nvSpPr>
          <p:cNvPr id="57" name="Rectángulo 56">
            <a:extLst>
              <a:ext uri="{FF2B5EF4-FFF2-40B4-BE49-F238E27FC236}">
                <a16:creationId xmlns:a16="http://schemas.microsoft.com/office/drawing/2014/main" id="{64BB4517-296F-CF7E-B3EF-B32543B11B23}"/>
              </a:ext>
            </a:extLst>
          </p:cNvPr>
          <p:cNvSpPr>
            <a:spLocks noGrp="1"/>
          </p:cNvSpPr>
          <p:nvPr/>
        </p:nvSpPr>
        <p:spPr>
          <a:xfrm>
            <a:off x="1714500" y="5781675"/>
            <a:ext cx="8763000" cy="304800"/>
          </a:xfrm>
          <a:prstGeom prst="rect">
            <a:avLst/>
          </a:prstGeom>
          <a:noFill/>
          <a:ln w="0">
            <a:noFill/>
            <a:prstDash val="solid"/>
          </a:ln>
        </p:spPr>
        <p:txBody>
          <a:bodyPr wrap="square" lIns="19050" tIns="19050" rIns="19050" bIns="19050" anchor="t">
            <a:normAutofit/>
          </a:bodyPr>
          <a:lstStyle/>
          <a:p>
            <a:pPr algn="ctr">
              <a:lnSpc>
                <a:spcPct val="100000"/>
              </a:lnSpc>
              <a:buNone/>
              <a:defRPr sz="1500" b="1">
                <a:solidFill>
                  <a:srgbClr val="6C63FF"/>
                </a:solidFill>
                <a:latin typeface="Aptos"/>
                <a:ea typeface="Aptos"/>
                <a:cs typeface="Aptos"/>
              </a:defRPr>
            </a:pPr>
            <a:r>
              <a:rPr sz="1500" b="1" dirty="0">
                <a:solidFill>
                  <a:schemeClr val="tx1">
                    <a:lumMod val="85000"/>
                    <a:lumOff val="15000"/>
                  </a:schemeClr>
                </a:solidFill>
                <a:latin typeface="Aptos"/>
                <a:ea typeface="Aptos"/>
                <a:cs typeface="Aptos"/>
              </a:rPr>
              <a:t>RAG </a:t>
            </a:r>
            <a:r>
              <a:rPr sz="1500" b="1" dirty="0" err="1">
                <a:solidFill>
                  <a:schemeClr val="tx1">
                    <a:lumMod val="85000"/>
                    <a:lumOff val="15000"/>
                  </a:schemeClr>
                </a:solidFill>
                <a:latin typeface="Aptos"/>
                <a:ea typeface="Aptos"/>
                <a:cs typeface="Aptos"/>
              </a:rPr>
              <a:t>llena</a:t>
            </a:r>
            <a:r>
              <a:rPr sz="1500" b="1" dirty="0">
                <a:solidFill>
                  <a:schemeClr val="tx1">
                    <a:lumMod val="85000"/>
                    <a:lumOff val="15000"/>
                  </a:schemeClr>
                </a:solidFill>
                <a:latin typeface="Aptos"/>
                <a:ea typeface="Aptos"/>
                <a:cs typeface="Aptos"/>
              </a:rPr>
              <a:t> </a:t>
            </a:r>
            <a:r>
              <a:rPr sz="1500" b="1" dirty="0" err="1">
                <a:solidFill>
                  <a:schemeClr val="tx1">
                    <a:lumMod val="85000"/>
                    <a:lumOff val="15000"/>
                  </a:schemeClr>
                </a:solidFill>
                <a:latin typeface="Aptos"/>
                <a:ea typeface="Aptos"/>
                <a:cs typeface="Aptos"/>
              </a:rPr>
              <a:t>una</a:t>
            </a:r>
            <a:r>
              <a:rPr sz="1500" b="1" dirty="0">
                <a:solidFill>
                  <a:schemeClr val="tx1">
                    <a:lumMod val="85000"/>
                    <a:lumOff val="15000"/>
                  </a:schemeClr>
                </a:solidFill>
                <a:latin typeface="Aptos"/>
                <a:ea typeface="Aptos"/>
                <a:cs typeface="Aptos"/>
              </a:rPr>
              <a:t> </a:t>
            </a:r>
            <a:r>
              <a:rPr sz="1500" b="1" dirty="0" err="1">
                <a:solidFill>
                  <a:schemeClr val="tx1">
                    <a:lumMod val="85000"/>
                    <a:lumOff val="15000"/>
                  </a:schemeClr>
                </a:solidFill>
                <a:latin typeface="Aptos"/>
                <a:ea typeface="Aptos"/>
                <a:cs typeface="Aptos"/>
              </a:rPr>
              <a:t>parte</a:t>
            </a:r>
            <a:r>
              <a:rPr sz="1500" b="1" dirty="0">
                <a:solidFill>
                  <a:schemeClr val="tx1">
                    <a:lumMod val="85000"/>
                    <a:lumOff val="15000"/>
                  </a:schemeClr>
                </a:solidFill>
                <a:latin typeface="Aptos"/>
                <a:ea typeface="Aptos"/>
                <a:cs typeface="Aptos"/>
              </a:rPr>
              <a:t> de C</a:t>
            </a:r>
            <a:r>
              <a:rPr lang="es-PE" sz="1500" b="1" dirty="0">
                <a:solidFill>
                  <a:schemeClr val="tx1">
                    <a:lumMod val="85000"/>
                    <a:lumOff val="15000"/>
                  </a:schemeClr>
                </a:solidFill>
                <a:latin typeface="Aptos"/>
                <a:ea typeface="Aptos"/>
                <a:cs typeface="Aptos"/>
              </a:rPr>
              <a:t>.</a:t>
            </a:r>
            <a:r>
              <a:rPr sz="1500" b="1" dirty="0">
                <a:solidFill>
                  <a:schemeClr val="tx1">
                    <a:lumMod val="85000"/>
                    <a:lumOff val="15000"/>
                  </a:schemeClr>
                </a:solidFill>
                <a:latin typeface="Aptos"/>
                <a:ea typeface="Aptos"/>
                <a:cs typeface="Aptos"/>
              </a:rPr>
              <a:t> Context Engineering </a:t>
            </a:r>
            <a:r>
              <a:rPr sz="1500" b="1" dirty="0" err="1">
                <a:solidFill>
                  <a:schemeClr val="tx1">
                    <a:lumMod val="85000"/>
                    <a:lumOff val="15000"/>
                  </a:schemeClr>
                </a:solidFill>
                <a:latin typeface="Aptos"/>
                <a:ea typeface="Aptos"/>
                <a:cs typeface="Aptos"/>
              </a:rPr>
              <a:t>gobierna</a:t>
            </a:r>
            <a:r>
              <a:rPr sz="1500" b="1" dirty="0">
                <a:solidFill>
                  <a:schemeClr val="tx1">
                    <a:lumMod val="85000"/>
                    <a:lumOff val="15000"/>
                  </a:schemeClr>
                </a:solidFill>
                <a:latin typeface="Aptos"/>
                <a:ea typeface="Aptos"/>
                <a:cs typeface="Aptos"/>
              </a:rPr>
              <a:t> el conjunto.</a:t>
            </a:r>
          </a:p>
        </p:txBody>
      </p:sp>
      <p:sp>
        <p:nvSpPr>
          <p:cNvPr id="4" name="CuadroTexto 3">
            <a:extLst>
              <a:ext uri="{FF2B5EF4-FFF2-40B4-BE49-F238E27FC236}">
                <a16:creationId xmlns:a16="http://schemas.microsoft.com/office/drawing/2014/main" id="{DF44FF98-56CD-30D3-AA55-3614202CB404}"/>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Fuentes: Mei et al.: “</a:t>
            </a:r>
            <a:r>
              <a:rPr lang="en-US" sz="630" dirty="0">
                <a:solidFill>
                  <a:srgbClr val="8A94A4"/>
                </a:solidFill>
                <a:latin typeface="Aptos"/>
              </a:rPr>
              <a:t>A Survey of Context Engineering for Large Language Models</a:t>
            </a:r>
            <a:r>
              <a:rPr lang="es-US" sz="630" dirty="0">
                <a:solidFill>
                  <a:srgbClr val="8A94A4"/>
                </a:solidFill>
                <a:latin typeface="Aptos"/>
              </a:rPr>
              <a:t>”.</a:t>
            </a:r>
          </a:p>
        </p:txBody>
      </p:sp>
    </p:spTree>
    <p:extLst>
      <p:ext uri="{BB962C8B-B14F-4D97-AF65-F5344CB8AC3E}">
        <p14:creationId xmlns:p14="http://schemas.microsoft.com/office/powerpoint/2010/main" val="1451065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EC2F4-065F-4E68-4A15-3C7E9AE7F866}"/>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0E9E5967-4BF3-378C-6031-7E86D229CD54}"/>
              </a:ext>
            </a:extLst>
          </p:cNvPr>
          <p:cNvSpPr txBox="1"/>
          <p:nvPr/>
        </p:nvSpPr>
        <p:spPr>
          <a:xfrm>
            <a:off x="609600" y="330200"/>
            <a:ext cx="9144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MODELAMIENTO PROBABILÍSTICO DE RAG</a:t>
            </a:r>
          </a:p>
        </p:txBody>
      </p:sp>
      <p:sp>
        <p:nvSpPr>
          <p:cNvPr id="5" name="Rectángulo 4">
            <a:extLst>
              <a:ext uri="{FF2B5EF4-FFF2-40B4-BE49-F238E27FC236}">
                <a16:creationId xmlns:a16="http://schemas.microsoft.com/office/drawing/2014/main" id="{D1486132-21D9-1682-FD97-6EB8EA8ECB1B}"/>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91" name="CuadroTexto 90">
            <a:extLst>
              <a:ext uri="{FF2B5EF4-FFF2-40B4-BE49-F238E27FC236}">
                <a16:creationId xmlns:a16="http://schemas.microsoft.com/office/drawing/2014/main" id="{F8AADC3E-DCF8-AB80-7A62-DCF56CCC133D}"/>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 </a:t>
            </a:r>
            <a:r>
              <a:rPr lang="es-US" sz="630" dirty="0" err="1">
                <a:solidFill>
                  <a:srgbClr val="8A94A4"/>
                </a:solidFill>
                <a:latin typeface="Aptos"/>
              </a:rPr>
              <a:t>Gusseppe</a:t>
            </a:r>
            <a:r>
              <a:rPr lang="es-US" sz="630" dirty="0">
                <a:solidFill>
                  <a:srgbClr val="8A94A4"/>
                </a:solidFill>
                <a:latin typeface="Aptos"/>
              </a:rPr>
              <a:t> Bravo: “</a:t>
            </a:r>
            <a:r>
              <a:rPr lang="es-MX" sz="630" dirty="0">
                <a:solidFill>
                  <a:srgbClr val="8A94A4"/>
                </a:solidFill>
                <a:latin typeface="Aptos"/>
              </a:rPr>
              <a:t>Clase 2: Procesamiento de lenguaje natural y representación del conocimiento</a:t>
            </a:r>
            <a:r>
              <a:rPr lang="es-US" sz="630" dirty="0">
                <a:solidFill>
                  <a:srgbClr val="8A94A4"/>
                </a:solidFill>
                <a:latin typeface="Aptos"/>
              </a:rPr>
              <a:t>”.</a:t>
            </a:r>
          </a:p>
        </p:txBody>
      </p:sp>
      <p:pic>
        <p:nvPicPr>
          <p:cNvPr id="4" name="Picture 4">
            <a:extLst>
              <a:ext uri="{FF2B5EF4-FFF2-40B4-BE49-F238E27FC236}">
                <a16:creationId xmlns:a16="http://schemas.microsoft.com/office/drawing/2014/main" id="{F59BFCCF-32A0-6D87-4ED4-11E6BB3C72F8}"/>
              </a:ext>
            </a:extLst>
          </p:cNvPr>
          <p:cNvPicPr>
            <a:picLocks noChangeAspect="1"/>
          </p:cNvPicPr>
          <p:nvPr/>
        </p:nvPicPr>
        <p:blipFill>
          <a:blip r:embed="rId3"/>
          <a:stretch>
            <a:fillRect/>
          </a:stretch>
        </p:blipFill>
        <p:spPr>
          <a:xfrm>
            <a:off x="685800" y="1718843"/>
            <a:ext cx="10817352" cy="3786073"/>
          </a:xfrm>
          <a:prstGeom prst="rect">
            <a:avLst/>
          </a:prstGeom>
        </p:spPr>
      </p:pic>
      <p:sp>
        <p:nvSpPr>
          <p:cNvPr id="7" name="TextBox 2">
            <a:extLst>
              <a:ext uri="{FF2B5EF4-FFF2-40B4-BE49-F238E27FC236}">
                <a16:creationId xmlns:a16="http://schemas.microsoft.com/office/drawing/2014/main" id="{E1B7EB5A-41C1-5D08-710A-1ACB810410CE}"/>
              </a:ext>
            </a:extLst>
          </p:cNvPr>
          <p:cNvSpPr>
            <a:spLocks noGrp="1"/>
          </p:cNvSpPr>
          <p:nvPr/>
        </p:nvSpPr>
        <p:spPr>
          <a:xfrm>
            <a:off x="685800" y="1133627"/>
            <a:ext cx="10835640" cy="585216"/>
          </a:xfrm>
          <a:prstGeom prst="rect">
            <a:avLst/>
          </a:prstGeom>
          <a:noFill/>
        </p:spPr>
        <p:txBody>
          <a:bodyPr wrap="square" lIns="0" tIns="0" rIns="0" bIns="0" anchor="ctr">
            <a:spAutoFit/>
          </a:bodyPr>
          <a:lstStyle/>
          <a:p>
            <a:pPr algn="l">
              <a:buNone/>
            </a:pPr>
            <a:r>
              <a:rPr sz="3400" b="1" dirty="0">
                <a:solidFill>
                  <a:srgbClr val="101526"/>
                </a:solidFill>
                <a:latin typeface="Aptos Display"/>
                <a:ea typeface="Aptos Display"/>
                <a:cs typeface="Aptos Display"/>
              </a:rPr>
              <a:t>RAG </a:t>
            </a:r>
            <a:r>
              <a:rPr sz="3400" b="1" dirty="0" err="1">
                <a:solidFill>
                  <a:srgbClr val="101526"/>
                </a:solidFill>
                <a:latin typeface="Aptos Display"/>
                <a:ea typeface="Aptos Display"/>
                <a:cs typeface="Aptos Display"/>
              </a:rPr>
              <a:t>recupera</a:t>
            </a:r>
            <a:r>
              <a:rPr sz="3400" b="1" dirty="0">
                <a:solidFill>
                  <a:srgbClr val="101526"/>
                </a:solidFill>
                <a:latin typeface="Aptos Display"/>
                <a:ea typeface="Aptos Display"/>
                <a:cs typeface="Aptos Display"/>
              </a:rPr>
              <a:t> </a:t>
            </a:r>
            <a:r>
              <a:rPr sz="3400" b="1" dirty="0" err="1">
                <a:solidFill>
                  <a:srgbClr val="101526"/>
                </a:solidFill>
                <a:latin typeface="Aptos Display"/>
                <a:ea typeface="Aptos Display"/>
                <a:cs typeface="Aptos Display"/>
              </a:rPr>
              <a:t>evidencia</a:t>
            </a:r>
            <a:r>
              <a:rPr sz="3400" b="1" dirty="0">
                <a:solidFill>
                  <a:srgbClr val="101526"/>
                </a:solidFill>
                <a:latin typeface="Aptos Display"/>
                <a:ea typeface="Aptos Display"/>
                <a:cs typeface="Aptos Display"/>
              </a:rPr>
              <a:t> antes de </a:t>
            </a:r>
            <a:r>
              <a:rPr sz="3400" b="1" dirty="0" err="1">
                <a:solidFill>
                  <a:srgbClr val="101526"/>
                </a:solidFill>
                <a:latin typeface="Aptos Display"/>
                <a:ea typeface="Aptos Display"/>
                <a:cs typeface="Aptos Display"/>
              </a:rPr>
              <a:t>generar</a:t>
            </a:r>
            <a:r>
              <a:rPr sz="3400" b="1" dirty="0">
                <a:solidFill>
                  <a:srgbClr val="101526"/>
                </a:solidFill>
                <a:latin typeface="Aptos Display"/>
                <a:ea typeface="Aptos Display"/>
                <a:cs typeface="Aptos Display"/>
              </a:rPr>
              <a:t> la </a:t>
            </a:r>
            <a:r>
              <a:rPr sz="3400" b="1" dirty="0" err="1">
                <a:solidFill>
                  <a:srgbClr val="101526"/>
                </a:solidFill>
                <a:latin typeface="Aptos Display"/>
                <a:ea typeface="Aptos Display"/>
                <a:cs typeface="Aptos Display"/>
              </a:rPr>
              <a:t>respuesta</a:t>
            </a:r>
            <a:endParaRPr sz="3400" b="1" dirty="0">
              <a:solidFill>
                <a:srgbClr val="101526"/>
              </a:solidFill>
              <a:latin typeface="Aptos Display"/>
              <a:ea typeface="Aptos Display"/>
              <a:cs typeface="Aptos Display"/>
            </a:endParaRPr>
          </a:p>
        </p:txBody>
      </p:sp>
      <p:sp>
        <p:nvSpPr>
          <p:cNvPr id="9" name="TextBox 5">
            <a:extLst>
              <a:ext uri="{FF2B5EF4-FFF2-40B4-BE49-F238E27FC236}">
                <a16:creationId xmlns:a16="http://schemas.microsoft.com/office/drawing/2014/main" id="{D7D893E9-88D9-A654-DBA7-2C8489F9361C}"/>
              </a:ext>
            </a:extLst>
          </p:cNvPr>
          <p:cNvSpPr>
            <a:spLocks noGrp="1"/>
          </p:cNvSpPr>
          <p:nvPr/>
        </p:nvSpPr>
        <p:spPr>
          <a:xfrm>
            <a:off x="685800" y="5760720"/>
            <a:ext cx="10817352" cy="594360"/>
          </a:xfrm>
          <a:prstGeom prst="rect">
            <a:avLst/>
          </a:prstGeom>
          <a:noFill/>
        </p:spPr>
        <p:txBody>
          <a:bodyPr wrap="square" lIns="0" tIns="0" rIns="0" bIns="0" anchor="ctr">
            <a:spAutoFit/>
          </a:bodyPr>
          <a:lstStyle/>
          <a:p>
            <a:pPr algn="ctr">
              <a:buNone/>
            </a:pPr>
            <a:r>
              <a:rPr sz="1400" b="0" dirty="0">
                <a:solidFill>
                  <a:srgbClr val="60687C"/>
                </a:solidFill>
                <a:latin typeface="Aptos"/>
                <a:ea typeface="Aptos"/>
                <a:cs typeface="Aptos"/>
              </a:rPr>
              <a:t>El </a:t>
            </a:r>
            <a:r>
              <a:rPr sz="1400" b="0" dirty="0" err="1">
                <a:solidFill>
                  <a:srgbClr val="60687C"/>
                </a:solidFill>
                <a:latin typeface="Aptos"/>
                <a:ea typeface="Aptos"/>
                <a:cs typeface="Aptos"/>
              </a:rPr>
              <a:t>sistema</a:t>
            </a:r>
            <a:r>
              <a:rPr sz="1400" b="0" dirty="0">
                <a:solidFill>
                  <a:srgbClr val="60687C"/>
                </a:solidFill>
                <a:latin typeface="Aptos"/>
                <a:ea typeface="Aptos"/>
                <a:cs typeface="Aptos"/>
              </a:rPr>
              <a:t> </a:t>
            </a:r>
            <a:r>
              <a:rPr sz="1400" b="0" dirty="0" err="1">
                <a:solidFill>
                  <a:srgbClr val="60687C"/>
                </a:solidFill>
                <a:latin typeface="Aptos"/>
                <a:ea typeface="Aptos"/>
                <a:cs typeface="Aptos"/>
              </a:rPr>
              <a:t>marginaliza</a:t>
            </a:r>
            <a:r>
              <a:rPr sz="1400" b="0" dirty="0">
                <a:solidFill>
                  <a:srgbClr val="60687C"/>
                </a:solidFill>
                <a:latin typeface="Aptos"/>
                <a:ea typeface="Aptos"/>
                <a:cs typeface="Aptos"/>
              </a:rPr>
              <a:t> </a:t>
            </a:r>
            <a:r>
              <a:rPr sz="1400" b="0" dirty="0" err="1">
                <a:solidFill>
                  <a:srgbClr val="60687C"/>
                </a:solidFill>
                <a:latin typeface="Aptos"/>
                <a:ea typeface="Aptos"/>
                <a:cs typeface="Aptos"/>
              </a:rPr>
              <a:t>documentos</a:t>
            </a:r>
            <a:r>
              <a:rPr sz="1400" b="0" dirty="0">
                <a:solidFill>
                  <a:srgbClr val="60687C"/>
                </a:solidFill>
                <a:latin typeface="Aptos"/>
                <a:ea typeface="Aptos"/>
                <a:cs typeface="Aptos"/>
              </a:rPr>
              <a:t> </a:t>
            </a:r>
            <a:r>
              <a:rPr sz="1400" b="0" dirty="0" err="1">
                <a:solidFill>
                  <a:srgbClr val="60687C"/>
                </a:solidFill>
                <a:latin typeface="Aptos"/>
                <a:ea typeface="Aptos"/>
                <a:cs typeface="Aptos"/>
              </a:rPr>
              <a:t>recuperados</a:t>
            </a:r>
            <a:r>
              <a:rPr sz="1400" b="0" dirty="0">
                <a:solidFill>
                  <a:srgbClr val="60687C"/>
                </a:solidFill>
                <a:latin typeface="Aptos"/>
                <a:ea typeface="Aptos"/>
                <a:cs typeface="Aptos"/>
              </a:rPr>
              <a:t> y genera la </a:t>
            </a:r>
            <a:r>
              <a:rPr sz="1400" b="0" dirty="0" err="1">
                <a:solidFill>
                  <a:srgbClr val="60687C"/>
                </a:solidFill>
                <a:latin typeface="Aptos"/>
                <a:ea typeface="Aptos"/>
                <a:cs typeface="Aptos"/>
              </a:rPr>
              <a:t>respuesta</a:t>
            </a:r>
            <a:r>
              <a:rPr sz="1400" b="0" dirty="0">
                <a:solidFill>
                  <a:srgbClr val="60687C"/>
                </a:solidFill>
                <a:latin typeface="Aptos"/>
                <a:ea typeface="Aptos"/>
                <a:cs typeface="Aptos"/>
              </a:rPr>
              <a:t> </a:t>
            </a:r>
            <a:r>
              <a:rPr sz="1400" b="0" dirty="0" err="1">
                <a:solidFill>
                  <a:srgbClr val="60687C"/>
                </a:solidFill>
                <a:latin typeface="Aptos"/>
                <a:ea typeface="Aptos"/>
                <a:cs typeface="Aptos"/>
              </a:rPr>
              <a:t>condicionada</a:t>
            </a:r>
            <a:r>
              <a:rPr sz="1400" b="0" dirty="0">
                <a:solidFill>
                  <a:srgbClr val="60687C"/>
                </a:solidFill>
                <a:latin typeface="Aptos"/>
                <a:ea typeface="Aptos"/>
                <a:cs typeface="Aptos"/>
              </a:rPr>
              <a:t> a la </a:t>
            </a:r>
            <a:r>
              <a:rPr sz="1400" b="0" dirty="0" err="1">
                <a:solidFill>
                  <a:srgbClr val="60687C"/>
                </a:solidFill>
                <a:latin typeface="Aptos"/>
                <a:ea typeface="Aptos"/>
                <a:cs typeface="Aptos"/>
              </a:rPr>
              <a:t>evidencia</a:t>
            </a:r>
            <a:r>
              <a:rPr sz="1400" b="0" dirty="0">
                <a:solidFill>
                  <a:srgbClr val="60687C"/>
                </a:solidFill>
                <a:latin typeface="Aptos"/>
                <a:ea typeface="Aptos"/>
                <a:cs typeface="Aptos"/>
              </a:rPr>
              <a:t>.</a:t>
            </a:r>
          </a:p>
        </p:txBody>
      </p:sp>
    </p:spTree>
    <p:extLst>
      <p:ext uri="{BB962C8B-B14F-4D97-AF65-F5344CB8AC3E}">
        <p14:creationId xmlns:p14="http://schemas.microsoft.com/office/powerpoint/2010/main" val="35944006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F3D6DEF9-7B76-C34F-AFBB-C225F405669E}"/>
              </a:ext>
            </a:extLst>
          </p:cNvPr>
          <p:cNvSpPr txBox="1"/>
          <p:nvPr/>
        </p:nvSpPr>
        <p:spPr>
          <a:xfrm>
            <a:off x="609600" y="330200"/>
            <a:ext cx="9144000" cy="482600"/>
          </a:xfrm>
          <a:prstGeom prst="rect">
            <a:avLst/>
          </a:prstGeom>
          <a:noFill/>
        </p:spPr>
        <p:txBody>
          <a:bodyPr vertOverflow="overflow" vert="horz" wrap="square" rtlCol="0" anchor="t" anchorCtr="0">
            <a:normAutofit/>
          </a:bodyPr>
          <a:lstStyle/>
          <a:p>
            <a:pPr algn="l"/>
            <a:r>
              <a:rPr lang="es-US" sz="2400" b="1" dirty="0">
                <a:solidFill>
                  <a:srgbClr val="34445A"/>
                </a:solidFill>
                <a:latin typeface="Aptos"/>
              </a:rPr>
              <a:t>CHAIN-OF-THOUGHT</a:t>
            </a:r>
          </a:p>
        </p:txBody>
      </p:sp>
      <p:sp>
        <p:nvSpPr>
          <p:cNvPr id="13" name="Rectángulo 12">
            <a:extLst>
              <a:ext uri="{FF2B5EF4-FFF2-40B4-BE49-F238E27FC236}">
                <a16:creationId xmlns:a16="http://schemas.microsoft.com/office/drawing/2014/main" id="{068F9AAC-EB18-3645-9C56-03ABB501FD1B}"/>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5" name="Rectángulo 44">
            <a:extLst>
              <a:ext uri="{FF2B5EF4-FFF2-40B4-BE49-F238E27FC236}">
                <a16:creationId xmlns:a16="http://schemas.microsoft.com/office/drawing/2014/main" id="{115FE009-29ED-A1A4-0264-935EDE451CBA}"/>
              </a:ext>
            </a:extLst>
          </p:cNvPr>
          <p:cNvSpPr/>
          <p:nvPr/>
        </p:nvSpPr>
        <p:spPr>
          <a:xfrm>
            <a:off x="1123632" y="5680379"/>
            <a:ext cx="9804529" cy="565859"/>
          </a:xfrm>
          <a:prstGeom prst="rect">
            <a:avLst/>
          </a:prstGeom>
          <a:solidFill>
            <a:srgbClr val="263447"/>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7" name="CuadroTexto 46">
            <a:extLst>
              <a:ext uri="{FF2B5EF4-FFF2-40B4-BE49-F238E27FC236}">
                <a16:creationId xmlns:a16="http://schemas.microsoft.com/office/drawing/2014/main" id="{D5BD5080-C398-BFC1-A698-950DC9AE013D}"/>
              </a:ext>
            </a:extLst>
          </p:cNvPr>
          <p:cNvSpPr txBox="1"/>
          <p:nvPr/>
        </p:nvSpPr>
        <p:spPr>
          <a:xfrm>
            <a:off x="1673672" y="5761871"/>
            <a:ext cx="8704450" cy="319268"/>
          </a:xfrm>
          <a:prstGeom prst="rect">
            <a:avLst/>
          </a:prstGeom>
          <a:noFill/>
        </p:spPr>
        <p:txBody>
          <a:bodyPr vertOverflow="overflow" vert="horz" wrap="square" rtlCol="0" anchor="t" anchorCtr="0">
            <a:noAutofit/>
          </a:bodyPr>
          <a:lstStyle/>
          <a:p>
            <a:pPr algn="l"/>
            <a:r>
              <a:rPr lang="es-MX" sz="1600" b="1" dirty="0">
                <a:solidFill>
                  <a:srgbClr val="FFFFFF"/>
                </a:solidFill>
                <a:latin typeface="Aptos"/>
              </a:rPr>
              <a:t>Recomendación: </a:t>
            </a:r>
            <a:r>
              <a:rPr lang="es-PE" sz="1600" b="1" dirty="0">
                <a:solidFill>
                  <a:srgbClr val="FFFFFF"/>
                </a:solidFill>
                <a:latin typeface="Aptos"/>
              </a:rPr>
              <a:t>Generar un razonamiento antes de la respuesta final del agente.</a:t>
            </a:r>
            <a:endParaRPr lang="es-US" sz="1600" b="1" dirty="0">
              <a:solidFill>
                <a:srgbClr val="FFFFFF"/>
              </a:solidFill>
              <a:latin typeface="Aptos"/>
            </a:endParaRPr>
          </a:p>
        </p:txBody>
      </p:sp>
      <p:sp>
        <p:nvSpPr>
          <p:cNvPr id="5" name="CuadroTexto 4">
            <a:extLst>
              <a:ext uri="{FF2B5EF4-FFF2-40B4-BE49-F238E27FC236}">
                <a16:creationId xmlns:a16="http://schemas.microsoft.com/office/drawing/2014/main" id="{58849A9F-A085-A9D6-6549-A424833B9FB1}"/>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n-US" sz="800" dirty="0">
                <a:solidFill>
                  <a:srgbClr val="64748B"/>
                </a:solidFill>
                <a:latin typeface="Aptos"/>
                <a:ea typeface="Aptos"/>
                <a:cs typeface="Aptos"/>
              </a:rPr>
              <a:t>Wei et al. (2022), Chain-of-Thought Prompting Elicits Reasoning in Large Language Models</a:t>
            </a:r>
            <a:endParaRPr lang="es-US" sz="630" dirty="0">
              <a:solidFill>
                <a:srgbClr val="8A94A4"/>
              </a:solidFill>
              <a:latin typeface="Aptos"/>
            </a:endParaRPr>
          </a:p>
        </p:txBody>
      </p:sp>
      <p:sp>
        <p:nvSpPr>
          <p:cNvPr id="7" name="rev-75">
            <a:extLst>
              <a:ext uri="{FF2B5EF4-FFF2-40B4-BE49-F238E27FC236}">
                <a16:creationId xmlns:a16="http://schemas.microsoft.com/office/drawing/2014/main" id="{03172406-BC40-3A73-8369-B701EFB969FB}"/>
              </a:ext>
            </a:extLst>
          </p:cNvPr>
          <p:cNvSpPr>
            <a:spLocks noGrp="1"/>
          </p:cNvSpPr>
          <p:nvPr/>
        </p:nvSpPr>
        <p:spPr>
          <a:xfrm>
            <a:off x="685800" y="1162050"/>
            <a:ext cx="10763250" cy="914400"/>
          </a:xfrm>
          <a:prstGeom prst="rect">
            <a:avLst/>
          </a:prstGeom>
          <a:noFill/>
          <a:ln w="0">
            <a:noFill/>
          </a:ln>
        </p:spPr>
        <p:txBody>
          <a:bodyPr wrap="square" lIns="0" tIns="0" rIns="0" bIns="0" anchor="ctr">
            <a:noAutofit/>
          </a:bodyPr>
          <a:lstStyle/>
          <a:p>
            <a:pPr algn="l">
              <a:lnSpc>
                <a:spcPct val="105000"/>
              </a:lnSpc>
              <a:buNone/>
              <a:defRPr sz="2625" b="1">
                <a:solidFill>
                  <a:srgbClr val="101526"/>
                </a:solidFill>
                <a:latin typeface="Aptos"/>
                <a:ea typeface="Aptos"/>
                <a:cs typeface="Aptos"/>
              </a:defRPr>
            </a:pPr>
            <a:r>
              <a:rPr sz="2625" b="1">
                <a:solidFill>
                  <a:srgbClr val="101526"/>
                </a:solidFill>
                <a:latin typeface="Aptos"/>
                <a:ea typeface="Aptos"/>
                <a:cs typeface="Aptos"/>
              </a:rPr>
              <a:t>El razonamiento intermedio condiciona la respuesta</a:t>
            </a:r>
          </a:p>
        </p:txBody>
      </p:sp>
      <p:pic>
        <p:nvPicPr>
          <p:cNvPr id="11" name="Imagen 10">
            <a:extLst>
              <a:ext uri="{FF2B5EF4-FFF2-40B4-BE49-F238E27FC236}">
                <a16:creationId xmlns:a16="http://schemas.microsoft.com/office/drawing/2014/main" id="{B7FF4B66-3997-8DBE-553D-D635C9962EF5}"/>
              </a:ext>
            </a:extLst>
          </p:cNvPr>
          <p:cNvPicPr>
            <a:picLocks noChangeAspect="1"/>
          </p:cNvPicPr>
          <p:nvPr/>
        </p:nvPicPr>
        <p:blipFill>
          <a:blip r:embed="rId3"/>
          <a:stretch/>
        </p:blipFill>
        <p:spPr>
          <a:xfrm>
            <a:off x="2822790" y="2513437"/>
            <a:ext cx="6470220" cy="354750"/>
          </a:xfrm>
          <a:prstGeom prst="rect">
            <a:avLst/>
          </a:prstGeom>
        </p:spPr>
      </p:pic>
      <p:sp>
        <p:nvSpPr>
          <p:cNvPr id="16" name="rev-76">
            <a:extLst>
              <a:ext uri="{FF2B5EF4-FFF2-40B4-BE49-F238E27FC236}">
                <a16:creationId xmlns:a16="http://schemas.microsoft.com/office/drawing/2014/main" id="{6EDB22A7-FA00-EB9C-64E7-DBA4CB933B24}"/>
              </a:ext>
            </a:extLst>
          </p:cNvPr>
          <p:cNvSpPr>
            <a:spLocks noGrp="1"/>
          </p:cNvSpPr>
          <p:nvPr/>
        </p:nvSpPr>
        <p:spPr>
          <a:xfrm>
            <a:off x="685800" y="3429000"/>
            <a:ext cx="5219700" cy="1866900"/>
          </a:xfrm>
          <a:prstGeom prst="roundRect">
            <a:avLst>
              <a:gd name="adj" fmla="val 4082"/>
            </a:avLst>
          </a:prstGeom>
          <a:solidFill>
            <a:srgbClr val="E3F9F7"/>
          </a:solidFill>
          <a:ln w="9525">
            <a:solidFill>
              <a:srgbClr val="00ADB8"/>
            </a:solidFill>
          </a:ln>
        </p:spPr>
        <p:txBody>
          <a:bodyPr/>
          <a:lstStyle/>
          <a:p>
            <a:endParaRPr lang="es-PE"/>
          </a:p>
        </p:txBody>
      </p:sp>
      <p:sp>
        <p:nvSpPr>
          <p:cNvPr id="19" name="rev-77">
            <a:extLst>
              <a:ext uri="{FF2B5EF4-FFF2-40B4-BE49-F238E27FC236}">
                <a16:creationId xmlns:a16="http://schemas.microsoft.com/office/drawing/2014/main" id="{F4DC6A8A-28E2-32DF-AE5E-8091B08A7C86}"/>
              </a:ext>
            </a:extLst>
          </p:cNvPr>
          <p:cNvSpPr>
            <a:spLocks noGrp="1"/>
          </p:cNvSpPr>
          <p:nvPr/>
        </p:nvSpPr>
        <p:spPr>
          <a:xfrm>
            <a:off x="914400" y="3571875"/>
            <a:ext cx="4762500" cy="314325"/>
          </a:xfrm>
          <a:prstGeom prst="rect">
            <a:avLst/>
          </a:prstGeom>
          <a:noFill/>
          <a:ln w="0">
            <a:noFill/>
          </a:ln>
        </p:spPr>
        <p:txBody>
          <a:bodyPr wrap="square" lIns="0" tIns="0" rIns="0" bIns="0" anchor="ctr">
            <a:noAutofit/>
          </a:bodyPr>
          <a:lstStyle/>
          <a:p>
            <a:pPr algn="l">
              <a:lnSpc>
                <a:spcPct val="105000"/>
              </a:lnSpc>
              <a:buNone/>
              <a:defRPr sz="1575" b="1">
                <a:solidFill>
                  <a:srgbClr val="00ADB8"/>
                </a:solidFill>
                <a:latin typeface="Aptos"/>
                <a:ea typeface="Aptos"/>
                <a:cs typeface="Aptos"/>
              </a:defRPr>
            </a:pPr>
            <a:r>
              <a:rPr sz="1575" b="1">
                <a:solidFill>
                  <a:srgbClr val="00ADB8"/>
                </a:solidFill>
                <a:latin typeface="Aptos"/>
                <a:ea typeface="Aptos"/>
                <a:cs typeface="Aptos"/>
              </a:rPr>
              <a:t>QUÉ REPRESENTA</a:t>
            </a:r>
          </a:p>
        </p:txBody>
      </p:sp>
      <p:sp>
        <p:nvSpPr>
          <p:cNvPr id="21" name="rev-78">
            <a:extLst>
              <a:ext uri="{FF2B5EF4-FFF2-40B4-BE49-F238E27FC236}">
                <a16:creationId xmlns:a16="http://schemas.microsoft.com/office/drawing/2014/main" id="{EAFE7D5F-E0BC-F1BB-2F3E-498CDAE332A7}"/>
              </a:ext>
            </a:extLst>
          </p:cNvPr>
          <p:cNvSpPr>
            <a:spLocks noGrp="1"/>
          </p:cNvSpPr>
          <p:nvPr/>
        </p:nvSpPr>
        <p:spPr>
          <a:xfrm>
            <a:off x="914400" y="4038600"/>
            <a:ext cx="4762500" cy="1019175"/>
          </a:xfrm>
          <a:prstGeom prst="rect">
            <a:avLst/>
          </a:prstGeom>
          <a:noFill/>
          <a:ln w="0">
            <a:noFill/>
          </a:ln>
        </p:spPr>
        <p:txBody>
          <a:bodyPr wrap="square" lIns="0" tIns="0" rIns="0" bIns="0" anchor="ctr">
            <a:noAutofit/>
          </a:bodyPr>
          <a:lstStyle/>
          <a:p>
            <a:pPr algn="l">
              <a:lnSpc>
                <a:spcPct val="105000"/>
              </a:lnSpc>
              <a:buNone/>
              <a:defRPr sz="2025" b="0">
                <a:solidFill>
                  <a:srgbClr val="101526"/>
                </a:solidFill>
                <a:latin typeface="Aptos"/>
                <a:ea typeface="Aptos"/>
                <a:cs typeface="Aptos"/>
              </a:defRPr>
            </a:pPr>
            <a:r>
              <a:rPr sz="2025" b="0">
                <a:solidFill>
                  <a:srgbClr val="101526"/>
                </a:solidFill>
                <a:latin typeface="Aptos"/>
                <a:ea typeface="Aptos"/>
                <a:cs typeface="Aptos"/>
              </a:rPr>
              <a:t>R contiene pasos intermedios.</a:t>
            </a:r>
          </a:p>
          <a:p>
            <a:pPr algn="l">
              <a:lnSpc>
                <a:spcPct val="105000"/>
              </a:lnSpc>
              <a:buNone/>
              <a:defRPr sz="2025" b="0">
                <a:solidFill>
                  <a:srgbClr val="101526"/>
                </a:solidFill>
                <a:latin typeface="Aptos"/>
                <a:ea typeface="Aptos"/>
                <a:cs typeface="Aptos"/>
              </a:defRPr>
            </a:pPr>
            <a:r>
              <a:rPr sz="2025" b="0">
                <a:solidFill>
                  <a:srgbClr val="101526"/>
                </a:solidFill>
                <a:latin typeface="Aptos"/>
                <a:ea typeface="Aptos"/>
                <a:cs typeface="Aptos"/>
              </a:rPr>
              <a:t>Y es la respuesta final,</a:t>
            </a:r>
          </a:p>
          <a:p>
            <a:pPr algn="l">
              <a:lnSpc>
                <a:spcPct val="105000"/>
              </a:lnSpc>
              <a:buNone/>
              <a:defRPr sz="2025" b="0">
                <a:solidFill>
                  <a:srgbClr val="101526"/>
                </a:solidFill>
                <a:latin typeface="Aptos"/>
                <a:ea typeface="Aptos"/>
                <a:cs typeface="Aptos"/>
              </a:defRPr>
            </a:pPr>
            <a:r>
              <a:rPr sz="2025" b="0">
                <a:solidFill>
                  <a:srgbClr val="101526"/>
                </a:solidFill>
                <a:latin typeface="Aptos"/>
                <a:ea typeface="Aptos"/>
                <a:cs typeface="Aptos"/>
              </a:rPr>
              <a:t>condicionada también en R.</a:t>
            </a:r>
          </a:p>
        </p:txBody>
      </p:sp>
      <p:sp>
        <p:nvSpPr>
          <p:cNvPr id="25" name="rev-79">
            <a:extLst>
              <a:ext uri="{FF2B5EF4-FFF2-40B4-BE49-F238E27FC236}">
                <a16:creationId xmlns:a16="http://schemas.microsoft.com/office/drawing/2014/main" id="{B74044CE-2964-9BE0-C738-D2EA56FA85B7}"/>
              </a:ext>
            </a:extLst>
          </p:cNvPr>
          <p:cNvSpPr>
            <a:spLocks noGrp="1"/>
          </p:cNvSpPr>
          <p:nvPr/>
        </p:nvSpPr>
        <p:spPr>
          <a:xfrm>
            <a:off x="6219825" y="3429000"/>
            <a:ext cx="5210175" cy="1866900"/>
          </a:xfrm>
          <a:prstGeom prst="roundRect">
            <a:avLst>
              <a:gd name="adj" fmla="val 4082"/>
            </a:avLst>
          </a:prstGeom>
          <a:solidFill>
            <a:srgbClr val="FFF1F1"/>
          </a:solidFill>
          <a:ln w="9525">
            <a:solidFill>
              <a:srgbClr val="F16A6A"/>
            </a:solidFill>
          </a:ln>
        </p:spPr>
        <p:txBody>
          <a:bodyPr/>
          <a:lstStyle/>
          <a:p>
            <a:endParaRPr lang="es-PE"/>
          </a:p>
        </p:txBody>
      </p:sp>
      <p:sp>
        <p:nvSpPr>
          <p:cNvPr id="29" name="rev-80">
            <a:extLst>
              <a:ext uri="{FF2B5EF4-FFF2-40B4-BE49-F238E27FC236}">
                <a16:creationId xmlns:a16="http://schemas.microsoft.com/office/drawing/2014/main" id="{A2958145-8BE7-A254-9390-5BC711E7D6D5}"/>
              </a:ext>
            </a:extLst>
          </p:cNvPr>
          <p:cNvSpPr>
            <a:spLocks noGrp="1"/>
          </p:cNvSpPr>
          <p:nvPr/>
        </p:nvSpPr>
        <p:spPr>
          <a:xfrm>
            <a:off x="6448425" y="3571875"/>
            <a:ext cx="4752975" cy="314325"/>
          </a:xfrm>
          <a:prstGeom prst="rect">
            <a:avLst/>
          </a:prstGeom>
          <a:noFill/>
          <a:ln w="0">
            <a:noFill/>
          </a:ln>
        </p:spPr>
        <p:txBody>
          <a:bodyPr wrap="square" lIns="0" tIns="0" rIns="0" bIns="0" anchor="ctr">
            <a:noAutofit/>
          </a:bodyPr>
          <a:lstStyle/>
          <a:p>
            <a:pPr algn="l">
              <a:lnSpc>
                <a:spcPct val="105000"/>
              </a:lnSpc>
              <a:buNone/>
              <a:defRPr sz="1575" b="1">
                <a:solidFill>
                  <a:srgbClr val="F16A6A"/>
                </a:solidFill>
                <a:latin typeface="Aptos"/>
                <a:ea typeface="Aptos"/>
                <a:cs typeface="Aptos"/>
              </a:defRPr>
            </a:pPr>
            <a:r>
              <a:rPr sz="1575" b="1">
                <a:solidFill>
                  <a:srgbClr val="F16A6A"/>
                </a:solidFill>
                <a:latin typeface="Aptos"/>
                <a:ea typeface="Aptos"/>
                <a:cs typeface="Aptos"/>
              </a:rPr>
              <a:t>QUÉ MUESTRA LA EVIDENCIA</a:t>
            </a:r>
          </a:p>
        </p:txBody>
      </p:sp>
      <p:sp>
        <p:nvSpPr>
          <p:cNvPr id="33" name="rev-81">
            <a:extLst>
              <a:ext uri="{FF2B5EF4-FFF2-40B4-BE49-F238E27FC236}">
                <a16:creationId xmlns:a16="http://schemas.microsoft.com/office/drawing/2014/main" id="{DDC14022-14C3-DF54-6D27-22128B25701C}"/>
              </a:ext>
            </a:extLst>
          </p:cNvPr>
          <p:cNvSpPr>
            <a:spLocks noGrp="1"/>
          </p:cNvSpPr>
          <p:nvPr/>
        </p:nvSpPr>
        <p:spPr>
          <a:xfrm>
            <a:off x="6448425" y="4038600"/>
            <a:ext cx="4752975" cy="1019175"/>
          </a:xfrm>
          <a:prstGeom prst="rect">
            <a:avLst/>
          </a:prstGeom>
          <a:noFill/>
          <a:ln w="0">
            <a:noFill/>
          </a:ln>
        </p:spPr>
        <p:txBody>
          <a:bodyPr wrap="square" lIns="0" tIns="0" rIns="0" bIns="0" anchor="ctr">
            <a:noAutofit/>
          </a:bodyPr>
          <a:lstStyle/>
          <a:p>
            <a:pPr algn="l">
              <a:lnSpc>
                <a:spcPct val="105000"/>
              </a:lnSpc>
              <a:buNone/>
              <a:defRPr sz="1950" b="0">
                <a:solidFill>
                  <a:srgbClr val="101526"/>
                </a:solidFill>
                <a:latin typeface="Aptos"/>
                <a:ea typeface="Aptos"/>
                <a:cs typeface="Aptos"/>
              </a:defRPr>
            </a:pPr>
            <a:r>
              <a:rPr sz="1950" b="0">
                <a:solidFill>
                  <a:srgbClr val="101526"/>
                </a:solidFill>
                <a:latin typeface="Aptos"/>
                <a:ea typeface="Aptos"/>
                <a:cs typeface="Aptos"/>
              </a:rPr>
              <a:t>Wei et al. observan mejoras</a:t>
            </a:r>
          </a:p>
          <a:p>
            <a:pPr algn="l">
              <a:lnSpc>
                <a:spcPct val="105000"/>
              </a:lnSpc>
              <a:buNone/>
              <a:defRPr sz="1950" b="0">
                <a:solidFill>
                  <a:srgbClr val="101526"/>
                </a:solidFill>
                <a:latin typeface="Aptos"/>
                <a:ea typeface="Aptos"/>
                <a:cs typeface="Aptos"/>
              </a:defRPr>
            </a:pPr>
            <a:r>
              <a:rPr sz="1950" b="0">
                <a:solidFill>
                  <a:srgbClr val="101526"/>
                </a:solidFill>
                <a:latin typeface="Aptos"/>
                <a:ea typeface="Aptos"/>
                <a:cs typeface="Aptos"/>
              </a:rPr>
              <a:t>en tareas aritméticas, simbólicas</a:t>
            </a:r>
          </a:p>
          <a:p>
            <a:pPr algn="l">
              <a:lnSpc>
                <a:spcPct val="105000"/>
              </a:lnSpc>
              <a:buNone/>
              <a:defRPr sz="1950" b="0">
                <a:solidFill>
                  <a:srgbClr val="101526"/>
                </a:solidFill>
                <a:latin typeface="Aptos"/>
                <a:ea typeface="Aptos"/>
                <a:cs typeface="Aptos"/>
              </a:defRPr>
            </a:pPr>
            <a:r>
              <a:rPr sz="1950" b="0">
                <a:solidFill>
                  <a:srgbClr val="101526"/>
                </a:solidFill>
                <a:latin typeface="Aptos"/>
                <a:ea typeface="Aptos"/>
                <a:cs typeface="Aptos"/>
              </a:rPr>
              <a:t>y de sentido común.</a:t>
            </a:r>
          </a:p>
        </p:txBody>
      </p:sp>
    </p:spTree>
    <p:extLst>
      <p:ext uri="{BB962C8B-B14F-4D97-AF65-F5344CB8AC3E}">
        <p14:creationId xmlns:p14="http://schemas.microsoft.com/office/powerpoint/2010/main" val="42696169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CuadroTexto 38">
            <a:extLst>
              <a:ext uri="{FF2B5EF4-FFF2-40B4-BE49-F238E27FC236}">
                <a16:creationId xmlns:a16="http://schemas.microsoft.com/office/drawing/2014/main" id="{6ADC3063-CD75-234D-B66D-6D2F7BCE41DE}"/>
              </a:ext>
            </a:extLst>
          </p:cNvPr>
          <p:cNvSpPr txBox="1"/>
          <p:nvPr/>
        </p:nvSpPr>
        <p:spPr>
          <a:xfrm>
            <a:off x="609600" y="330200"/>
            <a:ext cx="8255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AMBIGÜEDAD EN LA CONSULTA</a:t>
            </a:r>
          </a:p>
        </p:txBody>
      </p:sp>
      <p:sp>
        <p:nvSpPr>
          <p:cNvPr id="3" name="Rounded Rectangle 4">
            <a:extLst>
              <a:ext uri="{FF2B5EF4-FFF2-40B4-BE49-F238E27FC236}">
                <a16:creationId xmlns:a16="http://schemas.microsoft.com/office/drawing/2014/main" id="{84F698EE-F7E6-5429-84A0-017E9961F20B}"/>
              </a:ext>
            </a:extLst>
          </p:cNvPr>
          <p:cNvSpPr>
            <a:spLocks noGrp="1"/>
          </p:cNvSpPr>
          <p:nvPr/>
        </p:nvSpPr>
        <p:spPr>
          <a:xfrm>
            <a:off x="609600" y="1931932"/>
            <a:ext cx="5212080" cy="1143000"/>
          </a:xfrm>
          <a:prstGeom prst="roundRect">
            <a:avLst/>
          </a:prstGeom>
          <a:solidFill>
            <a:srgbClr val="FDF0F0"/>
          </a:solidFill>
          <a:ln w="12700">
            <a:solidFill>
              <a:srgbClr val="F26674"/>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ounded Rectangle 6">
            <a:extLst>
              <a:ext uri="{FF2B5EF4-FFF2-40B4-BE49-F238E27FC236}">
                <a16:creationId xmlns:a16="http://schemas.microsoft.com/office/drawing/2014/main" id="{FF10C0F7-865E-C969-6890-BC0D0F8230A4}"/>
              </a:ext>
            </a:extLst>
          </p:cNvPr>
          <p:cNvSpPr>
            <a:spLocks noGrp="1"/>
          </p:cNvSpPr>
          <p:nvPr/>
        </p:nvSpPr>
        <p:spPr>
          <a:xfrm>
            <a:off x="6187440" y="1931932"/>
            <a:ext cx="5212080" cy="1143000"/>
          </a:xfrm>
          <a:prstGeom prst="roundRect">
            <a:avLst/>
          </a:prstGeom>
          <a:solidFill>
            <a:srgbClr val="EEF0F8"/>
          </a:solidFill>
          <a:ln w="12700">
            <a:solidFill>
              <a:srgbClr val="7065E8"/>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Rounded Rectangle 8">
            <a:extLst>
              <a:ext uri="{FF2B5EF4-FFF2-40B4-BE49-F238E27FC236}">
                <a16:creationId xmlns:a16="http://schemas.microsoft.com/office/drawing/2014/main" id="{C19B9DCF-02A3-1E4F-9DA3-E9C6CE0DDF32}"/>
              </a:ext>
            </a:extLst>
          </p:cNvPr>
          <p:cNvSpPr>
            <a:spLocks noGrp="1"/>
          </p:cNvSpPr>
          <p:nvPr/>
        </p:nvSpPr>
        <p:spPr>
          <a:xfrm>
            <a:off x="609600" y="3258835"/>
            <a:ext cx="5212080" cy="1060915"/>
          </a:xfrm>
          <a:prstGeom prst="roundRect">
            <a:avLst/>
          </a:prstGeom>
          <a:solidFill>
            <a:srgbClr val="E8FCFA"/>
          </a:solidFill>
          <a:ln w="12700">
            <a:solidFill>
              <a:srgbClr val="3DD6C6"/>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Rounded Rectangle 10">
            <a:extLst>
              <a:ext uri="{FF2B5EF4-FFF2-40B4-BE49-F238E27FC236}">
                <a16:creationId xmlns:a16="http://schemas.microsoft.com/office/drawing/2014/main" id="{121C6B08-6531-D819-FE4B-B2DDC4ABFCDE}"/>
              </a:ext>
            </a:extLst>
          </p:cNvPr>
          <p:cNvSpPr>
            <a:spLocks noGrp="1"/>
          </p:cNvSpPr>
          <p:nvPr/>
        </p:nvSpPr>
        <p:spPr>
          <a:xfrm>
            <a:off x="6187440" y="3258836"/>
            <a:ext cx="5212080" cy="1060914"/>
          </a:xfrm>
          <a:prstGeom prst="roundRect">
            <a:avLst/>
          </a:prstGeom>
          <a:solidFill>
            <a:srgbClr val="FFF7EE"/>
          </a:solidFill>
          <a:ln w="12700">
            <a:solidFill>
              <a:srgbClr val="F2A65A"/>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2">
            <a:extLst>
              <a:ext uri="{FF2B5EF4-FFF2-40B4-BE49-F238E27FC236}">
                <a16:creationId xmlns:a16="http://schemas.microsoft.com/office/drawing/2014/main" id="{79EF4D12-AE35-944F-F81C-8C74596FC198}"/>
              </a:ext>
            </a:extLst>
          </p:cNvPr>
          <p:cNvSpPr>
            <a:spLocks noGrp="1"/>
          </p:cNvSpPr>
          <p:nvPr/>
        </p:nvSpPr>
        <p:spPr>
          <a:xfrm>
            <a:off x="701040" y="1071372"/>
            <a:ext cx="10835640" cy="585216"/>
          </a:xfrm>
          <a:prstGeom prst="rect">
            <a:avLst/>
          </a:prstGeom>
          <a:noFill/>
        </p:spPr>
        <p:txBody>
          <a:bodyPr wrap="square" lIns="0" tIns="0" rIns="0" bIns="0" anchor="ctr">
            <a:spAutoFit/>
          </a:bodyPr>
          <a:lstStyle/>
          <a:p>
            <a:pPr algn="l">
              <a:buNone/>
            </a:pPr>
            <a:r>
              <a:rPr sz="3600" b="1" dirty="0">
                <a:solidFill>
                  <a:srgbClr val="101526"/>
                </a:solidFill>
                <a:latin typeface="Aptos Display"/>
                <a:ea typeface="Aptos Display"/>
                <a:cs typeface="Aptos Display"/>
              </a:rPr>
              <a:t>Cuando X no </a:t>
            </a:r>
            <a:r>
              <a:rPr sz="3600" b="1" dirty="0" err="1">
                <a:solidFill>
                  <a:srgbClr val="101526"/>
                </a:solidFill>
                <a:latin typeface="Aptos Display"/>
                <a:ea typeface="Aptos Display"/>
                <a:cs typeface="Aptos Display"/>
              </a:rPr>
              <a:t>representa</a:t>
            </a:r>
            <a:r>
              <a:rPr sz="3600" b="1" dirty="0">
                <a:solidFill>
                  <a:srgbClr val="101526"/>
                </a:solidFill>
                <a:latin typeface="Aptos Display"/>
                <a:ea typeface="Aptos Display"/>
                <a:cs typeface="Aptos Display"/>
              </a:rPr>
              <a:t> </a:t>
            </a:r>
            <a:r>
              <a:rPr sz="3600" b="1" dirty="0" err="1">
                <a:solidFill>
                  <a:srgbClr val="101526"/>
                </a:solidFill>
                <a:latin typeface="Aptos Display"/>
                <a:ea typeface="Aptos Display"/>
                <a:cs typeface="Aptos Display"/>
              </a:rPr>
              <a:t>una</a:t>
            </a:r>
            <a:r>
              <a:rPr sz="3600" b="1" dirty="0">
                <a:solidFill>
                  <a:srgbClr val="101526"/>
                </a:solidFill>
                <a:latin typeface="Aptos Display"/>
                <a:ea typeface="Aptos Display"/>
                <a:cs typeface="Aptos Display"/>
              </a:rPr>
              <a:t> </a:t>
            </a:r>
            <a:r>
              <a:rPr sz="3600" b="1" dirty="0" err="1">
                <a:solidFill>
                  <a:srgbClr val="101526"/>
                </a:solidFill>
                <a:latin typeface="Aptos Display"/>
                <a:ea typeface="Aptos Display"/>
                <a:cs typeface="Aptos Display"/>
              </a:rPr>
              <a:t>intención</a:t>
            </a:r>
            <a:r>
              <a:rPr sz="3600" b="1" dirty="0">
                <a:solidFill>
                  <a:srgbClr val="101526"/>
                </a:solidFill>
                <a:latin typeface="Aptos Display"/>
                <a:ea typeface="Aptos Display"/>
                <a:cs typeface="Aptos Display"/>
              </a:rPr>
              <a:t> literal</a:t>
            </a:r>
          </a:p>
        </p:txBody>
      </p:sp>
      <p:sp>
        <p:nvSpPr>
          <p:cNvPr id="13" name="Rectangle 3">
            <a:extLst>
              <a:ext uri="{FF2B5EF4-FFF2-40B4-BE49-F238E27FC236}">
                <a16:creationId xmlns:a16="http://schemas.microsoft.com/office/drawing/2014/main" id="{8297FD32-BF62-40EB-DFE2-46D30616B789}"/>
              </a:ext>
            </a:extLst>
          </p:cNvPr>
          <p:cNvSpPr>
            <a:spLocks noGrp="1"/>
          </p:cNvSpPr>
          <p:nvPr/>
        </p:nvSpPr>
        <p:spPr>
          <a:xfrm>
            <a:off x="701040" y="1839468"/>
            <a:ext cx="10817352" cy="10972"/>
          </a:xfrm>
          <a:prstGeom prst="rect">
            <a:avLst/>
          </a:prstGeom>
          <a:solidFill>
            <a:srgbClr val="D9DEE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5">
            <a:extLst>
              <a:ext uri="{FF2B5EF4-FFF2-40B4-BE49-F238E27FC236}">
                <a16:creationId xmlns:a16="http://schemas.microsoft.com/office/drawing/2014/main" id="{33F0E2AF-ED17-3D5B-C1C5-0E7E74ABC5D9}"/>
              </a:ext>
            </a:extLst>
          </p:cNvPr>
          <p:cNvSpPr>
            <a:spLocks noGrp="1"/>
          </p:cNvSpPr>
          <p:nvPr/>
        </p:nvSpPr>
        <p:spPr>
          <a:xfrm>
            <a:off x="728472" y="2023372"/>
            <a:ext cx="4983480" cy="1143000"/>
          </a:xfrm>
          <a:prstGeom prst="rect">
            <a:avLst/>
          </a:prstGeom>
          <a:noFill/>
        </p:spPr>
        <p:txBody>
          <a:bodyPr wrap="square">
            <a:spAutoFit/>
          </a:bodyPr>
          <a:lstStyle/>
          <a:p>
            <a:r>
              <a:rPr sz="1400" b="1" dirty="0">
                <a:solidFill>
                  <a:srgbClr val="F26674"/>
                </a:solidFill>
                <a:latin typeface="Aptos"/>
                <a:ea typeface="Aptos"/>
                <a:cs typeface="Aptos"/>
              </a:rPr>
              <a:t>1. </a:t>
            </a:r>
            <a:r>
              <a:rPr lang="es-PE" sz="1400" b="1" dirty="0">
                <a:solidFill>
                  <a:srgbClr val="F26674"/>
                </a:solidFill>
                <a:latin typeface="Aptos"/>
                <a:ea typeface="Aptos"/>
                <a:cs typeface="Aptos"/>
              </a:rPr>
              <a:t>Ironía y sarcasmo</a:t>
            </a:r>
            <a:endParaRPr sz="1400" b="1" dirty="0">
              <a:solidFill>
                <a:srgbClr val="F26674"/>
              </a:solidFill>
              <a:latin typeface="Aptos"/>
              <a:ea typeface="Aptos"/>
              <a:cs typeface="Aptos"/>
            </a:endParaRPr>
          </a:p>
          <a:p>
            <a:r>
              <a:rPr sz="1400" b="1" dirty="0">
                <a:solidFill>
                  <a:srgbClr val="F26674"/>
                </a:solidFill>
                <a:latin typeface="Aptos"/>
                <a:ea typeface="Aptos"/>
                <a:cs typeface="Aptos"/>
              </a:rPr>
              <a:t>«</a:t>
            </a:r>
            <a:r>
              <a:rPr lang="es-PE" sz="1400" b="1" dirty="0">
                <a:solidFill>
                  <a:srgbClr val="F26674"/>
                </a:solidFill>
                <a:latin typeface="Aptos"/>
                <a:ea typeface="Aptos"/>
                <a:cs typeface="Aptos"/>
              </a:rPr>
              <a:t>Qué gran servicio…</a:t>
            </a:r>
            <a:r>
              <a:rPr sz="1400" b="1" dirty="0">
                <a:solidFill>
                  <a:srgbClr val="F26674"/>
                </a:solidFill>
                <a:latin typeface="Aptos"/>
                <a:ea typeface="Aptos"/>
                <a:cs typeface="Aptos"/>
              </a:rPr>
              <a:t>» → </a:t>
            </a:r>
            <a:r>
              <a:rPr sz="1400" b="1" dirty="0" err="1">
                <a:solidFill>
                  <a:srgbClr val="F26674"/>
                </a:solidFill>
                <a:latin typeface="Aptos"/>
                <a:ea typeface="Aptos"/>
                <a:cs typeface="Aptos"/>
              </a:rPr>
              <a:t>reclamo</a:t>
            </a:r>
            <a:r>
              <a:rPr sz="1400" b="1" dirty="0">
                <a:solidFill>
                  <a:srgbClr val="F26674"/>
                </a:solidFill>
                <a:latin typeface="Aptos"/>
                <a:ea typeface="Aptos"/>
                <a:cs typeface="Aptos"/>
              </a:rPr>
              <a:t>, no </a:t>
            </a:r>
            <a:r>
              <a:rPr sz="1400" b="1" dirty="0" err="1">
                <a:solidFill>
                  <a:srgbClr val="F26674"/>
                </a:solidFill>
                <a:latin typeface="Aptos"/>
                <a:ea typeface="Aptos"/>
                <a:cs typeface="Aptos"/>
              </a:rPr>
              <a:t>elogio</a:t>
            </a:r>
            <a:r>
              <a:rPr sz="1400" b="1" dirty="0">
                <a:solidFill>
                  <a:srgbClr val="F26674"/>
                </a:solidFill>
                <a:latin typeface="Aptos"/>
                <a:ea typeface="Aptos"/>
                <a:cs typeface="Aptos"/>
              </a:rPr>
              <a:t>.</a:t>
            </a:r>
          </a:p>
        </p:txBody>
      </p:sp>
      <p:sp>
        <p:nvSpPr>
          <p:cNvPr id="17" name="TextBox 7">
            <a:extLst>
              <a:ext uri="{FF2B5EF4-FFF2-40B4-BE49-F238E27FC236}">
                <a16:creationId xmlns:a16="http://schemas.microsoft.com/office/drawing/2014/main" id="{1F86D1FF-0EAF-363C-666B-23BFEC9B2D10}"/>
              </a:ext>
            </a:extLst>
          </p:cNvPr>
          <p:cNvSpPr>
            <a:spLocks noGrp="1"/>
          </p:cNvSpPr>
          <p:nvPr/>
        </p:nvSpPr>
        <p:spPr>
          <a:xfrm>
            <a:off x="6306312" y="2023372"/>
            <a:ext cx="4983480" cy="954107"/>
          </a:xfrm>
          <a:prstGeom prst="rect">
            <a:avLst/>
          </a:prstGeom>
          <a:noFill/>
        </p:spPr>
        <p:txBody>
          <a:bodyPr wrap="square">
            <a:spAutoFit/>
          </a:bodyPr>
          <a:lstStyle/>
          <a:p>
            <a:r>
              <a:rPr sz="1400" b="1" dirty="0">
                <a:solidFill>
                  <a:srgbClr val="7065E8"/>
                </a:solidFill>
                <a:latin typeface="Aptos"/>
                <a:ea typeface="Aptos"/>
                <a:cs typeface="Aptos"/>
              </a:rPr>
              <a:t>2. Actos de </a:t>
            </a:r>
            <a:r>
              <a:rPr sz="1400" b="1" dirty="0" err="1">
                <a:solidFill>
                  <a:srgbClr val="7065E8"/>
                </a:solidFill>
                <a:latin typeface="Aptos"/>
                <a:ea typeface="Aptos"/>
                <a:cs typeface="Aptos"/>
              </a:rPr>
              <a:t>habla</a:t>
            </a:r>
            <a:r>
              <a:rPr sz="1400" b="1" dirty="0">
                <a:solidFill>
                  <a:srgbClr val="7065E8"/>
                </a:solidFill>
                <a:latin typeface="Aptos"/>
                <a:ea typeface="Aptos"/>
                <a:cs typeface="Aptos"/>
              </a:rPr>
              <a:t> </a:t>
            </a:r>
            <a:r>
              <a:rPr sz="1400" b="1" dirty="0" err="1">
                <a:solidFill>
                  <a:srgbClr val="7065E8"/>
                </a:solidFill>
                <a:latin typeface="Aptos"/>
                <a:ea typeface="Aptos"/>
                <a:cs typeface="Aptos"/>
              </a:rPr>
              <a:t>indirectos</a:t>
            </a:r>
            <a:endParaRPr sz="1400" b="1" dirty="0">
              <a:solidFill>
                <a:srgbClr val="7065E8"/>
              </a:solidFill>
              <a:latin typeface="Aptos"/>
              <a:ea typeface="Aptos"/>
              <a:cs typeface="Aptos"/>
            </a:endParaRPr>
          </a:p>
          <a:p>
            <a:r>
              <a:rPr sz="1400" b="1" dirty="0">
                <a:solidFill>
                  <a:srgbClr val="7065E8"/>
                </a:solidFill>
                <a:latin typeface="Aptos"/>
                <a:ea typeface="Aptos"/>
                <a:cs typeface="Aptos"/>
              </a:rPr>
              <a:t>«¿</a:t>
            </a:r>
            <a:r>
              <a:rPr sz="1400" b="1" dirty="0" err="1">
                <a:solidFill>
                  <a:srgbClr val="7065E8"/>
                </a:solidFill>
                <a:latin typeface="Aptos"/>
                <a:ea typeface="Aptos"/>
                <a:cs typeface="Aptos"/>
              </a:rPr>
              <a:t>Tienes</a:t>
            </a:r>
            <a:r>
              <a:rPr sz="1400" b="1" dirty="0">
                <a:solidFill>
                  <a:srgbClr val="7065E8"/>
                </a:solidFill>
                <a:latin typeface="Aptos"/>
                <a:ea typeface="Aptos"/>
                <a:cs typeface="Aptos"/>
              </a:rPr>
              <a:t> </a:t>
            </a:r>
            <a:r>
              <a:rPr sz="1400" b="1" dirty="0" err="1">
                <a:solidFill>
                  <a:srgbClr val="7065E8"/>
                </a:solidFill>
                <a:latin typeface="Aptos"/>
                <a:ea typeface="Aptos"/>
                <a:cs typeface="Aptos"/>
              </a:rPr>
              <a:t>saldo</a:t>
            </a:r>
            <a:r>
              <a:rPr sz="1400" b="1" dirty="0">
                <a:solidFill>
                  <a:srgbClr val="7065E8"/>
                </a:solidFill>
                <a:latin typeface="Aptos"/>
                <a:ea typeface="Aptos"/>
                <a:cs typeface="Aptos"/>
              </a:rPr>
              <a:t>?» → </a:t>
            </a:r>
            <a:r>
              <a:rPr lang="es-MX" sz="1400" b="1" dirty="0">
                <a:solidFill>
                  <a:srgbClr val="7065E8"/>
                </a:solidFill>
                <a:latin typeface="Aptos"/>
                <a:ea typeface="Aptos"/>
                <a:cs typeface="Aptos"/>
              </a:rPr>
              <a:t>puede ser una consulta literal o una petición implícita para realizar una llamada, transferencia o recarga</a:t>
            </a:r>
            <a:r>
              <a:rPr sz="1400" b="1" dirty="0">
                <a:solidFill>
                  <a:srgbClr val="7065E8"/>
                </a:solidFill>
                <a:latin typeface="Aptos"/>
                <a:ea typeface="Aptos"/>
                <a:cs typeface="Aptos"/>
              </a:rPr>
              <a:t>.</a:t>
            </a:r>
          </a:p>
        </p:txBody>
      </p:sp>
      <p:sp>
        <p:nvSpPr>
          <p:cNvPr id="19" name="TextBox 9">
            <a:extLst>
              <a:ext uri="{FF2B5EF4-FFF2-40B4-BE49-F238E27FC236}">
                <a16:creationId xmlns:a16="http://schemas.microsoft.com/office/drawing/2014/main" id="{10826DD3-98D1-A33D-1D6E-1B0AAB9743F2}"/>
              </a:ext>
            </a:extLst>
          </p:cNvPr>
          <p:cNvSpPr>
            <a:spLocks noGrp="1"/>
          </p:cNvSpPr>
          <p:nvPr/>
        </p:nvSpPr>
        <p:spPr>
          <a:xfrm>
            <a:off x="728472" y="3350276"/>
            <a:ext cx="4983480" cy="1143000"/>
          </a:xfrm>
          <a:prstGeom prst="rect">
            <a:avLst/>
          </a:prstGeom>
          <a:noFill/>
        </p:spPr>
        <p:txBody>
          <a:bodyPr wrap="square">
            <a:spAutoFit/>
          </a:bodyPr>
          <a:lstStyle/>
          <a:p>
            <a:r>
              <a:rPr sz="1400" b="1">
                <a:solidFill>
                  <a:srgbClr val="3DD6C6"/>
                </a:solidFill>
                <a:latin typeface="Aptos"/>
                <a:ea typeface="Aptos"/>
                <a:cs typeface="Aptos"/>
              </a:rPr>
              <a:t>3. Elipsis y correferencia</a:t>
            </a:r>
          </a:p>
          <a:p>
            <a:r>
              <a:rPr sz="1400" b="1">
                <a:solidFill>
                  <a:srgbClr val="3DD6C6"/>
                </a:solidFill>
                <a:latin typeface="Aptos"/>
                <a:ea typeface="Aptos"/>
                <a:cs typeface="Aptos"/>
              </a:rPr>
              <a:t>«Haz lo mismo con la otra» → resolver el referente en el historial.</a:t>
            </a:r>
          </a:p>
        </p:txBody>
      </p:sp>
      <p:sp>
        <p:nvSpPr>
          <p:cNvPr id="21" name="TextBox 11">
            <a:extLst>
              <a:ext uri="{FF2B5EF4-FFF2-40B4-BE49-F238E27FC236}">
                <a16:creationId xmlns:a16="http://schemas.microsoft.com/office/drawing/2014/main" id="{5298A8AF-76EC-71BF-17F2-C9810E17A8EF}"/>
              </a:ext>
            </a:extLst>
          </p:cNvPr>
          <p:cNvSpPr>
            <a:spLocks noGrp="1"/>
          </p:cNvSpPr>
          <p:nvPr/>
        </p:nvSpPr>
        <p:spPr>
          <a:xfrm>
            <a:off x="6306312" y="3350276"/>
            <a:ext cx="4983480" cy="1143000"/>
          </a:xfrm>
          <a:prstGeom prst="rect">
            <a:avLst/>
          </a:prstGeom>
          <a:noFill/>
        </p:spPr>
        <p:txBody>
          <a:bodyPr wrap="square">
            <a:spAutoFit/>
          </a:bodyPr>
          <a:lstStyle/>
          <a:p>
            <a:r>
              <a:rPr sz="1400" b="1">
                <a:solidFill>
                  <a:srgbClr val="F2A65A"/>
                </a:solidFill>
                <a:latin typeface="Aptos"/>
                <a:ea typeface="Aptos"/>
                <a:cs typeface="Aptos"/>
              </a:rPr>
              <a:t>4. Modismos</a:t>
            </a:r>
          </a:p>
          <a:p>
            <a:r>
              <a:rPr sz="1400" b="1">
                <a:solidFill>
                  <a:srgbClr val="F2A65A"/>
                </a:solidFill>
                <a:latin typeface="Aptos"/>
                <a:ea typeface="Aptos"/>
                <a:cs typeface="Aptos"/>
              </a:rPr>
              <a:t>«Se cayó el sistema» → incidente, no caída física.</a:t>
            </a:r>
          </a:p>
        </p:txBody>
      </p:sp>
      <p:sp>
        <p:nvSpPr>
          <p:cNvPr id="27" name="Rectángulo 26">
            <a:extLst>
              <a:ext uri="{FF2B5EF4-FFF2-40B4-BE49-F238E27FC236}">
                <a16:creationId xmlns:a16="http://schemas.microsoft.com/office/drawing/2014/main" id="{7DEA7D24-E63C-8632-3ECD-E9D5C2C63321}"/>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29" name="Rectángulo 28">
            <a:extLst>
              <a:ext uri="{FF2B5EF4-FFF2-40B4-BE49-F238E27FC236}">
                <a16:creationId xmlns:a16="http://schemas.microsoft.com/office/drawing/2014/main" id="{C9C0A543-EDC0-A9DB-3835-703F83F0A7A3}"/>
              </a:ext>
            </a:extLst>
          </p:cNvPr>
          <p:cNvSpPr/>
          <p:nvPr/>
        </p:nvSpPr>
        <p:spPr>
          <a:xfrm>
            <a:off x="1123632" y="5680379"/>
            <a:ext cx="9804529" cy="565859"/>
          </a:xfrm>
          <a:prstGeom prst="rect">
            <a:avLst/>
          </a:prstGeom>
          <a:solidFill>
            <a:srgbClr val="263447"/>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31" name="CuadroTexto 30">
            <a:extLst>
              <a:ext uri="{FF2B5EF4-FFF2-40B4-BE49-F238E27FC236}">
                <a16:creationId xmlns:a16="http://schemas.microsoft.com/office/drawing/2014/main" id="{098ACB61-8BD9-591D-2B07-CF1DC780A481}"/>
              </a:ext>
            </a:extLst>
          </p:cNvPr>
          <p:cNvSpPr txBox="1"/>
          <p:nvPr/>
        </p:nvSpPr>
        <p:spPr>
          <a:xfrm>
            <a:off x="1673672" y="5761871"/>
            <a:ext cx="8704450" cy="319268"/>
          </a:xfrm>
          <a:prstGeom prst="rect">
            <a:avLst/>
          </a:prstGeom>
          <a:noFill/>
        </p:spPr>
        <p:txBody>
          <a:bodyPr vertOverflow="overflow" vert="horz" wrap="square" rtlCol="0" anchor="t" anchorCtr="0">
            <a:noAutofit/>
          </a:bodyPr>
          <a:lstStyle/>
          <a:p>
            <a:pPr algn="l"/>
            <a:r>
              <a:rPr lang="es-MX" sz="1600" b="1" dirty="0">
                <a:solidFill>
                  <a:srgbClr val="FFFFFF"/>
                </a:solidFill>
                <a:latin typeface="Aptos"/>
              </a:rPr>
              <a:t>La intención se infiere: la consulta literal no siempre describe la acción esperada</a:t>
            </a:r>
            <a:r>
              <a:rPr lang="es-PE" sz="1600" b="1" dirty="0">
                <a:solidFill>
                  <a:srgbClr val="FFFFFF"/>
                </a:solidFill>
                <a:latin typeface="Aptos"/>
              </a:rPr>
              <a:t>.</a:t>
            </a:r>
            <a:endParaRPr lang="es-US" sz="1600" b="1" dirty="0">
              <a:solidFill>
                <a:srgbClr val="FFFFFF"/>
              </a:solidFill>
              <a:latin typeface="Aptos"/>
            </a:endParaRPr>
          </a:p>
        </p:txBody>
      </p:sp>
      <p:sp>
        <p:nvSpPr>
          <p:cNvPr id="12" name="Rounded Rectangle 8">
            <a:extLst>
              <a:ext uri="{FF2B5EF4-FFF2-40B4-BE49-F238E27FC236}">
                <a16:creationId xmlns:a16="http://schemas.microsoft.com/office/drawing/2014/main" id="{3D46DE61-8E8D-1C88-D911-3E5A998FCB65}"/>
              </a:ext>
            </a:extLst>
          </p:cNvPr>
          <p:cNvSpPr>
            <a:spLocks noGrp="1"/>
          </p:cNvSpPr>
          <p:nvPr/>
        </p:nvSpPr>
        <p:spPr>
          <a:xfrm>
            <a:off x="3503572" y="4469607"/>
            <a:ext cx="5212080" cy="1060915"/>
          </a:xfrm>
          <a:prstGeom prst="roundRect">
            <a:avLst/>
          </a:prstGeom>
          <a:solidFill>
            <a:schemeClr val="accent3">
              <a:lumMod val="40000"/>
              <a:lumOff val="60000"/>
            </a:schemeClr>
          </a:solidFill>
          <a:ln w="12700">
            <a:solidFill>
              <a:schemeClr val="accent3">
                <a:lumMod val="50000"/>
              </a:schemeClr>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9">
            <a:extLst>
              <a:ext uri="{FF2B5EF4-FFF2-40B4-BE49-F238E27FC236}">
                <a16:creationId xmlns:a16="http://schemas.microsoft.com/office/drawing/2014/main" id="{9AF9AB52-1615-A123-77A9-70C83A09BCFB}"/>
              </a:ext>
            </a:extLst>
          </p:cNvPr>
          <p:cNvSpPr>
            <a:spLocks noGrp="1"/>
          </p:cNvSpPr>
          <p:nvPr/>
        </p:nvSpPr>
        <p:spPr>
          <a:xfrm>
            <a:off x="3622444" y="4561048"/>
            <a:ext cx="4983480" cy="738664"/>
          </a:xfrm>
          <a:prstGeom prst="rect">
            <a:avLst/>
          </a:prstGeom>
          <a:noFill/>
        </p:spPr>
        <p:txBody>
          <a:bodyPr wrap="square">
            <a:spAutoFit/>
          </a:bodyPr>
          <a:lstStyle/>
          <a:p>
            <a:r>
              <a:rPr lang="es-PE" sz="1400" b="1" dirty="0">
                <a:solidFill>
                  <a:schemeClr val="accent3">
                    <a:lumMod val="50000"/>
                  </a:schemeClr>
                </a:solidFill>
                <a:latin typeface="Aptos"/>
                <a:ea typeface="Aptos"/>
                <a:cs typeface="Aptos"/>
              </a:rPr>
              <a:t>5</a:t>
            </a:r>
            <a:r>
              <a:rPr sz="1400" b="1" dirty="0">
                <a:solidFill>
                  <a:schemeClr val="accent3">
                    <a:lumMod val="50000"/>
                  </a:schemeClr>
                </a:solidFill>
                <a:latin typeface="Aptos"/>
                <a:ea typeface="Aptos"/>
                <a:cs typeface="Aptos"/>
              </a:rPr>
              <a:t>. </a:t>
            </a:r>
            <a:r>
              <a:rPr lang="es-MX" sz="1400" b="1" dirty="0">
                <a:solidFill>
                  <a:schemeClr val="accent3">
                    <a:lumMod val="50000"/>
                  </a:schemeClr>
                </a:solidFill>
                <a:latin typeface="Aptos"/>
                <a:ea typeface="Aptos"/>
                <a:cs typeface="Aptos"/>
              </a:rPr>
              <a:t>Errores ortográficos y de puntuación</a:t>
            </a:r>
            <a:endParaRPr sz="1400" b="1" dirty="0">
              <a:solidFill>
                <a:schemeClr val="accent3">
                  <a:lumMod val="50000"/>
                </a:schemeClr>
              </a:solidFill>
              <a:latin typeface="Aptos"/>
              <a:ea typeface="Aptos"/>
              <a:cs typeface="Aptos"/>
            </a:endParaRPr>
          </a:p>
          <a:p>
            <a:r>
              <a:rPr sz="1400" b="1" dirty="0">
                <a:solidFill>
                  <a:schemeClr val="accent3">
                    <a:lumMod val="50000"/>
                  </a:schemeClr>
                </a:solidFill>
                <a:latin typeface="Aptos"/>
                <a:ea typeface="Aptos"/>
                <a:cs typeface="Aptos"/>
              </a:rPr>
              <a:t>«</a:t>
            </a:r>
            <a:r>
              <a:rPr lang="es-PE" sz="1400" b="1" dirty="0">
                <a:solidFill>
                  <a:schemeClr val="accent3">
                    <a:lumMod val="50000"/>
                  </a:schemeClr>
                </a:solidFill>
                <a:latin typeface="Aptos"/>
                <a:ea typeface="Aptos"/>
                <a:cs typeface="Aptos"/>
              </a:rPr>
              <a:t>Si quiero</a:t>
            </a:r>
            <a:r>
              <a:rPr sz="1400" b="1" dirty="0">
                <a:solidFill>
                  <a:schemeClr val="accent3">
                    <a:lumMod val="50000"/>
                  </a:schemeClr>
                </a:solidFill>
                <a:latin typeface="Aptos"/>
                <a:ea typeface="Aptos"/>
                <a:cs typeface="Aptos"/>
              </a:rPr>
              <a:t>» → </a:t>
            </a:r>
            <a:r>
              <a:rPr lang="es-MX" sz="1400" b="1" dirty="0">
                <a:solidFill>
                  <a:schemeClr val="accent3">
                    <a:lumMod val="50000"/>
                  </a:schemeClr>
                </a:solidFill>
                <a:latin typeface="Aptos"/>
                <a:ea typeface="Aptos"/>
                <a:cs typeface="Aptos"/>
              </a:rPr>
              <a:t>puede ser “sí, quiero” o el comienzo condicional de “si quiero…”</a:t>
            </a:r>
            <a:r>
              <a:rPr sz="1400" b="1" dirty="0">
                <a:solidFill>
                  <a:schemeClr val="accent3">
                    <a:lumMod val="50000"/>
                  </a:schemeClr>
                </a:solidFill>
                <a:latin typeface="Aptos"/>
                <a:ea typeface="Aptos"/>
                <a:cs typeface="Aptos"/>
              </a:rPr>
              <a:t>.</a:t>
            </a:r>
          </a:p>
        </p:txBody>
      </p:sp>
    </p:spTree>
    <p:extLst>
      <p:ext uri="{BB962C8B-B14F-4D97-AF65-F5344CB8AC3E}">
        <p14:creationId xmlns:p14="http://schemas.microsoft.com/office/powerpoint/2010/main" val="653453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156D-902E-BDF4-70BC-053483425221}"/>
            </a:ext>
          </a:extLst>
        </p:cNvPr>
        <p:cNvGrpSpPr/>
        <p:nvPr/>
      </p:nvGrpSpPr>
      <p:grpSpPr>
        <a:xfrm>
          <a:off x="0" y="0"/>
          <a:ext cx="0" cy="0"/>
          <a:chOff x="0" y="0"/>
          <a:chExt cx="0" cy="0"/>
        </a:xfrm>
      </p:grpSpPr>
      <p:sp>
        <p:nvSpPr>
          <p:cNvPr id="39" name="CuadroTexto 38">
            <a:extLst>
              <a:ext uri="{FF2B5EF4-FFF2-40B4-BE49-F238E27FC236}">
                <a16:creationId xmlns:a16="http://schemas.microsoft.com/office/drawing/2014/main" id="{282C15FC-47C1-88ED-D166-B455EE5EA2FD}"/>
              </a:ext>
            </a:extLst>
          </p:cNvPr>
          <p:cNvSpPr txBox="1"/>
          <p:nvPr/>
        </p:nvSpPr>
        <p:spPr>
          <a:xfrm>
            <a:off x="609600" y="330200"/>
            <a:ext cx="8255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LA AMBIGÜEDAD CAMBIA EL PROBLEMA</a:t>
            </a:r>
          </a:p>
        </p:txBody>
      </p:sp>
      <p:sp>
        <p:nvSpPr>
          <p:cNvPr id="54" name="CuadroTexto 53">
            <a:extLst>
              <a:ext uri="{FF2B5EF4-FFF2-40B4-BE49-F238E27FC236}">
                <a16:creationId xmlns:a16="http://schemas.microsoft.com/office/drawing/2014/main" id="{4D68F033-22A8-9C48-F906-68EA9C6948F0}"/>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 Kim et al.: “</a:t>
            </a:r>
            <a:r>
              <a:rPr lang="en-US" sz="630" dirty="0">
                <a:solidFill>
                  <a:srgbClr val="8A94A4"/>
                </a:solidFill>
                <a:latin typeface="Aptos"/>
              </a:rPr>
              <a:t>Aligning Language Models to Explicitly Handle Ambiguity</a:t>
            </a:r>
            <a:r>
              <a:rPr lang="es-US" sz="630" dirty="0">
                <a:solidFill>
                  <a:srgbClr val="8A94A4"/>
                </a:solidFill>
                <a:latin typeface="Aptos"/>
              </a:rPr>
              <a:t>”.</a:t>
            </a:r>
          </a:p>
        </p:txBody>
      </p:sp>
      <p:sp>
        <p:nvSpPr>
          <p:cNvPr id="27" name="Rectángulo 26">
            <a:extLst>
              <a:ext uri="{FF2B5EF4-FFF2-40B4-BE49-F238E27FC236}">
                <a16:creationId xmlns:a16="http://schemas.microsoft.com/office/drawing/2014/main" id="{CE213199-E7E3-3157-F02B-424C316E3AC4}"/>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 name="Rectángulo 3">
            <a:extLst>
              <a:ext uri="{FF2B5EF4-FFF2-40B4-BE49-F238E27FC236}">
                <a16:creationId xmlns:a16="http://schemas.microsoft.com/office/drawing/2014/main" id="{257EB0D4-E6FC-78DD-B75B-8D261FF0B884}"/>
              </a:ext>
            </a:extLst>
          </p:cNvPr>
          <p:cNvSpPr/>
          <p:nvPr/>
        </p:nvSpPr>
        <p:spPr>
          <a:xfrm>
            <a:off x="609599" y="1278812"/>
            <a:ext cx="5692633" cy="2997038"/>
          </a:xfrm>
          <a:prstGeom prst="rect">
            <a:avLst/>
          </a:prstGeom>
          <a:solidFill>
            <a:srgbClr val="DDF7F8"/>
          </a:solidFill>
          <a:ln w="1524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8" name="Rectángulo 7">
            <a:extLst>
              <a:ext uri="{FF2B5EF4-FFF2-40B4-BE49-F238E27FC236}">
                <a16:creationId xmlns:a16="http://schemas.microsoft.com/office/drawing/2014/main" id="{F6449584-9058-E7CB-BB4E-D46977222209}"/>
              </a:ext>
            </a:extLst>
          </p:cNvPr>
          <p:cNvSpPr/>
          <p:nvPr/>
        </p:nvSpPr>
        <p:spPr>
          <a:xfrm>
            <a:off x="609600" y="1278811"/>
            <a:ext cx="101600" cy="2997038"/>
          </a:xfrm>
          <a:prstGeom prst="rect">
            <a:avLst/>
          </a:prstGeom>
          <a:solidFill>
            <a:srgbClr val="00A7B5"/>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12" name="CuadroTexto 11">
            <a:extLst>
              <a:ext uri="{FF2B5EF4-FFF2-40B4-BE49-F238E27FC236}">
                <a16:creationId xmlns:a16="http://schemas.microsoft.com/office/drawing/2014/main" id="{92A44093-5F4C-E403-E498-294956DB57B8}"/>
              </a:ext>
            </a:extLst>
          </p:cNvPr>
          <p:cNvSpPr txBox="1"/>
          <p:nvPr/>
        </p:nvSpPr>
        <p:spPr>
          <a:xfrm>
            <a:off x="914400" y="1431212"/>
            <a:ext cx="4191000" cy="292100"/>
          </a:xfrm>
          <a:prstGeom prst="rect">
            <a:avLst/>
          </a:prstGeom>
          <a:noFill/>
        </p:spPr>
        <p:txBody>
          <a:bodyPr vertOverflow="overflow" vert="horz" wrap="square" rtlCol="0" anchor="t" anchorCtr="0">
            <a:noAutofit/>
          </a:bodyPr>
          <a:lstStyle/>
          <a:p>
            <a:pPr algn="l"/>
            <a:r>
              <a:rPr lang="es-US" sz="1600" b="1" dirty="0">
                <a:solidFill>
                  <a:srgbClr val="00A7B5"/>
                </a:solidFill>
                <a:latin typeface="Helvetica Neue"/>
                <a:ea typeface="Helvetica Neue"/>
                <a:cs typeface="Helvetica Neue"/>
              </a:rPr>
              <a:t>X ya no determina una única intención Z</a:t>
            </a:r>
          </a:p>
        </p:txBody>
      </p:sp>
      <p:sp>
        <p:nvSpPr>
          <p:cNvPr id="16" name="CuadroTexto 15">
            <a:extLst>
              <a:ext uri="{FF2B5EF4-FFF2-40B4-BE49-F238E27FC236}">
                <a16:creationId xmlns:a16="http://schemas.microsoft.com/office/drawing/2014/main" id="{BC3B26F4-C2E9-B9A2-8C87-CE68A01EBA3E}"/>
              </a:ext>
            </a:extLst>
          </p:cNvPr>
          <p:cNvSpPr txBox="1"/>
          <p:nvPr/>
        </p:nvSpPr>
        <p:spPr>
          <a:xfrm>
            <a:off x="901700" y="1816100"/>
            <a:ext cx="3987800" cy="622300"/>
          </a:xfrm>
          <a:prstGeom prst="rect">
            <a:avLst/>
          </a:prstGeom>
          <a:noFill/>
        </p:spPr>
        <p:txBody>
          <a:bodyPr vertOverflow="overflow" vert="horz" wrap="square" rtlCol="0" anchor="t" anchorCtr="0">
            <a:normAutofit/>
          </a:bodyPr>
          <a:lstStyle/>
          <a:p>
            <a:pPr algn="l"/>
            <a:r>
              <a:rPr lang="es-MX" sz="1200" b="1" dirty="0">
                <a:solidFill>
                  <a:srgbClr val="536078"/>
                </a:solidFill>
                <a:latin typeface="Helvetica Neue"/>
                <a:ea typeface="Helvetica Neue"/>
                <a:cs typeface="Helvetica Neue"/>
              </a:rPr>
              <a:t>Recuperar mejor no basta: primero hay que desambiguar</a:t>
            </a:r>
            <a:endParaRPr lang="es-US" sz="1200" b="1" dirty="0">
              <a:solidFill>
                <a:srgbClr val="536078"/>
              </a:solidFill>
              <a:latin typeface="Helvetica Neue"/>
              <a:ea typeface="Helvetica Neue"/>
              <a:cs typeface="Helvetica Neue"/>
            </a:endParaRPr>
          </a:p>
        </p:txBody>
      </p:sp>
      <p:pic>
        <p:nvPicPr>
          <p:cNvPr id="20" name="Imagen 19">
            <a:extLst>
              <a:ext uri="{FF2B5EF4-FFF2-40B4-BE49-F238E27FC236}">
                <a16:creationId xmlns:a16="http://schemas.microsoft.com/office/drawing/2014/main" id="{3F4E86CF-65A1-D3A6-F04A-36951BC81751}"/>
              </a:ext>
            </a:extLst>
          </p:cNvPr>
          <p:cNvPicPr>
            <a:picLocks noChangeAspect="1"/>
          </p:cNvPicPr>
          <p:nvPr/>
        </p:nvPicPr>
        <p:blipFill>
          <a:blip r:embed="rId3"/>
          <a:stretch>
            <a:fillRect/>
          </a:stretch>
        </p:blipFill>
        <p:spPr>
          <a:xfrm>
            <a:off x="6018283" y="876300"/>
            <a:ext cx="5692633" cy="5303980"/>
          </a:xfrm>
          <a:prstGeom prst="rect">
            <a:avLst/>
          </a:prstGeom>
        </p:spPr>
      </p:pic>
      <p:sp>
        <p:nvSpPr>
          <p:cNvPr id="25" name="TextBox 23">
            <a:extLst>
              <a:ext uri="{FF2B5EF4-FFF2-40B4-BE49-F238E27FC236}">
                <a16:creationId xmlns:a16="http://schemas.microsoft.com/office/drawing/2014/main" id="{BBE61BA5-E143-568C-C0D6-E1E02403D7F7}"/>
              </a:ext>
            </a:extLst>
          </p:cNvPr>
          <p:cNvSpPr>
            <a:spLocks noGrp="1"/>
          </p:cNvSpPr>
          <p:nvPr/>
        </p:nvSpPr>
        <p:spPr>
          <a:xfrm>
            <a:off x="609599" y="4416739"/>
            <a:ext cx="5408683" cy="384721"/>
          </a:xfrm>
          <a:prstGeom prst="rect">
            <a:avLst/>
          </a:prstGeom>
          <a:noFill/>
        </p:spPr>
        <p:txBody>
          <a:bodyPr wrap="square" lIns="0" tIns="0" rIns="0" bIns="0" anchor="ctr">
            <a:spAutoFit/>
          </a:bodyPr>
          <a:lstStyle/>
          <a:p>
            <a:r>
              <a:rPr sz="1250" b="1" dirty="0" err="1">
                <a:solidFill>
                  <a:srgbClr val="7065E8"/>
                </a:solidFill>
                <a:latin typeface="Aptos"/>
                <a:ea typeface="Aptos"/>
                <a:cs typeface="Aptos"/>
              </a:rPr>
              <a:t>Notación</a:t>
            </a:r>
            <a:r>
              <a:rPr sz="1250" b="1" dirty="0">
                <a:solidFill>
                  <a:srgbClr val="7065E8"/>
                </a:solidFill>
                <a:latin typeface="Aptos"/>
                <a:ea typeface="Aptos"/>
                <a:cs typeface="Aptos"/>
              </a:rPr>
              <a:t> </a:t>
            </a:r>
            <a:r>
              <a:rPr lang="es-MX" sz="1250" dirty="0">
                <a:solidFill>
                  <a:srgbClr val="60687C"/>
                </a:solidFill>
                <a:latin typeface="Aptos"/>
                <a:ea typeface="Aptos"/>
                <a:cs typeface="Aptos"/>
              </a:rPr>
              <a:t>· X consulta · C contexto · Y* respuesta objetivo </a:t>
            </a:r>
            <a:r>
              <a:rPr sz="1250" b="1" dirty="0">
                <a:solidFill>
                  <a:srgbClr val="7065E8"/>
                </a:solidFill>
                <a:latin typeface="Aptos"/>
                <a:ea typeface="Aptos"/>
                <a:cs typeface="Aptos"/>
              </a:rPr>
              <a:t>· </a:t>
            </a:r>
            <a:r>
              <a:rPr sz="1250" dirty="0">
                <a:solidFill>
                  <a:srgbClr val="60687C"/>
                </a:solidFill>
                <a:latin typeface="Aptos"/>
                <a:ea typeface="Aptos"/>
                <a:cs typeface="Aptos"/>
              </a:rPr>
              <a:t>Z </a:t>
            </a:r>
            <a:r>
              <a:rPr sz="1250" dirty="0" err="1">
                <a:solidFill>
                  <a:srgbClr val="60687C"/>
                </a:solidFill>
                <a:latin typeface="Aptos"/>
                <a:ea typeface="Aptos"/>
                <a:cs typeface="Aptos"/>
              </a:rPr>
              <a:t>intención</a:t>
            </a:r>
            <a:r>
              <a:rPr sz="1250" dirty="0">
                <a:solidFill>
                  <a:srgbClr val="60687C"/>
                </a:solidFill>
                <a:latin typeface="Aptos"/>
                <a:ea typeface="Aptos"/>
                <a:cs typeface="Aptos"/>
              </a:rPr>
              <a:t> </a:t>
            </a:r>
            <a:r>
              <a:rPr sz="1250" dirty="0" err="1">
                <a:solidFill>
                  <a:srgbClr val="60687C"/>
                </a:solidFill>
                <a:latin typeface="Aptos"/>
                <a:ea typeface="Aptos"/>
                <a:cs typeface="Aptos"/>
              </a:rPr>
              <a:t>latente</a:t>
            </a:r>
            <a:r>
              <a:rPr sz="1250" dirty="0">
                <a:solidFill>
                  <a:srgbClr val="60687C"/>
                </a:solidFill>
                <a:latin typeface="Aptos"/>
                <a:ea typeface="Aptos"/>
                <a:cs typeface="Aptos"/>
              </a:rPr>
              <a:t> </a:t>
            </a:r>
            <a:r>
              <a:rPr lang="es-PE" sz="1250" dirty="0">
                <a:solidFill>
                  <a:srgbClr val="60687C"/>
                </a:solidFill>
                <a:latin typeface="Aptos"/>
                <a:ea typeface="Aptos"/>
                <a:cs typeface="Aptos"/>
              </a:rPr>
              <a:t>· z hipótesis de intención</a:t>
            </a:r>
            <a:endParaRPr sz="1250" dirty="0">
              <a:solidFill>
                <a:srgbClr val="60687C"/>
              </a:solidFill>
              <a:latin typeface="Aptos"/>
              <a:ea typeface="Aptos"/>
              <a:cs typeface="Aptos"/>
            </a:endParaRPr>
          </a:p>
        </p:txBody>
      </p:sp>
      <p:sp>
        <p:nvSpPr>
          <p:cNvPr id="28" name="Rectángulo 27">
            <a:extLst>
              <a:ext uri="{FF2B5EF4-FFF2-40B4-BE49-F238E27FC236}">
                <a16:creationId xmlns:a16="http://schemas.microsoft.com/office/drawing/2014/main" id="{DD61EFA7-A9AD-A5F0-7AC7-DC608E3BAD4E}"/>
              </a:ext>
            </a:extLst>
          </p:cNvPr>
          <p:cNvSpPr/>
          <p:nvPr/>
        </p:nvSpPr>
        <p:spPr>
          <a:xfrm>
            <a:off x="869702" y="2615057"/>
            <a:ext cx="5058658" cy="1149223"/>
          </a:xfrm>
          <a:prstGeom prst="rect">
            <a:avLst/>
          </a:prstGeom>
          <a:solidFill>
            <a:srgbClr val="172333"/>
          </a:solidFill>
          <a:ln w="9525" cap="flat" cmpd="sng" algn="ctr">
            <a:solidFill>
              <a:srgbClr val="16B6C8"/>
            </a:solid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pic>
        <p:nvPicPr>
          <p:cNvPr id="3" name="Imagen 2">
            <a:extLst>
              <a:ext uri="{FF2B5EF4-FFF2-40B4-BE49-F238E27FC236}">
                <a16:creationId xmlns:a16="http://schemas.microsoft.com/office/drawing/2014/main" id="{55151CAB-B70D-036F-E0B0-A1632ECA1163}"/>
              </a:ext>
            </a:extLst>
          </p:cNvPr>
          <p:cNvPicPr>
            <a:picLocks noChangeAspect="1"/>
          </p:cNvPicPr>
          <p:nvPr/>
        </p:nvPicPr>
        <p:blipFill>
          <a:blip r:embed="rId4"/>
          <a:stretch/>
        </p:blipFill>
        <p:spPr>
          <a:xfrm>
            <a:off x="914400" y="3030140"/>
            <a:ext cx="4925210" cy="407591"/>
          </a:xfrm>
          <a:prstGeom prst="rect">
            <a:avLst/>
          </a:prstGeom>
        </p:spPr>
      </p:pic>
    </p:spTree>
    <p:extLst>
      <p:ext uri="{BB962C8B-B14F-4D97-AF65-F5344CB8AC3E}">
        <p14:creationId xmlns:p14="http://schemas.microsoft.com/office/powerpoint/2010/main" val="25664992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659CE-6C38-A1D1-5819-F32E24D5B680}"/>
            </a:ext>
          </a:extLst>
        </p:cNvPr>
        <p:cNvGrpSpPr/>
        <p:nvPr/>
      </p:nvGrpSpPr>
      <p:grpSpPr>
        <a:xfrm>
          <a:off x="0" y="0"/>
          <a:ext cx="0" cy="0"/>
          <a:chOff x="0" y="0"/>
          <a:chExt cx="0" cy="0"/>
        </a:xfrm>
      </p:grpSpPr>
      <p:sp>
        <p:nvSpPr>
          <p:cNvPr id="39" name="CuadroTexto 38">
            <a:extLst>
              <a:ext uri="{FF2B5EF4-FFF2-40B4-BE49-F238E27FC236}">
                <a16:creationId xmlns:a16="http://schemas.microsoft.com/office/drawing/2014/main" id="{3AA93EC7-F24E-2323-BDE0-9EEC1A74C08D}"/>
              </a:ext>
            </a:extLst>
          </p:cNvPr>
          <p:cNvSpPr txBox="1"/>
          <p:nvPr/>
        </p:nvSpPr>
        <p:spPr>
          <a:xfrm>
            <a:off x="609600" y="330200"/>
            <a:ext cx="8255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LA AMBIGÜEDAD CAMBIA EL PROBLEMA</a:t>
            </a:r>
          </a:p>
        </p:txBody>
      </p:sp>
      <p:sp>
        <p:nvSpPr>
          <p:cNvPr id="54" name="CuadroTexto 53">
            <a:extLst>
              <a:ext uri="{FF2B5EF4-FFF2-40B4-BE49-F238E27FC236}">
                <a16:creationId xmlns:a16="http://schemas.microsoft.com/office/drawing/2014/main" id="{B91C4E9B-B6B6-1448-B1B4-A55F9DA25D95}"/>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 Su y Cardie: “</a:t>
            </a:r>
            <a:r>
              <a:rPr lang="en-US" sz="630" dirty="0">
                <a:solidFill>
                  <a:srgbClr val="8A94A4"/>
                </a:solidFill>
                <a:latin typeface="Aptos"/>
              </a:rPr>
              <a:t>Knowing but Not Showing: LLMs Recognize Ambiguity but Rarely Ask Clarifying Questions</a:t>
            </a:r>
            <a:r>
              <a:rPr lang="es-US" sz="630" dirty="0">
                <a:solidFill>
                  <a:srgbClr val="8A94A4"/>
                </a:solidFill>
                <a:latin typeface="Aptos"/>
              </a:rPr>
              <a:t>”.</a:t>
            </a:r>
          </a:p>
        </p:txBody>
      </p:sp>
      <p:sp>
        <p:nvSpPr>
          <p:cNvPr id="27" name="Rectángulo 26">
            <a:extLst>
              <a:ext uri="{FF2B5EF4-FFF2-40B4-BE49-F238E27FC236}">
                <a16:creationId xmlns:a16="http://schemas.microsoft.com/office/drawing/2014/main" id="{69B08F9A-44CD-D6A4-5488-A25A6E216036}"/>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pic>
        <p:nvPicPr>
          <p:cNvPr id="3" name="Imagen 2">
            <a:extLst>
              <a:ext uri="{FF2B5EF4-FFF2-40B4-BE49-F238E27FC236}">
                <a16:creationId xmlns:a16="http://schemas.microsoft.com/office/drawing/2014/main" id="{3719283D-58D5-D96B-1B10-253471A12259}"/>
              </a:ext>
            </a:extLst>
          </p:cNvPr>
          <p:cNvPicPr>
            <a:picLocks noChangeAspect="1"/>
          </p:cNvPicPr>
          <p:nvPr/>
        </p:nvPicPr>
        <p:blipFill>
          <a:blip r:embed="rId3"/>
          <a:stretch/>
        </p:blipFill>
        <p:spPr>
          <a:xfrm>
            <a:off x="5308917" y="1588620"/>
            <a:ext cx="6240463" cy="4818774"/>
          </a:xfrm>
          <a:prstGeom prst="roundRect">
            <a:avLst>
              <a:gd name="adj" fmla="val 2674"/>
            </a:avLst>
          </a:prstGeom>
        </p:spPr>
      </p:pic>
      <p:sp>
        <p:nvSpPr>
          <p:cNvPr id="28" name="TextBox 2">
            <a:extLst>
              <a:ext uri="{FF2B5EF4-FFF2-40B4-BE49-F238E27FC236}">
                <a16:creationId xmlns:a16="http://schemas.microsoft.com/office/drawing/2014/main" id="{0DA95AF8-1443-D4A1-307A-EA2D2618D5AE}"/>
              </a:ext>
            </a:extLst>
          </p:cNvPr>
          <p:cNvSpPr>
            <a:spLocks noGrp="1"/>
          </p:cNvSpPr>
          <p:nvPr/>
        </p:nvSpPr>
        <p:spPr>
          <a:xfrm>
            <a:off x="701040" y="884629"/>
            <a:ext cx="10835640" cy="1107996"/>
          </a:xfrm>
          <a:prstGeom prst="rect">
            <a:avLst/>
          </a:prstGeom>
          <a:noFill/>
        </p:spPr>
        <p:txBody>
          <a:bodyPr wrap="square" lIns="0" tIns="0" rIns="0" bIns="0" anchor="ctr">
            <a:spAutoFit/>
          </a:bodyPr>
          <a:lstStyle/>
          <a:p>
            <a:pPr algn="l">
              <a:buNone/>
            </a:pPr>
            <a:r>
              <a:rPr lang="es-PE" sz="3600" b="1" dirty="0">
                <a:solidFill>
                  <a:srgbClr val="101526"/>
                </a:solidFill>
                <a:latin typeface="Aptos Display"/>
                <a:ea typeface="Aptos Display"/>
                <a:cs typeface="Aptos Display"/>
              </a:rPr>
              <a:t>Los </a:t>
            </a:r>
            <a:r>
              <a:rPr lang="es-PE" sz="3600" b="1" dirty="0" err="1">
                <a:solidFill>
                  <a:srgbClr val="101526"/>
                </a:solidFill>
                <a:latin typeface="Aptos Display"/>
                <a:ea typeface="Aptos Display"/>
                <a:cs typeface="Aptos Display"/>
              </a:rPr>
              <a:t>LLM’s</a:t>
            </a:r>
            <a:r>
              <a:rPr lang="es-PE" sz="3600" b="1" dirty="0">
                <a:solidFill>
                  <a:srgbClr val="101526"/>
                </a:solidFill>
                <a:latin typeface="Aptos Display"/>
                <a:ea typeface="Aptos Display"/>
                <a:cs typeface="Aptos Display"/>
              </a:rPr>
              <a:t> reconocen ambigüedad pero no garantizan pedir aclaración</a:t>
            </a:r>
            <a:endParaRPr sz="3600" b="1" dirty="0">
              <a:solidFill>
                <a:srgbClr val="101526"/>
              </a:solidFill>
              <a:latin typeface="Aptos Display"/>
              <a:ea typeface="Aptos Display"/>
              <a:cs typeface="Aptos Display"/>
            </a:endParaRPr>
          </a:p>
        </p:txBody>
      </p:sp>
      <p:sp>
        <p:nvSpPr>
          <p:cNvPr id="41" name="Rectángulo 40">
            <a:extLst>
              <a:ext uri="{FF2B5EF4-FFF2-40B4-BE49-F238E27FC236}">
                <a16:creationId xmlns:a16="http://schemas.microsoft.com/office/drawing/2014/main" id="{D0B1D8D6-4D41-6299-3319-37E1D4C71456}"/>
              </a:ext>
            </a:extLst>
          </p:cNvPr>
          <p:cNvSpPr/>
          <p:nvPr/>
        </p:nvSpPr>
        <p:spPr>
          <a:xfrm>
            <a:off x="609600" y="2280057"/>
            <a:ext cx="4457383" cy="2997038"/>
          </a:xfrm>
          <a:prstGeom prst="rect">
            <a:avLst/>
          </a:prstGeom>
          <a:solidFill>
            <a:srgbClr val="DDF7F8"/>
          </a:solidFill>
          <a:ln w="1524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3" name="Rectángulo 42">
            <a:extLst>
              <a:ext uri="{FF2B5EF4-FFF2-40B4-BE49-F238E27FC236}">
                <a16:creationId xmlns:a16="http://schemas.microsoft.com/office/drawing/2014/main" id="{80E78580-90AE-9DCA-88A6-4BE6E5A687F9}"/>
              </a:ext>
            </a:extLst>
          </p:cNvPr>
          <p:cNvSpPr/>
          <p:nvPr/>
        </p:nvSpPr>
        <p:spPr>
          <a:xfrm>
            <a:off x="609601" y="2280056"/>
            <a:ext cx="101600" cy="2997038"/>
          </a:xfrm>
          <a:prstGeom prst="rect">
            <a:avLst/>
          </a:prstGeom>
          <a:solidFill>
            <a:srgbClr val="00A7B5"/>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5" name="CuadroTexto 44">
            <a:extLst>
              <a:ext uri="{FF2B5EF4-FFF2-40B4-BE49-F238E27FC236}">
                <a16:creationId xmlns:a16="http://schemas.microsoft.com/office/drawing/2014/main" id="{887843D0-5621-E9D9-801E-FBFE5A17E428}"/>
              </a:ext>
            </a:extLst>
          </p:cNvPr>
          <p:cNvSpPr txBox="1"/>
          <p:nvPr/>
        </p:nvSpPr>
        <p:spPr>
          <a:xfrm>
            <a:off x="914401" y="2432456"/>
            <a:ext cx="4191000" cy="672275"/>
          </a:xfrm>
          <a:prstGeom prst="rect">
            <a:avLst/>
          </a:prstGeom>
          <a:noFill/>
        </p:spPr>
        <p:txBody>
          <a:bodyPr vertOverflow="overflow" vert="horz" wrap="square" rtlCol="0" anchor="t" anchorCtr="0">
            <a:noAutofit/>
          </a:bodyPr>
          <a:lstStyle/>
          <a:p>
            <a:pPr algn="l"/>
            <a:r>
              <a:rPr lang="es-MX" sz="1600" b="1" dirty="0">
                <a:solidFill>
                  <a:srgbClr val="00A7B5"/>
                </a:solidFill>
                <a:latin typeface="Helvetica Neue"/>
                <a:ea typeface="Helvetica Neue"/>
                <a:cs typeface="Helvetica Neue"/>
              </a:rPr>
              <a:t>Los modelos no han sido entrenados para tratar la ambigüedad</a:t>
            </a:r>
          </a:p>
        </p:txBody>
      </p:sp>
      <p:sp>
        <p:nvSpPr>
          <p:cNvPr id="47" name="CuadroTexto 46">
            <a:extLst>
              <a:ext uri="{FF2B5EF4-FFF2-40B4-BE49-F238E27FC236}">
                <a16:creationId xmlns:a16="http://schemas.microsoft.com/office/drawing/2014/main" id="{BC214535-DFFB-15FF-3733-7E6FEDA0BF7D}"/>
              </a:ext>
            </a:extLst>
          </p:cNvPr>
          <p:cNvSpPr txBox="1"/>
          <p:nvPr/>
        </p:nvSpPr>
        <p:spPr>
          <a:xfrm>
            <a:off x="901700" y="3104730"/>
            <a:ext cx="3987800" cy="1934630"/>
          </a:xfrm>
          <a:prstGeom prst="rect">
            <a:avLst/>
          </a:prstGeom>
          <a:noFill/>
        </p:spPr>
        <p:txBody>
          <a:bodyPr vertOverflow="overflow" vert="horz" wrap="square" rtlCol="0" anchor="t" anchorCtr="0">
            <a:normAutofit/>
          </a:bodyPr>
          <a:lstStyle/>
          <a:p>
            <a:pPr algn="l"/>
            <a:r>
              <a:rPr lang="es-MX" sz="1200" b="1" dirty="0">
                <a:solidFill>
                  <a:srgbClr val="536078"/>
                </a:solidFill>
                <a:latin typeface="Helvetica Neue"/>
                <a:ea typeface="Helvetica Neue"/>
                <a:cs typeface="Helvetica Neue"/>
              </a:rPr>
              <a:t>Según Su &amp; Cardie (2026), los </a:t>
            </a:r>
            <a:r>
              <a:rPr lang="es-MX" sz="1200" b="1" dirty="0" err="1">
                <a:solidFill>
                  <a:srgbClr val="536078"/>
                </a:solidFill>
                <a:latin typeface="Helvetica Neue"/>
                <a:ea typeface="Helvetica Neue"/>
                <a:cs typeface="Helvetica Neue"/>
              </a:rPr>
              <a:t>LLM’s</a:t>
            </a:r>
            <a:r>
              <a:rPr lang="es-MX" sz="1200" b="1" dirty="0">
                <a:solidFill>
                  <a:srgbClr val="536078"/>
                </a:solidFill>
                <a:latin typeface="Helvetica Neue"/>
                <a:ea typeface="Helvetica Neue"/>
                <a:cs typeface="Helvetica Neue"/>
              </a:rPr>
              <a:t> no resuelven bien la ambigüedad únicamente recibiendo más contexto. El contexto recuperado mediante RAG mejora la disponibilidad de conocimiento, pero no necesariamente identifica cuál era la intención del usuario.</a:t>
            </a:r>
            <a:endParaRPr lang="es-US" sz="1200" b="1" dirty="0">
              <a:solidFill>
                <a:srgbClr val="536078"/>
              </a:solidFill>
              <a:latin typeface="Helvetica Neue"/>
              <a:ea typeface="Helvetica Neue"/>
              <a:cs typeface="Helvetica Neue"/>
            </a:endParaRPr>
          </a:p>
        </p:txBody>
      </p:sp>
    </p:spTree>
    <p:extLst>
      <p:ext uri="{BB962C8B-B14F-4D97-AF65-F5344CB8AC3E}">
        <p14:creationId xmlns:p14="http://schemas.microsoft.com/office/powerpoint/2010/main" val="3294210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95D0A-E7FC-F83F-D6BA-9095447D9B60}"/>
            </a:ext>
          </a:extLst>
        </p:cNvPr>
        <p:cNvGrpSpPr/>
        <p:nvPr/>
      </p:nvGrpSpPr>
      <p:grpSpPr>
        <a:xfrm>
          <a:off x="0" y="0"/>
          <a:ext cx="0" cy="0"/>
          <a:chOff x="0" y="0"/>
          <a:chExt cx="0" cy="0"/>
        </a:xfrm>
      </p:grpSpPr>
      <p:sp>
        <p:nvSpPr>
          <p:cNvPr id="39" name="CuadroTexto 38">
            <a:extLst>
              <a:ext uri="{FF2B5EF4-FFF2-40B4-BE49-F238E27FC236}">
                <a16:creationId xmlns:a16="http://schemas.microsoft.com/office/drawing/2014/main" id="{F25BC806-D4BB-2C0E-246A-34AA452BF41F}"/>
              </a:ext>
            </a:extLst>
          </p:cNvPr>
          <p:cNvSpPr txBox="1"/>
          <p:nvPr/>
        </p:nvSpPr>
        <p:spPr>
          <a:xfrm>
            <a:off x="609600" y="330200"/>
            <a:ext cx="8255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INCERTIDUMBRE DE INTENCIÓN Y RESPUESTA</a:t>
            </a:r>
          </a:p>
        </p:txBody>
      </p:sp>
      <p:sp>
        <p:nvSpPr>
          <p:cNvPr id="27" name="Rectángulo 26">
            <a:extLst>
              <a:ext uri="{FF2B5EF4-FFF2-40B4-BE49-F238E27FC236}">
                <a16:creationId xmlns:a16="http://schemas.microsoft.com/office/drawing/2014/main" id="{1225B71D-0579-E697-66A2-3176123A1C1C}"/>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82" name="Rectángulo 81">
            <a:extLst>
              <a:ext uri="{FF2B5EF4-FFF2-40B4-BE49-F238E27FC236}">
                <a16:creationId xmlns:a16="http://schemas.microsoft.com/office/drawing/2014/main" id="{6422B778-64AE-B7EC-6696-C21D9EC6F060}"/>
              </a:ext>
            </a:extLst>
          </p:cNvPr>
          <p:cNvSpPr/>
          <p:nvPr/>
        </p:nvSpPr>
        <p:spPr>
          <a:xfrm>
            <a:off x="1231900" y="5544253"/>
            <a:ext cx="9804529" cy="565859"/>
          </a:xfrm>
          <a:prstGeom prst="rect">
            <a:avLst/>
          </a:prstGeom>
          <a:solidFill>
            <a:srgbClr val="263447"/>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84" name="CuadroTexto 83">
            <a:extLst>
              <a:ext uri="{FF2B5EF4-FFF2-40B4-BE49-F238E27FC236}">
                <a16:creationId xmlns:a16="http://schemas.microsoft.com/office/drawing/2014/main" id="{0E439484-68CB-4E55-60F9-B048FC1E1792}"/>
              </a:ext>
            </a:extLst>
          </p:cNvPr>
          <p:cNvSpPr txBox="1"/>
          <p:nvPr/>
        </p:nvSpPr>
        <p:spPr>
          <a:xfrm>
            <a:off x="1743775" y="5667548"/>
            <a:ext cx="8704450" cy="319268"/>
          </a:xfrm>
          <a:prstGeom prst="rect">
            <a:avLst/>
          </a:prstGeom>
          <a:noFill/>
        </p:spPr>
        <p:txBody>
          <a:bodyPr vertOverflow="overflow" vert="horz" wrap="square" rtlCol="0" anchor="t" anchorCtr="0">
            <a:noAutofit/>
          </a:bodyPr>
          <a:lstStyle/>
          <a:p>
            <a:pPr algn="l"/>
            <a:r>
              <a:rPr lang="es-MX" sz="1600" b="1" dirty="0">
                <a:solidFill>
                  <a:srgbClr val="FFFFFF"/>
                </a:solidFill>
                <a:latin typeface="Aptos"/>
              </a:rPr>
              <a:t>Mejorar el generador reduce el segundo término; aclarar apunta al primero</a:t>
            </a:r>
            <a:r>
              <a:rPr lang="es-PE" sz="1600" b="1" dirty="0">
                <a:solidFill>
                  <a:srgbClr val="FFFFFF"/>
                </a:solidFill>
                <a:latin typeface="Aptos"/>
              </a:rPr>
              <a:t>.</a:t>
            </a:r>
            <a:endParaRPr lang="es-US" sz="1600" b="1" dirty="0">
              <a:solidFill>
                <a:srgbClr val="FFFFFF"/>
              </a:solidFill>
              <a:latin typeface="Aptos"/>
            </a:endParaRPr>
          </a:p>
        </p:txBody>
      </p:sp>
      <p:sp>
        <p:nvSpPr>
          <p:cNvPr id="8" name="CuadroTexto 7">
            <a:extLst>
              <a:ext uri="{FF2B5EF4-FFF2-40B4-BE49-F238E27FC236}">
                <a16:creationId xmlns:a16="http://schemas.microsoft.com/office/drawing/2014/main" id="{21D8574E-B4C4-DE79-83F0-68F6CDD5CD44}"/>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 Kim et al.: “</a:t>
            </a:r>
            <a:r>
              <a:rPr lang="en-US" sz="630" dirty="0">
                <a:solidFill>
                  <a:srgbClr val="8A94A4"/>
                </a:solidFill>
                <a:latin typeface="Aptos"/>
              </a:rPr>
              <a:t>Aligning Language Models to Explicitly Handle Ambiguity</a:t>
            </a:r>
            <a:r>
              <a:rPr lang="es-US" sz="630" dirty="0">
                <a:solidFill>
                  <a:srgbClr val="8A94A4"/>
                </a:solidFill>
                <a:latin typeface="Aptos"/>
              </a:rPr>
              <a:t>”.</a:t>
            </a:r>
          </a:p>
        </p:txBody>
      </p:sp>
      <p:sp>
        <p:nvSpPr>
          <p:cNvPr id="4" name="rev-130">
            <a:extLst>
              <a:ext uri="{FF2B5EF4-FFF2-40B4-BE49-F238E27FC236}">
                <a16:creationId xmlns:a16="http://schemas.microsoft.com/office/drawing/2014/main" id="{F3F8A1DE-4F24-0D06-4F57-BD0F65ADCE15}"/>
              </a:ext>
            </a:extLst>
          </p:cNvPr>
          <p:cNvSpPr>
            <a:spLocks noGrp="1"/>
          </p:cNvSpPr>
          <p:nvPr/>
        </p:nvSpPr>
        <p:spPr>
          <a:xfrm>
            <a:off x="685800" y="1162050"/>
            <a:ext cx="10763250" cy="914400"/>
          </a:xfrm>
          <a:prstGeom prst="rect">
            <a:avLst/>
          </a:prstGeom>
          <a:noFill/>
          <a:ln w="0">
            <a:noFill/>
          </a:ln>
        </p:spPr>
        <p:txBody>
          <a:bodyPr wrap="square" lIns="0" tIns="0" rIns="0" bIns="0" anchor="ctr">
            <a:noAutofit/>
          </a:bodyPr>
          <a:lstStyle/>
          <a:p>
            <a:pPr algn="l">
              <a:lnSpc>
                <a:spcPct val="105000"/>
              </a:lnSpc>
              <a:buNone/>
              <a:defRPr sz="2625" b="1">
                <a:solidFill>
                  <a:srgbClr val="101526"/>
                </a:solidFill>
                <a:latin typeface="Aptos"/>
                <a:ea typeface="Aptos"/>
                <a:cs typeface="Aptos"/>
              </a:defRPr>
            </a:pPr>
            <a:r>
              <a:rPr sz="2625" b="1">
                <a:solidFill>
                  <a:srgbClr val="101526"/>
                </a:solidFill>
                <a:latin typeface="Aptos"/>
                <a:ea typeface="Aptos"/>
                <a:cs typeface="Aptos"/>
              </a:rPr>
              <a:t>La regla de la cadena separa dos incertidumbres</a:t>
            </a:r>
          </a:p>
        </p:txBody>
      </p:sp>
      <p:sp>
        <p:nvSpPr>
          <p:cNvPr id="7" name="rev-131">
            <a:extLst>
              <a:ext uri="{FF2B5EF4-FFF2-40B4-BE49-F238E27FC236}">
                <a16:creationId xmlns:a16="http://schemas.microsoft.com/office/drawing/2014/main" id="{D1032CBD-5623-AE61-646A-3A76A9273A50}"/>
              </a:ext>
            </a:extLst>
          </p:cNvPr>
          <p:cNvSpPr>
            <a:spLocks noGrp="1"/>
          </p:cNvSpPr>
          <p:nvPr/>
        </p:nvSpPr>
        <p:spPr>
          <a:xfrm>
            <a:off x="685800" y="2305050"/>
            <a:ext cx="10744200" cy="1133475"/>
          </a:xfrm>
          <a:prstGeom prst="roundRect">
            <a:avLst>
              <a:gd name="adj" fmla="val 6723"/>
            </a:avLst>
          </a:prstGeom>
          <a:solidFill>
            <a:srgbClr val="222C37"/>
          </a:solidFill>
          <a:ln w="9525">
            <a:solidFill>
              <a:srgbClr val="00ADB8"/>
            </a:solidFill>
          </a:ln>
        </p:spPr>
        <p:txBody>
          <a:bodyPr/>
          <a:lstStyle/>
          <a:p>
            <a:endParaRPr lang="es-PE"/>
          </a:p>
        </p:txBody>
      </p:sp>
      <p:pic>
        <p:nvPicPr>
          <p:cNvPr id="10" name="Imagen 9">
            <a:extLst>
              <a:ext uri="{FF2B5EF4-FFF2-40B4-BE49-F238E27FC236}">
                <a16:creationId xmlns:a16="http://schemas.microsoft.com/office/drawing/2014/main" id="{F82E3B5A-1030-761E-0A63-4C9495A05805}"/>
              </a:ext>
            </a:extLst>
          </p:cNvPr>
          <p:cNvPicPr>
            <a:picLocks noChangeAspect="1"/>
          </p:cNvPicPr>
          <p:nvPr/>
        </p:nvPicPr>
        <p:blipFill>
          <a:blip r:embed="rId3"/>
          <a:stretch/>
        </p:blipFill>
        <p:spPr>
          <a:xfrm>
            <a:off x="2443954" y="2678528"/>
            <a:ext cx="7208842" cy="386519"/>
          </a:xfrm>
          <a:prstGeom prst="rect">
            <a:avLst/>
          </a:prstGeom>
        </p:spPr>
      </p:pic>
      <p:sp>
        <p:nvSpPr>
          <p:cNvPr id="12" name="rev-132">
            <a:extLst>
              <a:ext uri="{FF2B5EF4-FFF2-40B4-BE49-F238E27FC236}">
                <a16:creationId xmlns:a16="http://schemas.microsoft.com/office/drawing/2014/main" id="{3AB1AE8D-C1A0-0828-DB74-0C4D437756EB}"/>
              </a:ext>
            </a:extLst>
          </p:cNvPr>
          <p:cNvSpPr>
            <a:spLocks noGrp="1"/>
          </p:cNvSpPr>
          <p:nvPr/>
        </p:nvSpPr>
        <p:spPr>
          <a:xfrm>
            <a:off x="685800" y="3848100"/>
            <a:ext cx="5181600" cy="1562100"/>
          </a:xfrm>
          <a:prstGeom prst="roundRect">
            <a:avLst>
              <a:gd name="adj" fmla="val 4878"/>
            </a:avLst>
          </a:prstGeom>
          <a:solidFill>
            <a:srgbClr val="222C37"/>
          </a:solidFill>
          <a:ln w="9525">
            <a:solidFill>
              <a:srgbClr val="00ADB8"/>
            </a:solidFill>
          </a:ln>
        </p:spPr>
        <p:txBody>
          <a:bodyPr/>
          <a:lstStyle/>
          <a:p>
            <a:endParaRPr lang="es-PE"/>
          </a:p>
        </p:txBody>
      </p:sp>
      <p:sp>
        <p:nvSpPr>
          <p:cNvPr id="14" name="rev-133">
            <a:extLst>
              <a:ext uri="{FF2B5EF4-FFF2-40B4-BE49-F238E27FC236}">
                <a16:creationId xmlns:a16="http://schemas.microsoft.com/office/drawing/2014/main" id="{D9724214-A9AF-0628-2359-2B0488D61F6B}"/>
              </a:ext>
            </a:extLst>
          </p:cNvPr>
          <p:cNvSpPr>
            <a:spLocks noGrp="1"/>
          </p:cNvSpPr>
          <p:nvPr/>
        </p:nvSpPr>
        <p:spPr>
          <a:xfrm>
            <a:off x="914400" y="3981450"/>
            <a:ext cx="4724400" cy="295275"/>
          </a:xfrm>
          <a:prstGeom prst="rect">
            <a:avLst/>
          </a:prstGeom>
          <a:noFill/>
          <a:ln w="0">
            <a:noFill/>
          </a:ln>
        </p:spPr>
        <p:txBody>
          <a:bodyPr wrap="square" lIns="0" tIns="0" rIns="0" bIns="0" anchor="ctr">
            <a:noAutofit/>
          </a:bodyPr>
          <a:lstStyle/>
          <a:p>
            <a:pPr algn="l">
              <a:lnSpc>
                <a:spcPct val="105000"/>
              </a:lnSpc>
              <a:buNone/>
              <a:defRPr sz="1575" b="1">
                <a:solidFill>
                  <a:srgbClr val="26CFC2"/>
                </a:solidFill>
                <a:latin typeface="Aptos"/>
                <a:ea typeface="Aptos"/>
                <a:cs typeface="Aptos"/>
              </a:defRPr>
            </a:pPr>
            <a:r>
              <a:rPr sz="1575" b="1">
                <a:solidFill>
                  <a:srgbClr val="26CFC2"/>
                </a:solidFill>
                <a:latin typeface="Aptos"/>
                <a:ea typeface="Aptos"/>
                <a:cs typeface="Aptos"/>
              </a:rPr>
              <a:t>INTENCIÓN</a:t>
            </a:r>
          </a:p>
        </p:txBody>
      </p:sp>
      <p:pic>
        <p:nvPicPr>
          <p:cNvPr id="16" name="Imagen 15">
            <a:extLst>
              <a:ext uri="{FF2B5EF4-FFF2-40B4-BE49-F238E27FC236}">
                <a16:creationId xmlns:a16="http://schemas.microsoft.com/office/drawing/2014/main" id="{C06DB2D8-9A41-750A-AFB7-CAC7DA840D3A}"/>
              </a:ext>
            </a:extLst>
          </p:cNvPr>
          <p:cNvPicPr>
            <a:picLocks noChangeAspect="1"/>
          </p:cNvPicPr>
          <p:nvPr/>
        </p:nvPicPr>
        <p:blipFill>
          <a:blip r:embed="rId4"/>
          <a:stretch/>
        </p:blipFill>
        <p:spPr>
          <a:xfrm>
            <a:off x="2438442" y="4591211"/>
            <a:ext cx="1657266" cy="352103"/>
          </a:xfrm>
          <a:prstGeom prst="rect">
            <a:avLst/>
          </a:prstGeom>
        </p:spPr>
      </p:pic>
      <p:sp>
        <p:nvSpPr>
          <p:cNvPr id="18" name="rev-134">
            <a:extLst>
              <a:ext uri="{FF2B5EF4-FFF2-40B4-BE49-F238E27FC236}">
                <a16:creationId xmlns:a16="http://schemas.microsoft.com/office/drawing/2014/main" id="{5FAAC16E-0A42-9E83-A010-4E3AC744ACD2}"/>
              </a:ext>
            </a:extLst>
          </p:cNvPr>
          <p:cNvSpPr>
            <a:spLocks noGrp="1"/>
          </p:cNvSpPr>
          <p:nvPr/>
        </p:nvSpPr>
        <p:spPr>
          <a:xfrm>
            <a:off x="6191250" y="3848100"/>
            <a:ext cx="5238750" cy="1562100"/>
          </a:xfrm>
          <a:prstGeom prst="roundRect">
            <a:avLst>
              <a:gd name="adj" fmla="val 4878"/>
            </a:avLst>
          </a:prstGeom>
          <a:solidFill>
            <a:srgbClr val="222C37"/>
          </a:solidFill>
          <a:ln w="9525">
            <a:solidFill>
              <a:srgbClr val="7564FF"/>
            </a:solidFill>
          </a:ln>
        </p:spPr>
        <p:txBody>
          <a:bodyPr/>
          <a:lstStyle/>
          <a:p>
            <a:endParaRPr lang="es-PE"/>
          </a:p>
        </p:txBody>
      </p:sp>
      <p:sp>
        <p:nvSpPr>
          <p:cNvPr id="20" name="rev-135">
            <a:extLst>
              <a:ext uri="{FF2B5EF4-FFF2-40B4-BE49-F238E27FC236}">
                <a16:creationId xmlns:a16="http://schemas.microsoft.com/office/drawing/2014/main" id="{C18F0780-34AD-58A0-D5BE-6676094BBA40}"/>
              </a:ext>
            </a:extLst>
          </p:cNvPr>
          <p:cNvSpPr>
            <a:spLocks noGrp="1"/>
          </p:cNvSpPr>
          <p:nvPr/>
        </p:nvSpPr>
        <p:spPr>
          <a:xfrm>
            <a:off x="6419850" y="3981450"/>
            <a:ext cx="4781550" cy="295275"/>
          </a:xfrm>
          <a:prstGeom prst="rect">
            <a:avLst/>
          </a:prstGeom>
          <a:noFill/>
          <a:ln w="0">
            <a:noFill/>
          </a:ln>
        </p:spPr>
        <p:txBody>
          <a:bodyPr wrap="square" lIns="0" tIns="0" rIns="0" bIns="0" anchor="ctr">
            <a:noAutofit/>
          </a:bodyPr>
          <a:lstStyle/>
          <a:p>
            <a:pPr algn="l">
              <a:lnSpc>
                <a:spcPct val="105000"/>
              </a:lnSpc>
              <a:buNone/>
              <a:defRPr sz="1500" b="1">
                <a:solidFill>
                  <a:srgbClr val="A69CFF"/>
                </a:solidFill>
                <a:latin typeface="Aptos"/>
                <a:ea typeface="Aptos"/>
                <a:cs typeface="Aptos"/>
              </a:defRPr>
            </a:pPr>
            <a:r>
              <a:rPr sz="1500" b="1">
                <a:solidFill>
                  <a:srgbClr val="A69CFF"/>
                </a:solidFill>
                <a:latin typeface="Aptos"/>
                <a:ea typeface="Aptos"/>
                <a:cs typeface="Aptos"/>
              </a:rPr>
              <a:t>RESPUESTA, CONOCIDA LA INTENCIÓN</a:t>
            </a:r>
          </a:p>
        </p:txBody>
      </p:sp>
      <p:pic>
        <p:nvPicPr>
          <p:cNvPr id="22" name="Imagen 21">
            <a:extLst>
              <a:ext uri="{FF2B5EF4-FFF2-40B4-BE49-F238E27FC236}">
                <a16:creationId xmlns:a16="http://schemas.microsoft.com/office/drawing/2014/main" id="{43F9A7A3-4DD3-4720-9BC1-B81DB026E200}"/>
              </a:ext>
            </a:extLst>
          </p:cNvPr>
          <p:cNvPicPr>
            <a:picLocks noChangeAspect="1"/>
          </p:cNvPicPr>
          <p:nvPr/>
        </p:nvPicPr>
        <p:blipFill>
          <a:blip r:embed="rId5"/>
          <a:stretch/>
        </p:blipFill>
        <p:spPr>
          <a:xfrm>
            <a:off x="7613746" y="4574003"/>
            <a:ext cx="2374709" cy="386519"/>
          </a:xfrm>
          <a:prstGeom prst="rect">
            <a:avLst/>
          </a:prstGeom>
        </p:spPr>
      </p:pic>
      <p:cxnSp>
        <p:nvCxnSpPr>
          <p:cNvPr id="3" name="Conector recto de flecha 2">
            <a:extLst>
              <a:ext uri="{FF2B5EF4-FFF2-40B4-BE49-F238E27FC236}">
                <a16:creationId xmlns:a16="http://schemas.microsoft.com/office/drawing/2014/main" id="{7BF027C6-8857-E642-34CE-B348F23C8235}"/>
              </a:ext>
            </a:extLst>
          </p:cNvPr>
          <p:cNvCxnSpPr>
            <a:cxnSpLocks/>
            <a:endCxn id="12" idx="0"/>
          </p:cNvCxnSpPr>
          <p:nvPr/>
        </p:nvCxnSpPr>
        <p:spPr>
          <a:xfrm flipH="1">
            <a:off x="3276600" y="3159890"/>
            <a:ext cx="2679701" cy="688210"/>
          </a:xfrm>
          <a:prstGeom prst="straightConnector1">
            <a:avLst/>
          </a:prstGeom>
          <a:ln w="76200">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 name="Conector recto de flecha 4">
            <a:extLst>
              <a:ext uri="{FF2B5EF4-FFF2-40B4-BE49-F238E27FC236}">
                <a16:creationId xmlns:a16="http://schemas.microsoft.com/office/drawing/2014/main" id="{29343ECA-1370-FB12-E1E5-756EB91BB512}"/>
              </a:ext>
            </a:extLst>
          </p:cNvPr>
          <p:cNvCxnSpPr>
            <a:cxnSpLocks/>
            <a:endCxn id="18" idx="0"/>
          </p:cNvCxnSpPr>
          <p:nvPr/>
        </p:nvCxnSpPr>
        <p:spPr>
          <a:xfrm>
            <a:off x="8364026" y="3161964"/>
            <a:ext cx="446599" cy="686136"/>
          </a:xfrm>
          <a:prstGeom prst="straightConnector1">
            <a:avLst/>
          </a:prstGeom>
          <a:ln w="76200">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97966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FB71C-4C3E-F73C-37F1-30377B50F837}"/>
            </a:ext>
          </a:extLst>
        </p:cNvPr>
        <p:cNvGrpSpPr/>
        <p:nvPr/>
      </p:nvGrpSpPr>
      <p:grpSpPr>
        <a:xfrm>
          <a:off x="0" y="0"/>
          <a:ext cx="0" cy="0"/>
          <a:chOff x="0" y="0"/>
          <a:chExt cx="0" cy="0"/>
        </a:xfrm>
      </p:grpSpPr>
      <p:sp>
        <p:nvSpPr>
          <p:cNvPr id="39" name="CuadroTexto 38">
            <a:extLst>
              <a:ext uri="{FF2B5EF4-FFF2-40B4-BE49-F238E27FC236}">
                <a16:creationId xmlns:a16="http://schemas.microsoft.com/office/drawing/2014/main" id="{7ED3B063-E7A9-22DA-B037-3F0DAA043530}"/>
              </a:ext>
            </a:extLst>
          </p:cNvPr>
          <p:cNvSpPr txBox="1"/>
          <p:nvPr/>
        </p:nvSpPr>
        <p:spPr>
          <a:xfrm>
            <a:off x="609600" y="330200"/>
            <a:ext cx="8255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RECUPERACIÓN BAJO AMBIGÜEDAD</a:t>
            </a:r>
          </a:p>
        </p:txBody>
      </p:sp>
      <p:sp>
        <p:nvSpPr>
          <p:cNvPr id="27" name="Rectángulo 26">
            <a:extLst>
              <a:ext uri="{FF2B5EF4-FFF2-40B4-BE49-F238E27FC236}">
                <a16:creationId xmlns:a16="http://schemas.microsoft.com/office/drawing/2014/main" id="{5ABA9378-CE3B-3BAC-E0CF-A1D19B533F42}"/>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 name="Rectángulo 3">
            <a:extLst>
              <a:ext uri="{FF2B5EF4-FFF2-40B4-BE49-F238E27FC236}">
                <a16:creationId xmlns:a16="http://schemas.microsoft.com/office/drawing/2014/main" id="{0807871C-F436-E5D0-4133-432AF3C5DED5}"/>
              </a:ext>
            </a:extLst>
          </p:cNvPr>
          <p:cNvSpPr>
            <a:spLocks noGrp="1"/>
          </p:cNvSpPr>
          <p:nvPr/>
        </p:nvSpPr>
        <p:spPr>
          <a:xfrm>
            <a:off x="685800" y="882650"/>
            <a:ext cx="10820400" cy="666750"/>
          </a:xfrm>
          <a:prstGeom prst="rect">
            <a:avLst/>
          </a:prstGeom>
          <a:noFill/>
          <a:ln w="0">
            <a:noFill/>
            <a:prstDash val="solid"/>
          </a:ln>
        </p:spPr>
        <p:txBody>
          <a:bodyPr wrap="square" lIns="0" tIns="0" rIns="0" bIns="0" anchor="ctr">
            <a:normAutofit/>
          </a:bodyPr>
          <a:lstStyle/>
          <a:p>
            <a:pPr algn="l">
              <a:lnSpc>
                <a:spcPct val="92000"/>
              </a:lnSpc>
              <a:buNone/>
              <a:defRPr sz="2700" b="1" i="0">
                <a:solidFill>
                  <a:srgbClr val="111827"/>
                </a:solidFill>
                <a:latin typeface="Aptos Display"/>
                <a:ea typeface="Aptos Display"/>
                <a:cs typeface="Aptos Display"/>
              </a:defRPr>
            </a:pPr>
            <a:r>
              <a:rPr sz="2700" b="1" dirty="0">
                <a:solidFill>
                  <a:srgbClr val="111827"/>
                </a:solidFill>
                <a:latin typeface="Aptos Display"/>
                <a:ea typeface="Aptos Display"/>
                <a:cs typeface="Aptos Display"/>
              </a:rPr>
              <a:t>Un retriever </a:t>
            </a:r>
            <a:r>
              <a:rPr sz="2700" b="1" dirty="0" err="1">
                <a:solidFill>
                  <a:srgbClr val="111827"/>
                </a:solidFill>
                <a:latin typeface="Aptos Display"/>
                <a:ea typeface="Aptos Display"/>
                <a:cs typeface="Aptos Display"/>
              </a:rPr>
              <a:t>puede</a:t>
            </a:r>
            <a:r>
              <a:rPr sz="2700" b="1" dirty="0">
                <a:solidFill>
                  <a:srgbClr val="111827"/>
                </a:solidFill>
                <a:latin typeface="Aptos Display"/>
                <a:ea typeface="Aptos Display"/>
                <a:cs typeface="Aptos Display"/>
              </a:rPr>
              <a:t> </a:t>
            </a:r>
            <a:r>
              <a:rPr sz="2700" b="1" dirty="0" err="1">
                <a:solidFill>
                  <a:srgbClr val="111827"/>
                </a:solidFill>
                <a:latin typeface="Aptos Display"/>
                <a:ea typeface="Aptos Display"/>
                <a:cs typeface="Aptos Display"/>
              </a:rPr>
              <a:t>devolver</a:t>
            </a:r>
            <a:r>
              <a:rPr sz="2700" b="1" dirty="0">
                <a:solidFill>
                  <a:srgbClr val="111827"/>
                </a:solidFill>
                <a:latin typeface="Aptos Display"/>
                <a:ea typeface="Aptos Display"/>
                <a:cs typeface="Aptos Display"/>
              </a:rPr>
              <a:t> </a:t>
            </a:r>
            <a:r>
              <a:rPr sz="2700" b="1" dirty="0" err="1">
                <a:solidFill>
                  <a:srgbClr val="111827"/>
                </a:solidFill>
                <a:latin typeface="Aptos Display"/>
                <a:ea typeface="Aptos Display"/>
                <a:cs typeface="Aptos Display"/>
              </a:rPr>
              <a:t>evidencia</a:t>
            </a:r>
            <a:r>
              <a:rPr sz="2700" b="1" dirty="0">
                <a:solidFill>
                  <a:srgbClr val="111827"/>
                </a:solidFill>
                <a:latin typeface="Aptos Display"/>
                <a:ea typeface="Aptos Display"/>
                <a:cs typeface="Aptos Display"/>
              </a:rPr>
              <a:t> para </a:t>
            </a:r>
            <a:r>
              <a:rPr sz="2700" b="1" dirty="0" err="1">
                <a:solidFill>
                  <a:srgbClr val="111827"/>
                </a:solidFill>
                <a:latin typeface="Aptos Display"/>
                <a:ea typeface="Aptos Display"/>
                <a:cs typeface="Aptos Display"/>
              </a:rPr>
              <a:t>varias</a:t>
            </a:r>
            <a:r>
              <a:rPr sz="2700" b="1" dirty="0">
                <a:solidFill>
                  <a:srgbClr val="111827"/>
                </a:solidFill>
                <a:latin typeface="Aptos Display"/>
                <a:ea typeface="Aptos Display"/>
                <a:cs typeface="Aptos Display"/>
              </a:rPr>
              <a:t> </a:t>
            </a:r>
            <a:r>
              <a:rPr sz="2700" b="1" dirty="0" err="1">
                <a:solidFill>
                  <a:srgbClr val="111827"/>
                </a:solidFill>
                <a:latin typeface="Aptos Display"/>
                <a:ea typeface="Aptos Display"/>
                <a:cs typeface="Aptos Display"/>
              </a:rPr>
              <a:t>intenciones</a:t>
            </a:r>
            <a:endParaRPr sz="2700" b="1" dirty="0">
              <a:solidFill>
                <a:srgbClr val="111827"/>
              </a:solidFill>
              <a:latin typeface="Aptos Display"/>
              <a:ea typeface="Aptos Display"/>
              <a:cs typeface="Aptos Display"/>
            </a:endParaRPr>
          </a:p>
        </p:txBody>
      </p:sp>
      <p:sp>
        <p:nvSpPr>
          <p:cNvPr id="7" name="Conector recto 6">
            <a:extLst>
              <a:ext uri="{FF2B5EF4-FFF2-40B4-BE49-F238E27FC236}">
                <a16:creationId xmlns:a16="http://schemas.microsoft.com/office/drawing/2014/main" id="{F752FD35-AB0C-38DB-6359-ED7D071D1552}"/>
              </a:ext>
            </a:extLst>
          </p:cNvPr>
          <p:cNvSpPr>
            <a:spLocks noGrp="1"/>
          </p:cNvSpPr>
          <p:nvPr/>
        </p:nvSpPr>
        <p:spPr>
          <a:xfrm>
            <a:off x="685800" y="1485900"/>
            <a:ext cx="10820400" cy="0"/>
          </a:xfrm>
          <a:prstGeom prst="line">
            <a:avLst/>
          </a:prstGeom>
          <a:noFill/>
          <a:ln w="9525">
            <a:solidFill>
              <a:srgbClr val="D9DDEA"/>
            </a:solidFill>
            <a:prstDash val="solid"/>
          </a:ln>
        </p:spPr>
        <p:txBody>
          <a:bodyPr/>
          <a:lstStyle/>
          <a:p>
            <a:endParaRPr/>
          </a:p>
        </p:txBody>
      </p:sp>
      <p:sp>
        <p:nvSpPr>
          <p:cNvPr id="9" name="Flecha: a la derecha 8">
            <a:extLst>
              <a:ext uri="{FF2B5EF4-FFF2-40B4-BE49-F238E27FC236}">
                <a16:creationId xmlns:a16="http://schemas.microsoft.com/office/drawing/2014/main" id="{C1201B03-80DF-57BA-E932-3F23F18AE6D1}"/>
              </a:ext>
            </a:extLst>
          </p:cNvPr>
          <p:cNvSpPr>
            <a:spLocks noGrp="1"/>
          </p:cNvSpPr>
          <p:nvPr/>
        </p:nvSpPr>
        <p:spPr>
          <a:xfrm>
            <a:off x="3486150" y="3476625"/>
            <a:ext cx="628650" cy="285750"/>
          </a:xfrm>
          <a:prstGeom prst="rightArrow">
            <a:avLst/>
          </a:prstGeom>
          <a:solidFill>
            <a:srgbClr val="8A96B2"/>
          </a:solidFill>
          <a:ln w="9525">
            <a:solidFill>
              <a:srgbClr val="8A96B2"/>
            </a:solidFill>
            <a:prstDash val="solid"/>
          </a:ln>
        </p:spPr>
        <p:txBody>
          <a:bodyPr/>
          <a:lstStyle/>
          <a:p>
            <a:endParaRPr lang="es-PE"/>
          </a:p>
        </p:txBody>
      </p:sp>
      <p:sp>
        <p:nvSpPr>
          <p:cNvPr id="11" name="Flecha: a la derecha 10">
            <a:extLst>
              <a:ext uri="{FF2B5EF4-FFF2-40B4-BE49-F238E27FC236}">
                <a16:creationId xmlns:a16="http://schemas.microsoft.com/office/drawing/2014/main" id="{713BBA52-6730-C8A5-2D67-74E16B6A5AB6}"/>
              </a:ext>
            </a:extLst>
          </p:cNvPr>
          <p:cNvSpPr>
            <a:spLocks noGrp="1"/>
          </p:cNvSpPr>
          <p:nvPr/>
        </p:nvSpPr>
        <p:spPr>
          <a:xfrm>
            <a:off x="8077200" y="2857500"/>
            <a:ext cx="628650" cy="285750"/>
          </a:xfrm>
          <a:prstGeom prst="rightArrow">
            <a:avLst/>
          </a:prstGeom>
          <a:solidFill>
            <a:srgbClr val="33D6C8"/>
          </a:solidFill>
          <a:ln w="9525">
            <a:solidFill>
              <a:srgbClr val="33D6C8"/>
            </a:solidFill>
            <a:prstDash val="solid"/>
          </a:ln>
        </p:spPr>
        <p:txBody>
          <a:bodyPr/>
          <a:lstStyle/>
          <a:p>
            <a:endParaRPr lang="es-PE"/>
          </a:p>
        </p:txBody>
      </p:sp>
      <p:sp>
        <p:nvSpPr>
          <p:cNvPr id="13" name="Flecha: a la derecha 12">
            <a:extLst>
              <a:ext uri="{FF2B5EF4-FFF2-40B4-BE49-F238E27FC236}">
                <a16:creationId xmlns:a16="http://schemas.microsoft.com/office/drawing/2014/main" id="{0D75E6F3-9315-6B61-1C99-EE7DA5882363}"/>
              </a:ext>
            </a:extLst>
          </p:cNvPr>
          <p:cNvSpPr>
            <a:spLocks noGrp="1"/>
          </p:cNvSpPr>
          <p:nvPr/>
        </p:nvSpPr>
        <p:spPr>
          <a:xfrm>
            <a:off x="8077200" y="3964396"/>
            <a:ext cx="628650" cy="285750"/>
          </a:xfrm>
          <a:prstGeom prst="rightArrow">
            <a:avLst/>
          </a:prstGeom>
          <a:solidFill>
            <a:srgbClr val="6C63FF"/>
          </a:solidFill>
          <a:ln w="9525">
            <a:solidFill>
              <a:srgbClr val="6C63FF"/>
            </a:solidFill>
            <a:prstDash val="solid"/>
          </a:ln>
        </p:spPr>
        <p:txBody>
          <a:bodyPr/>
          <a:lstStyle/>
          <a:p>
            <a:endParaRPr lang="es-PE"/>
          </a:p>
        </p:txBody>
      </p:sp>
      <p:sp>
        <p:nvSpPr>
          <p:cNvPr id="15" name="Rectángulo: esquinas redondeadas 14">
            <a:extLst>
              <a:ext uri="{FF2B5EF4-FFF2-40B4-BE49-F238E27FC236}">
                <a16:creationId xmlns:a16="http://schemas.microsoft.com/office/drawing/2014/main" id="{A50B944C-9E6C-DABC-7625-2AD3E1D37043}"/>
              </a:ext>
            </a:extLst>
          </p:cNvPr>
          <p:cNvSpPr>
            <a:spLocks noGrp="1"/>
          </p:cNvSpPr>
          <p:nvPr/>
        </p:nvSpPr>
        <p:spPr>
          <a:xfrm>
            <a:off x="685800" y="2762250"/>
            <a:ext cx="2800350" cy="1676400"/>
          </a:xfrm>
          <a:prstGeom prst="roundRect">
            <a:avLst>
              <a:gd name="adj" fmla="val 9091"/>
            </a:avLst>
          </a:prstGeom>
          <a:solidFill>
            <a:srgbClr val="FFFFFF"/>
          </a:solidFill>
          <a:ln w="13335">
            <a:solidFill>
              <a:srgbClr val="F5A14A"/>
            </a:solidFill>
            <a:prstDash val="solid"/>
          </a:ln>
        </p:spPr>
        <p:txBody>
          <a:bodyPr/>
          <a:lstStyle/>
          <a:p>
            <a:endParaRPr lang="es-PE"/>
          </a:p>
        </p:txBody>
      </p:sp>
      <p:sp>
        <p:nvSpPr>
          <p:cNvPr id="17" name="Rectángulo 16">
            <a:extLst>
              <a:ext uri="{FF2B5EF4-FFF2-40B4-BE49-F238E27FC236}">
                <a16:creationId xmlns:a16="http://schemas.microsoft.com/office/drawing/2014/main" id="{284C5B52-1EA8-2BCC-6C46-FF751095AFF7}"/>
              </a:ext>
            </a:extLst>
          </p:cNvPr>
          <p:cNvSpPr>
            <a:spLocks noGrp="1"/>
          </p:cNvSpPr>
          <p:nvPr/>
        </p:nvSpPr>
        <p:spPr>
          <a:xfrm>
            <a:off x="914400" y="3000375"/>
            <a:ext cx="2343150" cy="266700"/>
          </a:xfrm>
          <a:prstGeom prst="rect">
            <a:avLst/>
          </a:prstGeom>
          <a:noFill/>
          <a:ln w="0">
            <a:noFill/>
            <a:prstDash val="solid"/>
          </a:ln>
        </p:spPr>
        <p:txBody>
          <a:bodyPr wrap="square" lIns="19050" tIns="19050" rIns="19050" bIns="19050" anchor="t">
            <a:normAutofit/>
          </a:bodyPr>
          <a:lstStyle/>
          <a:p>
            <a:pPr algn="ctr">
              <a:lnSpc>
                <a:spcPct val="100000"/>
              </a:lnSpc>
              <a:buNone/>
              <a:defRPr sz="1125" b="1">
                <a:solidFill>
                  <a:srgbClr val="F5A14A"/>
                </a:solidFill>
                <a:latin typeface="Aptos"/>
                <a:ea typeface="Aptos"/>
                <a:cs typeface="Aptos"/>
              </a:defRPr>
            </a:pPr>
            <a:r>
              <a:rPr sz="1125" b="1">
                <a:solidFill>
                  <a:srgbClr val="F5A14A"/>
                </a:solidFill>
                <a:latin typeface="Aptos"/>
                <a:ea typeface="Aptos"/>
                <a:cs typeface="Aptos"/>
              </a:rPr>
              <a:t>QUERY AMBIGUA</a:t>
            </a:r>
          </a:p>
        </p:txBody>
      </p:sp>
      <p:sp>
        <p:nvSpPr>
          <p:cNvPr id="19" name="Rectángulo 18">
            <a:extLst>
              <a:ext uri="{FF2B5EF4-FFF2-40B4-BE49-F238E27FC236}">
                <a16:creationId xmlns:a16="http://schemas.microsoft.com/office/drawing/2014/main" id="{63DB54A6-ADB0-9F4E-2D49-3889EEA471D8}"/>
              </a:ext>
            </a:extLst>
          </p:cNvPr>
          <p:cNvSpPr>
            <a:spLocks noGrp="1"/>
          </p:cNvSpPr>
          <p:nvPr/>
        </p:nvSpPr>
        <p:spPr>
          <a:xfrm>
            <a:off x="914400" y="3419475"/>
            <a:ext cx="2343150" cy="723900"/>
          </a:xfrm>
          <a:prstGeom prst="rect">
            <a:avLst/>
          </a:prstGeom>
          <a:noFill/>
          <a:ln w="0">
            <a:noFill/>
            <a:prstDash val="solid"/>
          </a:ln>
        </p:spPr>
        <p:txBody>
          <a:bodyPr wrap="square" lIns="19050" tIns="19050" rIns="19050" bIns="19050" anchor="ctr">
            <a:normAutofit/>
          </a:bodyPr>
          <a:lstStyle/>
          <a:p>
            <a:pPr algn="ctr">
              <a:lnSpc>
                <a:spcPct val="100000"/>
              </a:lnSpc>
              <a:buNone/>
              <a:defRPr sz="1725" b="1">
                <a:solidFill>
                  <a:srgbClr val="111827"/>
                </a:solidFill>
                <a:latin typeface="Aptos"/>
                <a:ea typeface="Aptos"/>
                <a:cs typeface="Aptos"/>
              </a:defRPr>
            </a:pPr>
            <a:r>
              <a:rPr sz="1725" b="1">
                <a:solidFill>
                  <a:srgbClr val="111827"/>
                </a:solidFill>
                <a:latin typeface="Aptos"/>
                <a:ea typeface="Aptos"/>
                <a:cs typeface="Aptos"/>
              </a:rPr>
              <a:t>«¿Cómo funciona</a:t>
            </a:r>
          </a:p>
          <a:p>
            <a:pPr algn="ctr">
              <a:lnSpc>
                <a:spcPct val="100000"/>
              </a:lnSpc>
              <a:buNone/>
              <a:defRPr sz="1725" b="1">
                <a:solidFill>
                  <a:srgbClr val="111827"/>
                </a:solidFill>
                <a:latin typeface="Aptos"/>
                <a:ea typeface="Aptos"/>
                <a:cs typeface="Aptos"/>
              </a:defRPr>
            </a:pPr>
            <a:r>
              <a:rPr sz="1725" b="1">
                <a:solidFill>
                  <a:srgbClr val="111827"/>
                </a:solidFill>
                <a:latin typeface="Aptos"/>
                <a:ea typeface="Aptos"/>
                <a:cs typeface="Aptos"/>
              </a:rPr>
              <a:t>la memoria?»</a:t>
            </a:r>
          </a:p>
        </p:txBody>
      </p:sp>
      <p:sp>
        <p:nvSpPr>
          <p:cNvPr id="21" name="Rectángulo: esquinas redondeadas 20">
            <a:extLst>
              <a:ext uri="{FF2B5EF4-FFF2-40B4-BE49-F238E27FC236}">
                <a16:creationId xmlns:a16="http://schemas.microsoft.com/office/drawing/2014/main" id="{1C9C2F33-A75E-91C4-8AF9-1A73C2DABD60}"/>
              </a:ext>
            </a:extLst>
          </p:cNvPr>
          <p:cNvSpPr>
            <a:spLocks noGrp="1"/>
          </p:cNvSpPr>
          <p:nvPr/>
        </p:nvSpPr>
        <p:spPr>
          <a:xfrm>
            <a:off x="4114800" y="2714625"/>
            <a:ext cx="3962400" cy="1809750"/>
          </a:xfrm>
          <a:prstGeom prst="roundRect">
            <a:avLst>
              <a:gd name="adj" fmla="val 8421"/>
            </a:avLst>
          </a:prstGeom>
          <a:solidFill>
            <a:srgbClr val="EEECFF"/>
          </a:solidFill>
          <a:ln w="12383">
            <a:solidFill>
              <a:srgbClr val="6C63FF"/>
            </a:solidFill>
            <a:prstDash val="solid"/>
          </a:ln>
        </p:spPr>
        <p:txBody>
          <a:bodyPr/>
          <a:lstStyle/>
          <a:p>
            <a:endParaRPr lang="es-PE"/>
          </a:p>
        </p:txBody>
      </p:sp>
      <p:sp>
        <p:nvSpPr>
          <p:cNvPr id="23" name="Rectángulo 22">
            <a:extLst>
              <a:ext uri="{FF2B5EF4-FFF2-40B4-BE49-F238E27FC236}">
                <a16:creationId xmlns:a16="http://schemas.microsoft.com/office/drawing/2014/main" id="{1E34060C-6FAE-6E4C-69D9-BAE2D374B537}"/>
              </a:ext>
            </a:extLst>
          </p:cNvPr>
          <p:cNvSpPr>
            <a:spLocks noGrp="1"/>
          </p:cNvSpPr>
          <p:nvPr/>
        </p:nvSpPr>
        <p:spPr>
          <a:xfrm>
            <a:off x="4362450" y="3000375"/>
            <a:ext cx="3467100" cy="266700"/>
          </a:xfrm>
          <a:prstGeom prst="rect">
            <a:avLst/>
          </a:prstGeom>
          <a:noFill/>
          <a:ln w="0">
            <a:noFill/>
            <a:prstDash val="solid"/>
          </a:ln>
        </p:spPr>
        <p:txBody>
          <a:bodyPr wrap="square" lIns="19050" tIns="19050" rIns="19050" bIns="19050" anchor="t">
            <a:normAutofit/>
          </a:bodyPr>
          <a:lstStyle/>
          <a:p>
            <a:pPr algn="ctr">
              <a:lnSpc>
                <a:spcPct val="100000"/>
              </a:lnSpc>
              <a:buNone/>
              <a:defRPr sz="1125" b="1">
                <a:solidFill>
                  <a:srgbClr val="6C63FF"/>
                </a:solidFill>
                <a:latin typeface="Aptos"/>
                <a:ea typeface="Aptos"/>
                <a:cs typeface="Aptos"/>
              </a:defRPr>
            </a:pPr>
            <a:r>
              <a:rPr sz="1125" b="1">
                <a:solidFill>
                  <a:srgbClr val="6C63FF"/>
                </a:solidFill>
                <a:latin typeface="Aptos"/>
                <a:ea typeface="Aptos"/>
                <a:cs typeface="Aptos"/>
              </a:rPr>
              <a:t>RETRIEVER</a:t>
            </a:r>
          </a:p>
        </p:txBody>
      </p:sp>
      <p:sp>
        <p:nvSpPr>
          <p:cNvPr id="28" name="Rectángulo: esquinas redondeadas 27">
            <a:extLst>
              <a:ext uri="{FF2B5EF4-FFF2-40B4-BE49-F238E27FC236}">
                <a16:creationId xmlns:a16="http://schemas.microsoft.com/office/drawing/2014/main" id="{A5E24180-1CEC-271E-BA7C-43C6C17277F0}"/>
              </a:ext>
            </a:extLst>
          </p:cNvPr>
          <p:cNvSpPr>
            <a:spLocks noGrp="1"/>
          </p:cNvSpPr>
          <p:nvPr/>
        </p:nvSpPr>
        <p:spPr>
          <a:xfrm>
            <a:off x="8705850" y="2510640"/>
            <a:ext cx="2800350" cy="891044"/>
          </a:xfrm>
          <a:prstGeom prst="roundRect">
            <a:avLst>
              <a:gd name="adj" fmla="val 11940"/>
            </a:avLst>
          </a:prstGeom>
          <a:solidFill>
            <a:srgbClr val="E3F9F6"/>
          </a:solidFill>
          <a:ln w="12383">
            <a:solidFill>
              <a:srgbClr val="33D6C8"/>
            </a:solidFill>
            <a:prstDash val="solid"/>
          </a:ln>
        </p:spPr>
        <p:txBody>
          <a:bodyPr/>
          <a:lstStyle/>
          <a:p>
            <a:endParaRPr lang="es-PE"/>
          </a:p>
        </p:txBody>
      </p:sp>
      <p:sp>
        <p:nvSpPr>
          <p:cNvPr id="30" name="Rectángulo 29">
            <a:extLst>
              <a:ext uri="{FF2B5EF4-FFF2-40B4-BE49-F238E27FC236}">
                <a16:creationId xmlns:a16="http://schemas.microsoft.com/office/drawing/2014/main" id="{0A9A7D75-82C5-DEDF-D400-F9ED49A63374}"/>
              </a:ext>
            </a:extLst>
          </p:cNvPr>
          <p:cNvSpPr>
            <a:spLocks noGrp="1"/>
          </p:cNvSpPr>
          <p:nvPr/>
        </p:nvSpPr>
        <p:spPr>
          <a:xfrm>
            <a:off x="8915400" y="2760060"/>
            <a:ext cx="2381250" cy="381000"/>
          </a:xfrm>
          <a:prstGeom prst="rect">
            <a:avLst/>
          </a:prstGeom>
          <a:noFill/>
          <a:ln w="0">
            <a:noFill/>
            <a:prstDash val="solid"/>
          </a:ln>
        </p:spPr>
        <p:txBody>
          <a:bodyPr wrap="square" lIns="19050" tIns="19050" rIns="19050" bIns="19050" anchor="ctr">
            <a:normAutofit/>
          </a:bodyPr>
          <a:lstStyle/>
          <a:p>
            <a:pPr algn="ctr">
              <a:lnSpc>
                <a:spcPct val="100000"/>
              </a:lnSpc>
              <a:buNone/>
              <a:defRPr sz="1500" b="1">
                <a:solidFill>
                  <a:srgbClr val="33D6C8"/>
                </a:solidFill>
                <a:latin typeface="Aptos"/>
                <a:ea typeface="Aptos"/>
                <a:cs typeface="Aptos"/>
              </a:defRPr>
            </a:pPr>
            <a:r>
              <a:rPr sz="1500" b="1" dirty="0">
                <a:solidFill>
                  <a:srgbClr val="33D6C8"/>
                </a:solidFill>
                <a:latin typeface="Aptos"/>
                <a:ea typeface="Aptos"/>
                <a:cs typeface="Aptos"/>
              </a:rPr>
              <a:t>memoria del </a:t>
            </a:r>
            <a:r>
              <a:rPr sz="1500" b="1" dirty="0" err="1">
                <a:solidFill>
                  <a:srgbClr val="33D6C8"/>
                </a:solidFill>
                <a:latin typeface="Aptos"/>
                <a:ea typeface="Aptos"/>
                <a:cs typeface="Aptos"/>
              </a:rPr>
              <a:t>agente</a:t>
            </a:r>
            <a:endParaRPr sz="1500" b="1" dirty="0">
              <a:solidFill>
                <a:srgbClr val="33D6C8"/>
              </a:solidFill>
              <a:latin typeface="Aptos"/>
              <a:ea typeface="Aptos"/>
              <a:cs typeface="Aptos"/>
            </a:endParaRPr>
          </a:p>
        </p:txBody>
      </p:sp>
      <p:sp>
        <p:nvSpPr>
          <p:cNvPr id="32" name="Rectángulo: esquinas redondeadas 31">
            <a:extLst>
              <a:ext uri="{FF2B5EF4-FFF2-40B4-BE49-F238E27FC236}">
                <a16:creationId xmlns:a16="http://schemas.microsoft.com/office/drawing/2014/main" id="{68409943-4667-B4D7-BC2A-AE1F7F5F39CC}"/>
              </a:ext>
            </a:extLst>
          </p:cNvPr>
          <p:cNvSpPr>
            <a:spLocks noGrp="1"/>
          </p:cNvSpPr>
          <p:nvPr/>
        </p:nvSpPr>
        <p:spPr>
          <a:xfrm>
            <a:off x="8705850" y="3651645"/>
            <a:ext cx="2800350" cy="903696"/>
          </a:xfrm>
          <a:prstGeom prst="roundRect">
            <a:avLst>
              <a:gd name="adj" fmla="val 11940"/>
            </a:avLst>
          </a:prstGeom>
          <a:solidFill>
            <a:srgbClr val="EEECFF"/>
          </a:solidFill>
          <a:ln w="12383">
            <a:solidFill>
              <a:srgbClr val="6C63FF"/>
            </a:solidFill>
            <a:prstDash val="solid"/>
          </a:ln>
        </p:spPr>
        <p:txBody>
          <a:bodyPr/>
          <a:lstStyle/>
          <a:p>
            <a:endParaRPr lang="es-PE"/>
          </a:p>
        </p:txBody>
      </p:sp>
      <p:sp>
        <p:nvSpPr>
          <p:cNvPr id="34" name="Rectángulo 33">
            <a:extLst>
              <a:ext uri="{FF2B5EF4-FFF2-40B4-BE49-F238E27FC236}">
                <a16:creationId xmlns:a16="http://schemas.microsoft.com/office/drawing/2014/main" id="{745B6D3A-AB55-006A-4168-A28099E808FB}"/>
              </a:ext>
            </a:extLst>
          </p:cNvPr>
          <p:cNvSpPr>
            <a:spLocks noGrp="1"/>
          </p:cNvSpPr>
          <p:nvPr/>
        </p:nvSpPr>
        <p:spPr>
          <a:xfrm>
            <a:off x="8915400" y="3901032"/>
            <a:ext cx="2381250" cy="381000"/>
          </a:xfrm>
          <a:prstGeom prst="rect">
            <a:avLst/>
          </a:prstGeom>
          <a:noFill/>
          <a:ln w="0">
            <a:noFill/>
            <a:prstDash val="solid"/>
          </a:ln>
        </p:spPr>
        <p:txBody>
          <a:bodyPr wrap="square" lIns="19050" tIns="19050" rIns="19050" bIns="19050" anchor="ctr">
            <a:normAutofit/>
          </a:bodyPr>
          <a:lstStyle/>
          <a:p>
            <a:pPr algn="ctr">
              <a:lnSpc>
                <a:spcPct val="100000"/>
              </a:lnSpc>
              <a:buNone/>
              <a:defRPr sz="1500" b="1">
                <a:solidFill>
                  <a:srgbClr val="6C63FF"/>
                </a:solidFill>
                <a:latin typeface="Aptos"/>
                <a:ea typeface="Aptos"/>
                <a:cs typeface="Aptos"/>
              </a:defRPr>
            </a:pPr>
            <a:r>
              <a:rPr sz="1500" b="1" dirty="0">
                <a:solidFill>
                  <a:srgbClr val="6C63FF"/>
                </a:solidFill>
                <a:latin typeface="Aptos"/>
                <a:ea typeface="Aptos"/>
                <a:cs typeface="Aptos"/>
              </a:rPr>
              <a:t>memoria </a:t>
            </a:r>
            <a:r>
              <a:rPr lang="es-PE" sz="1500" b="1" dirty="0">
                <a:solidFill>
                  <a:srgbClr val="6C63FF"/>
                </a:solidFill>
                <a:latin typeface="Aptos"/>
                <a:ea typeface="Aptos"/>
                <a:cs typeface="Aptos"/>
              </a:rPr>
              <a:t>RAM</a:t>
            </a:r>
            <a:endParaRPr sz="1500" b="1" dirty="0">
              <a:solidFill>
                <a:srgbClr val="6C63FF"/>
              </a:solidFill>
              <a:latin typeface="Aptos"/>
              <a:ea typeface="Aptos"/>
              <a:cs typeface="Aptos"/>
            </a:endParaRPr>
          </a:p>
        </p:txBody>
      </p:sp>
      <p:sp>
        <p:nvSpPr>
          <p:cNvPr id="38" name="Rectángulo 37">
            <a:extLst>
              <a:ext uri="{FF2B5EF4-FFF2-40B4-BE49-F238E27FC236}">
                <a16:creationId xmlns:a16="http://schemas.microsoft.com/office/drawing/2014/main" id="{DF4FCA57-EEA0-7ACB-25D8-0D44C0B922AC}"/>
              </a:ext>
            </a:extLst>
          </p:cNvPr>
          <p:cNvSpPr/>
          <p:nvPr/>
        </p:nvSpPr>
        <p:spPr>
          <a:xfrm>
            <a:off x="1322226" y="5455058"/>
            <a:ext cx="9804529" cy="754834"/>
          </a:xfrm>
          <a:prstGeom prst="rect">
            <a:avLst/>
          </a:prstGeom>
          <a:solidFill>
            <a:srgbClr val="263447"/>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1" name="CuadroTexto 40">
            <a:extLst>
              <a:ext uri="{FF2B5EF4-FFF2-40B4-BE49-F238E27FC236}">
                <a16:creationId xmlns:a16="http://schemas.microsoft.com/office/drawing/2014/main" id="{203C2764-D01E-5438-3CA5-9457C3628D8F}"/>
              </a:ext>
            </a:extLst>
          </p:cNvPr>
          <p:cNvSpPr txBox="1"/>
          <p:nvPr/>
        </p:nvSpPr>
        <p:spPr>
          <a:xfrm>
            <a:off x="1743775" y="5655447"/>
            <a:ext cx="8704450" cy="319268"/>
          </a:xfrm>
          <a:prstGeom prst="rect">
            <a:avLst/>
          </a:prstGeom>
          <a:noFill/>
        </p:spPr>
        <p:txBody>
          <a:bodyPr vertOverflow="overflow" vert="horz" wrap="square" rtlCol="0" anchor="t" anchorCtr="0">
            <a:noAutofit/>
          </a:bodyPr>
          <a:lstStyle/>
          <a:p>
            <a:r>
              <a:rPr lang="es-MX" sz="1600" b="1" dirty="0">
                <a:solidFill>
                  <a:srgbClr val="FFFFFF"/>
                </a:solidFill>
                <a:latin typeface="Aptos"/>
                <a:ea typeface="Aptos"/>
                <a:cs typeface="Aptos"/>
              </a:rPr>
              <a:t>Un score de similitud no es, por sí solo, una probabilidad de intención.</a:t>
            </a:r>
            <a:endParaRPr lang="es-US" sz="1600" b="1" dirty="0">
              <a:solidFill>
                <a:srgbClr val="FFFFFF"/>
              </a:solidFill>
              <a:latin typeface="Aptos"/>
            </a:endParaRPr>
          </a:p>
        </p:txBody>
      </p:sp>
      <p:sp>
        <p:nvSpPr>
          <p:cNvPr id="3" name="rev-147">
            <a:extLst>
              <a:ext uri="{FF2B5EF4-FFF2-40B4-BE49-F238E27FC236}">
                <a16:creationId xmlns:a16="http://schemas.microsoft.com/office/drawing/2014/main" id="{136D0DD9-5D90-D8D3-45AD-511D4C0EB77B}"/>
              </a:ext>
            </a:extLst>
          </p:cNvPr>
          <p:cNvSpPr>
            <a:spLocks noGrp="1"/>
          </p:cNvSpPr>
          <p:nvPr/>
        </p:nvSpPr>
        <p:spPr>
          <a:xfrm>
            <a:off x="4371975" y="3257550"/>
            <a:ext cx="3457575" cy="1066800"/>
          </a:xfrm>
          <a:prstGeom prst="rect">
            <a:avLst/>
          </a:prstGeom>
          <a:noFill/>
          <a:ln w="0">
            <a:noFill/>
          </a:ln>
        </p:spPr>
        <p:txBody>
          <a:bodyPr wrap="square" lIns="0" tIns="0" rIns="0" bIns="0" anchor="ctr">
            <a:noAutofit/>
          </a:bodyPr>
          <a:lstStyle/>
          <a:p>
            <a:pPr algn="l">
              <a:lnSpc>
                <a:spcPct val="105000"/>
              </a:lnSpc>
              <a:buNone/>
              <a:defRPr sz="1800" b="0">
                <a:solidFill>
                  <a:srgbClr val="101526"/>
                </a:solidFill>
                <a:latin typeface="Aptos"/>
                <a:ea typeface="Aptos"/>
                <a:cs typeface="Aptos"/>
              </a:defRPr>
            </a:pPr>
            <a:r>
              <a:rPr sz="1800" b="0" dirty="0" err="1">
                <a:solidFill>
                  <a:srgbClr val="101526"/>
                </a:solidFill>
                <a:latin typeface="Aptos"/>
                <a:ea typeface="Aptos"/>
                <a:cs typeface="Aptos"/>
              </a:rPr>
              <a:t>Busca</a:t>
            </a:r>
            <a:r>
              <a:rPr sz="1800" b="0" dirty="0">
                <a:solidFill>
                  <a:srgbClr val="101526"/>
                </a:solidFill>
                <a:latin typeface="Aptos"/>
                <a:ea typeface="Aptos"/>
                <a:cs typeface="Aptos"/>
              </a:rPr>
              <a:t> </a:t>
            </a:r>
            <a:r>
              <a:rPr sz="1800" b="0" dirty="0" err="1">
                <a:solidFill>
                  <a:srgbClr val="101526"/>
                </a:solidFill>
                <a:latin typeface="Aptos"/>
                <a:ea typeface="Aptos"/>
                <a:cs typeface="Aptos"/>
              </a:rPr>
              <a:t>documentos</a:t>
            </a:r>
            <a:r>
              <a:rPr lang="es-PE" sz="1800" b="0" dirty="0">
                <a:solidFill>
                  <a:srgbClr val="101526"/>
                </a:solidFill>
                <a:latin typeface="Aptos"/>
                <a:ea typeface="Aptos"/>
                <a:cs typeface="Aptos"/>
              </a:rPr>
              <a:t> </a:t>
            </a:r>
            <a:r>
              <a:rPr sz="1800" b="0" dirty="0" err="1">
                <a:solidFill>
                  <a:srgbClr val="101526"/>
                </a:solidFill>
                <a:latin typeface="Aptos"/>
                <a:ea typeface="Aptos"/>
                <a:cs typeface="Aptos"/>
              </a:rPr>
              <a:t>según</a:t>
            </a:r>
            <a:r>
              <a:rPr sz="1800" b="0" dirty="0">
                <a:solidFill>
                  <a:srgbClr val="101526"/>
                </a:solidFill>
                <a:latin typeface="Aptos"/>
                <a:ea typeface="Aptos"/>
                <a:cs typeface="Aptos"/>
              </a:rPr>
              <a:t> la consulta</a:t>
            </a:r>
            <a:r>
              <a:rPr lang="es-PE" sz="1800" b="0" dirty="0">
                <a:solidFill>
                  <a:srgbClr val="101526"/>
                </a:solidFill>
                <a:latin typeface="Aptos"/>
                <a:ea typeface="Aptos"/>
                <a:cs typeface="Aptos"/>
              </a:rPr>
              <a:t> </a:t>
            </a:r>
            <a:r>
              <a:rPr sz="1800" b="0" dirty="0">
                <a:solidFill>
                  <a:srgbClr val="101526"/>
                </a:solidFill>
                <a:latin typeface="Aptos"/>
                <a:ea typeface="Aptos"/>
                <a:cs typeface="Aptos"/>
              </a:rPr>
              <a:t>y el </a:t>
            </a:r>
            <a:r>
              <a:rPr sz="1800" b="0" dirty="0" err="1">
                <a:solidFill>
                  <a:srgbClr val="101526"/>
                </a:solidFill>
                <a:latin typeface="Aptos"/>
                <a:ea typeface="Aptos"/>
                <a:cs typeface="Aptos"/>
              </a:rPr>
              <a:t>contexto</a:t>
            </a:r>
            <a:r>
              <a:rPr sz="1800" b="0" dirty="0">
                <a:solidFill>
                  <a:srgbClr val="101526"/>
                </a:solidFill>
                <a:latin typeface="Aptos"/>
                <a:ea typeface="Aptos"/>
                <a:cs typeface="Aptos"/>
              </a:rPr>
              <a:t> disponible.</a:t>
            </a:r>
          </a:p>
        </p:txBody>
      </p:sp>
      <p:sp>
        <p:nvSpPr>
          <p:cNvPr id="6" name="rev-153">
            <a:extLst>
              <a:ext uri="{FF2B5EF4-FFF2-40B4-BE49-F238E27FC236}">
                <a16:creationId xmlns:a16="http://schemas.microsoft.com/office/drawing/2014/main" id="{B9D0F25B-A4D4-B3A8-2173-CBBF957F1C93}"/>
              </a:ext>
            </a:extLst>
          </p:cNvPr>
          <p:cNvSpPr>
            <a:spLocks noGrp="1"/>
          </p:cNvSpPr>
          <p:nvPr/>
        </p:nvSpPr>
        <p:spPr>
          <a:xfrm>
            <a:off x="762000" y="4865688"/>
            <a:ext cx="10668000" cy="523875"/>
          </a:xfrm>
          <a:prstGeom prst="rect">
            <a:avLst/>
          </a:prstGeom>
          <a:noFill/>
          <a:ln w="0">
            <a:noFill/>
          </a:ln>
        </p:spPr>
        <p:txBody>
          <a:bodyPr wrap="square" lIns="0" tIns="0" rIns="0" bIns="0" anchor="ctr">
            <a:noAutofit/>
          </a:bodyPr>
          <a:lstStyle/>
          <a:p>
            <a:pPr algn="l">
              <a:lnSpc>
                <a:spcPct val="105000"/>
              </a:lnSpc>
              <a:buNone/>
              <a:defRPr sz="2025" b="0">
                <a:solidFill>
                  <a:srgbClr val="101526"/>
                </a:solidFill>
                <a:latin typeface="Aptos"/>
                <a:ea typeface="Aptos"/>
                <a:cs typeface="Aptos"/>
              </a:defRPr>
            </a:pPr>
            <a:r>
              <a:rPr sz="2025" b="0">
                <a:solidFill>
                  <a:srgbClr val="101526"/>
                </a:solidFill>
                <a:latin typeface="Aptos"/>
                <a:ea typeface="Aptos"/>
                <a:cs typeface="Aptos"/>
              </a:rPr>
              <a:t>Ambos documentos pueden ser correctos y responder a intenciones diferentes.</a:t>
            </a:r>
          </a:p>
        </p:txBody>
      </p:sp>
    </p:spTree>
    <p:extLst>
      <p:ext uri="{BB962C8B-B14F-4D97-AF65-F5344CB8AC3E}">
        <p14:creationId xmlns:p14="http://schemas.microsoft.com/office/powerpoint/2010/main" val="1053315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F9CA5-F552-7C43-8F43-8CB561A2D235}"/>
            </a:ext>
          </a:extLst>
        </p:cNvPr>
        <p:cNvGrpSpPr/>
        <p:nvPr/>
      </p:nvGrpSpPr>
      <p:grpSpPr>
        <a:xfrm>
          <a:off x="0" y="0"/>
          <a:ext cx="0" cy="0"/>
          <a:chOff x="0" y="0"/>
          <a:chExt cx="0" cy="0"/>
        </a:xfrm>
      </p:grpSpPr>
      <p:sp>
        <p:nvSpPr>
          <p:cNvPr id="39" name="CuadroTexto 38">
            <a:extLst>
              <a:ext uri="{FF2B5EF4-FFF2-40B4-BE49-F238E27FC236}">
                <a16:creationId xmlns:a16="http://schemas.microsoft.com/office/drawing/2014/main" id="{22FABCB5-B14C-A59E-9F00-A029206731F7}"/>
              </a:ext>
            </a:extLst>
          </p:cNvPr>
          <p:cNvSpPr txBox="1"/>
          <p:nvPr/>
        </p:nvSpPr>
        <p:spPr>
          <a:xfrm>
            <a:off x="609600" y="330200"/>
            <a:ext cx="8255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INCERTIDUMBRE EN LA AMBIGÜEDAD</a:t>
            </a:r>
          </a:p>
        </p:txBody>
      </p:sp>
      <p:sp>
        <p:nvSpPr>
          <p:cNvPr id="27" name="Rectángulo 26">
            <a:extLst>
              <a:ext uri="{FF2B5EF4-FFF2-40B4-BE49-F238E27FC236}">
                <a16:creationId xmlns:a16="http://schemas.microsoft.com/office/drawing/2014/main" id="{584C6A24-70DC-6D61-7BFA-8C90557D94A6}"/>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 name="Rectángulo 3">
            <a:extLst>
              <a:ext uri="{FF2B5EF4-FFF2-40B4-BE49-F238E27FC236}">
                <a16:creationId xmlns:a16="http://schemas.microsoft.com/office/drawing/2014/main" id="{0EABAA27-00C1-6F3E-71F7-F8433F29D44A}"/>
              </a:ext>
            </a:extLst>
          </p:cNvPr>
          <p:cNvSpPr>
            <a:spLocks noGrp="1"/>
          </p:cNvSpPr>
          <p:nvPr/>
        </p:nvSpPr>
        <p:spPr>
          <a:xfrm>
            <a:off x="685800" y="1247374"/>
            <a:ext cx="10820400" cy="543325"/>
          </a:xfrm>
          <a:prstGeom prst="rect">
            <a:avLst/>
          </a:prstGeom>
          <a:noFill/>
          <a:ln w="0">
            <a:noFill/>
            <a:prstDash val="solid"/>
          </a:ln>
        </p:spPr>
        <p:txBody>
          <a:bodyPr wrap="square" lIns="0" tIns="0" rIns="0" bIns="0" anchor="t">
            <a:normAutofit/>
          </a:bodyPr>
          <a:lstStyle/>
          <a:p>
            <a:pPr algn="l">
              <a:lnSpc>
                <a:spcPct val="92000"/>
              </a:lnSpc>
              <a:buNone/>
              <a:defRPr sz="3675" b="1" i="0">
                <a:solidFill>
                  <a:srgbClr val="0B1020"/>
                </a:solidFill>
                <a:latin typeface="Aptos"/>
                <a:ea typeface="Aptos"/>
                <a:cs typeface="Aptos"/>
              </a:defRPr>
            </a:pPr>
            <a:r>
              <a:rPr sz="3600" b="1" dirty="0">
                <a:solidFill>
                  <a:srgbClr val="101526"/>
                </a:solidFill>
                <a:latin typeface="Aptos Display"/>
                <a:ea typeface="Aptos Display"/>
                <a:cs typeface="Aptos Display"/>
              </a:rPr>
              <a:t>Aclarar reduce la </a:t>
            </a:r>
            <a:r>
              <a:rPr sz="3600" b="1" dirty="0" err="1">
                <a:solidFill>
                  <a:srgbClr val="101526"/>
                </a:solidFill>
                <a:latin typeface="Aptos Display"/>
                <a:ea typeface="Aptos Display"/>
                <a:cs typeface="Aptos Display"/>
              </a:rPr>
              <a:t>incertidumbre</a:t>
            </a:r>
            <a:r>
              <a:rPr sz="3600" b="1" dirty="0">
                <a:solidFill>
                  <a:srgbClr val="101526"/>
                </a:solidFill>
                <a:latin typeface="Aptos Display"/>
                <a:ea typeface="Aptos Display"/>
                <a:cs typeface="Aptos Display"/>
              </a:rPr>
              <a:t> de </a:t>
            </a:r>
            <a:r>
              <a:rPr sz="3600" b="1" dirty="0" err="1">
                <a:solidFill>
                  <a:srgbClr val="101526"/>
                </a:solidFill>
                <a:latin typeface="Aptos Display"/>
                <a:ea typeface="Aptos Display"/>
                <a:cs typeface="Aptos Display"/>
              </a:rPr>
              <a:t>intención</a:t>
            </a:r>
            <a:endParaRPr sz="3600" b="1" dirty="0">
              <a:solidFill>
                <a:srgbClr val="101526"/>
              </a:solidFill>
              <a:latin typeface="Aptos Display"/>
              <a:ea typeface="Aptos Display"/>
              <a:cs typeface="Aptos Display"/>
            </a:endParaRPr>
          </a:p>
        </p:txBody>
      </p:sp>
      <p:sp>
        <p:nvSpPr>
          <p:cNvPr id="7" name="Conector recto 6">
            <a:extLst>
              <a:ext uri="{FF2B5EF4-FFF2-40B4-BE49-F238E27FC236}">
                <a16:creationId xmlns:a16="http://schemas.microsoft.com/office/drawing/2014/main" id="{D3572089-DA1D-D2F8-D8FF-FD9B3E790602}"/>
              </a:ext>
            </a:extLst>
          </p:cNvPr>
          <p:cNvSpPr>
            <a:spLocks noGrp="1"/>
          </p:cNvSpPr>
          <p:nvPr/>
        </p:nvSpPr>
        <p:spPr>
          <a:xfrm>
            <a:off x="685800" y="1866900"/>
            <a:ext cx="10820400" cy="0"/>
          </a:xfrm>
          <a:prstGeom prst="line">
            <a:avLst/>
          </a:prstGeom>
          <a:noFill/>
          <a:ln w="9525">
            <a:solidFill>
              <a:srgbClr val="D9DDEA"/>
            </a:solidFill>
            <a:prstDash val="solid"/>
          </a:ln>
        </p:spPr>
        <p:txBody>
          <a:bodyPr/>
          <a:lstStyle/>
          <a:p>
            <a:endParaRPr/>
          </a:p>
        </p:txBody>
      </p:sp>
      <p:sp>
        <p:nvSpPr>
          <p:cNvPr id="9" name="Rectángulo: esquinas redondeadas 8">
            <a:extLst>
              <a:ext uri="{FF2B5EF4-FFF2-40B4-BE49-F238E27FC236}">
                <a16:creationId xmlns:a16="http://schemas.microsoft.com/office/drawing/2014/main" id="{88512AEA-0377-EE78-66D8-931FF8B0426E}"/>
              </a:ext>
            </a:extLst>
          </p:cNvPr>
          <p:cNvSpPr>
            <a:spLocks noGrp="1"/>
          </p:cNvSpPr>
          <p:nvPr/>
        </p:nvSpPr>
        <p:spPr>
          <a:xfrm>
            <a:off x="685800" y="2266950"/>
            <a:ext cx="5429250" cy="3143250"/>
          </a:xfrm>
          <a:prstGeom prst="roundRect">
            <a:avLst>
              <a:gd name="adj" fmla="val 6667"/>
            </a:avLst>
          </a:prstGeom>
          <a:solidFill>
            <a:srgbClr val="FFFFFF"/>
          </a:solidFill>
          <a:ln w="9525">
            <a:solidFill>
              <a:srgbClr val="D9DDEA"/>
            </a:solidFill>
            <a:prstDash val="solid"/>
          </a:ln>
        </p:spPr>
        <p:txBody>
          <a:bodyPr/>
          <a:lstStyle/>
          <a:p>
            <a:endParaRPr/>
          </a:p>
        </p:txBody>
      </p:sp>
      <p:sp>
        <p:nvSpPr>
          <p:cNvPr id="11" name="Rectángulo: esquinas redondeadas 10">
            <a:extLst>
              <a:ext uri="{FF2B5EF4-FFF2-40B4-BE49-F238E27FC236}">
                <a16:creationId xmlns:a16="http://schemas.microsoft.com/office/drawing/2014/main" id="{58564AC0-2070-BDAC-ABDB-0D7F48865A6F}"/>
              </a:ext>
            </a:extLst>
          </p:cNvPr>
          <p:cNvSpPr>
            <a:spLocks noGrp="1"/>
          </p:cNvSpPr>
          <p:nvPr/>
        </p:nvSpPr>
        <p:spPr>
          <a:xfrm>
            <a:off x="6667500" y="3905250"/>
            <a:ext cx="4381500" cy="1954374"/>
          </a:xfrm>
          <a:prstGeom prst="roundRect">
            <a:avLst>
              <a:gd name="adj" fmla="val 15714"/>
            </a:avLst>
          </a:prstGeom>
          <a:solidFill>
            <a:srgbClr val="45E0D0">
              <a:alpha val="12000"/>
            </a:srgbClr>
          </a:solidFill>
          <a:ln w="19050">
            <a:solidFill>
              <a:srgbClr val="45E0D0">
                <a:alpha val="55000"/>
              </a:srgbClr>
            </a:solidFill>
            <a:prstDash val="solid"/>
          </a:ln>
        </p:spPr>
        <p:txBody>
          <a:bodyPr/>
          <a:lstStyle/>
          <a:p>
            <a:endParaRPr/>
          </a:p>
        </p:txBody>
      </p:sp>
      <p:sp>
        <p:nvSpPr>
          <p:cNvPr id="13" name="Rectángulo 12">
            <a:extLst>
              <a:ext uri="{FF2B5EF4-FFF2-40B4-BE49-F238E27FC236}">
                <a16:creationId xmlns:a16="http://schemas.microsoft.com/office/drawing/2014/main" id="{5FC42519-7784-D200-E5B1-8CC3881971E4}"/>
              </a:ext>
            </a:extLst>
          </p:cNvPr>
          <p:cNvSpPr>
            <a:spLocks noGrp="1"/>
          </p:cNvSpPr>
          <p:nvPr/>
        </p:nvSpPr>
        <p:spPr>
          <a:xfrm>
            <a:off x="6953250" y="4133850"/>
            <a:ext cx="3810000" cy="1466852"/>
          </a:xfrm>
          <a:prstGeom prst="rect">
            <a:avLst/>
          </a:prstGeom>
          <a:noFill/>
          <a:ln w="0">
            <a:noFill/>
            <a:prstDash val="solid"/>
          </a:ln>
        </p:spPr>
        <p:txBody>
          <a:bodyPr wrap="square" lIns="0" tIns="0" rIns="0" bIns="0" anchor="ctr">
            <a:normAutofit fontScale="92500" lnSpcReduction="10000"/>
          </a:bodyPr>
          <a:lstStyle/>
          <a:p>
            <a:pPr algn="ctr">
              <a:lnSpc>
                <a:spcPct val="100000"/>
              </a:lnSpc>
              <a:buNone/>
              <a:defRPr sz="1800" b="1" i="0">
                <a:solidFill>
                  <a:srgbClr val="0B1020"/>
                </a:solidFill>
                <a:latin typeface="Aptos"/>
                <a:ea typeface="Aptos"/>
                <a:cs typeface="Aptos"/>
              </a:defRPr>
            </a:pPr>
            <a:r>
              <a:rPr lang="es-MX" sz="1800" b="1" i="0" dirty="0">
                <a:solidFill>
                  <a:srgbClr val="101526"/>
                </a:solidFill>
                <a:latin typeface="Aptos"/>
                <a:ea typeface="Aptos"/>
                <a:cs typeface="Aptos"/>
              </a:rPr>
              <a:t>Consulta:</a:t>
            </a:r>
          </a:p>
          <a:p>
            <a:pPr algn="ctr">
              <a:lnSpc>
                <a:spcPct val="100000"/>
              </a:lnSpc>
              <a:buNone/>
              <a:defRPr sz="1800" b="1" i="0">
                <a:solidFill>
                  <a:srgbClr val="0B1020"/>
                </a:solidFill>
                <a:latin typeface="Aptos"/>
                <a:ea typeface="Aptos"/>
                <a:cs typeface="Aptos"/>
              </a:defRPr>
            </a:pPr>
            <a:r>
              <a:rPr lang="es-PE" sz="1800" b="1" dirty="0">
                <a:solidFill>
                  <a:srgbClr val="101526"/>
                </a:solidFill>
                <a:latin typeface="Aptos"/>
                <a:ea typeface="Aptos"/>
                <a:cs typeface="Aptos"/>
              </a:rPr>
              <a:t>«</a:t>
            </a:r>
            <a:r>
              <a:rPr lang="es-MX" sz="1800" b="1" i="0" dirty="0">
                <a:solidFill>
                  <a:srgbClr val="101526"/>
                </a:solidFill>
                <a:latin typeface="Aptos"/>
                <a:ea typeface="Aptos"/>
                <a:cs typeface="Aptos"/>
              </a:rPr>
              <a:t>¿Qué es la memoria?</a:t>
            </a:r>
            <a:r>
              <a:rPr lang="es-PE" sz="1800" b="1" dirty="0">
                <a:solidFill>
                  <a:srgbClr val="101526"/>
                </a:solidFill>
                <a:latin typeface="Aptos"/>
                <a:ea typeface="Aptos"/>
                <a:cs typeface="Aptos"/>
              </a:rPr>
              <a:t> »</a:t>
            </a:r>
            <a:endParaRPr lang="es-MX" sz="1800" b="1" i="0" dirty="0">
              <a:solidFill>
                <a:srgbClr val="101526"/>
              </a:solidFill>
              <a:latin typeface="Aptos"/>
              <a:ea typeface="Aptos"/>
              <a:cs typeface="Aptos"/>
            </a:endParaRPr>
          </a:p>
          <a:p>
            <a:pPr algn="ctr">
              <a:lnSpc>
                <a:spcPct val="100000"/>
              </a:lnSpc>
              <a:buNone/>
              <a:defRPr sz="1800" b="1" i="0">
                <a:solidFill>
                  <a:srgbClr val="0B1020"/>
                </a:solidFill>
                <a:latin typeface="Aptos"/>
                <a:ea typeface="Aptos"/>
                <a:cs typeface="Aptos"/>
              </a:defRPr>
            </a:pPr>
            <a:endParaRPr lang="es-MX" sz="1800" b="1" i="0" dirty="0">
              <a:solidFill>
                <a:srgbClr val="101526"/>
              </a:solidFill>
              <a:latin typeface="Aptos"/>
              <a:ea typeface="Aptos"/>
              <a:cs typeface="Aptos"/>
            </a:endParaRPr>
          </a:p>
          <a:p>
            <a:pPr algn="ctr">
              <a:lnSpc>
                <a:spcPct val="100000"/>
              </a:lnSpc>
              <a:buNone/>
              <a:defRPr sz="1800" b="1" i="0">
                <a:solidFill>
                  <a:srgbClr val="0B1020"/>
                </a:solidFill>
                <a:latin typeface="Aptos"/>
                <a:ea typeface="Aptos"/>
                <a:cs typeface="Aptos"/>
              </a:defRPr>
            </a:pPr>
            <a:r>
              <a:rPr sz="1800" b="1" i="0" dirty="0" err="1">
                <a:solidFill>
                  <a:srgbClr val="101526"/>
                </a:solidFill>
                <a:latin typeface="Aptos"/>
                <a:ea typeface="Aptos"/>
                <a:cs typeface="Aptos"/>
              </a:rPr>
              <a:t>Pregunta</a:t>
            </a:r>
            <a:r>
              <a:rPr sz="1800" b="1" i="0" dirty="0">
                <a:solidFill>
                  <a:srgbClr val="101526"/>
                </a:solidFill>
                <a:latin typeface="Aptos"/>
                <a:ea typeface="Aptos"/>
                <a:cs typeface="Aptos"/>
              </a:rPr>
              <a:t> </a:t>
            </a:r>
            <a:r>
              <a:rPr lang="es-MX" sz="1800" b="1" i="0" dirty="0">
                <a:solidFill>
                  <a:srgbClr val="101526"/>
                </a:solidFill>
                <a:latin typeface="Aptos"/>
                <a:ea typeface="Aptos"/>
                <a:cs typeface="Aptos"/>
              </a:rPr>
              <a:t>clarificadora</a:t>
            </a:r>
            <a:r>
              <a:rPr sz="1800" b="1" i="0" dirty="0">
                <a:solidFill>
                  <a:srgbClr val="101526"/>
                </a:solidFill>
                <a:latin typeface="Aptos"/>
                <a:ea typeface="Aptos"/>
                <a:cs typeface="Aptos"/>
              </a:rPr>
              <a:t>:</a:t>
            </a:r>
          </a:p>
          <a:p>
            <a:pPr algn="ctr">
              <a:lnSpc>
                <a:spcPct val="100000"/>
              </a:lnSpc>
              <a:buNone/>
              <a:defRPr sz="1800" b="1" i="0">
                <a:solidFill>
                  <a:srgbClr val="0B1020"/>
                </a:solidFill>
                <a:latin typeface="Aptos"/>
                <a:ea typeface="Aptos"/>
                <a:cs typeface="Aptos"/>
              </a:defRPr>
            </a:pPr>
            <a:r>
              <a:rPr sz="1800" b="1" i="0" dirty="0">
                <a:solidFill>
                  <a:srgbClr val="101526"/>
                </a:solidFill>
                <a:latin typeface="Aptos"/>
                <a:ea typeface="Aptos"/>
                <a:cs typeface="Aptos"/>
              </a:rPr>
              <a:t>«¿</a:t>
            </a:r>
            <a:r>
              <a:rPr sz="1800" b="1" i="0" dirty="0" err="1">
                <a:solidFill>
                  <a:srgbClr val="101526"/>
                </a:solidFill>
                <a:latin typeface="Aptos"/>
                <a:ea typeface="Aptos"/>
                <a:cs typeface="Aptos"/>
              </a:rPr>
              <a:t>Te</a:t>
            </a:r>
            <a:r>
              <a:rPr sz="1800" b="1" i="0" dirty="0">
                <a:solidFill>
                  <a:srgbClr val="101526"/>
                </a:solidFill>
                <a:latin typeface="Aptos"/>
                <a:ea typeface="Aptos"/>
                <a:cs typeface="Aptos"/>
              </a:rPr>
              <a:t> </a:t>
            </a:r>
            <a:r>
              <a:rPr sz="1800" b="1" i="0" dirty="0" err="1">
                <a:solidFill>
                  <a:srgbClr val="101526"/>
                </a:solidFill>
                <a:latin typeface="Aptos"/>
                <a:ea typeface="Aptos"/>
                <a:cs typeface="Aptos"/>
              </a:rPr>
              <a:t>refieres</a:t>
            </a:r>
            <a:r>
              <a:rPr sz="1800" b="1" i="0" dirty="0">
                <a:solidFill>
                  <a:srgbClr val="101526"/>
                </a:solidFill>
                <a:latin typeface="Aptos"/>
                <a:ea typeface="Aptos"/>
                <a:cs typeface="Aptos"/>
              </a:rPr>
              <a:t> a la </a:t>
            </a:r>
            <a:r>
              <a:rPr sz="1800" b="1" i="0" dirty="0" err="1">
                <a:solidFill>
                  <a:srgbClr val="101526"/>
                </a:solidFill>
                <a:latin typeface="Aptos"/>
                <a:ea typeface="Aptos"/>
                <a:cs typeface="Aptos"/>
              </a:rPr>
              <a:t>ventana</a:t>
            </a:r>
            <a:r>
              <a:rPr sz="1800" b="1" i="0" dirty="0">
                <a:solidFill>
                  <a:srgbClr val="101526"/>
                </a:solidFill>
                <a:latin typeface="Aptos"/>
                <a:ea typeface="Aptos"/>
                <a:cs typeface="Aptos"/>
              </a:rPr>
              <a:t> del LLM o a la memoria del </a:t>
            </a:r>
            <a:r>
              <a:rPr sz="1800" b="1" i="0" dirty="0" err="1">
                <a:solidFill>
                  <a:srgbClr val="101526"/>
                </a:solidFill>
                <a:latin typeface="Aptos"/>
                <a:ea typeface="Aptos"/>
                <a:cs typeface="Aptos"/>
              </a:rPr>
              <a:t>agente</a:t>
            </a:r>
            <a:r>
              <a:rPr sz="1800" b="1" i="0" dirty="0">
                <a:solidFill>
                  <a:srgbClr val="101526"/>
                </a:solidFill>
                <a:latin typeface="Aptos"/>
                <a:ea typeface="Aptos"/>
                <a:cs typeface="Aptos"/>
              </a:rPr>
              <a:t>?»</a:t>
            </a:r>
          </a:p>
        </p:txBody>
      </p:sp>
      <p:pic>
        <p:nvPicPr>
          <p:cNvPr id="15" name="Ecuación s17_information">
            <a:extLst>
              <a:ext uri="{FF2B5EF4-FFF2-40B4-BE49-F238E27FC236}">
                <a16:creationId xmlns:a16="http://schemas.microsoft.com/office/drawing/2014/main" id="{70B60A08-C89D-FB9F-40BA-42BB503670E4}"/>
              </a:ext>
            </a:extLst>
          </p:cNvPr>
          <p:cNvPicPr>
            <a:picLocks noChangeAspect="1"/>
          </p:cNvPicPr>
          <p:nvPr/>
        </p:nvPicPr>
        <p:blipFill>
          <a:blip r:embed="rId3">
            <a:biLevel thresh="50000"/>
          </a:blip>
          <a:stretch>
            <a:fillRect/>
          </a:stretch>
        </p:blipFill>
        <p:spPr>
          <a:xfrm>
            <a:off x="6572250" y="2486426"/>
            <a:ext cx="4667250" cy="380197"/>
          </a:xfrm>
          <a:prstGeom prst="rect">
            <a:avLst/>
          </a:prstGeom>
        </p:spPr>
      </p:pic>
      <p:pic>
        <p:nvPicPr>
          <p:cNvPr id="17" name="Ecuación s17_question">
            <a:extLst>
              <a:ext uri="{FF2B5EF4-FFF2-40B4-BE49-F238E27FC236}">
                <a16:creationId xmlns:a16="http://schemas.microsoft.com/office/drawing/2014/main" id="{49E1A3D7-14CA-ED8F-2680-0228508D6D8D}"/>
              </a:ext>
            </a:extLst>
          </p:cNvPr>
          <p:cNvPicPr>
            <a:picLocks noChangeAspect="1"/>
          </p:cNvPicPr>
          <p:nvPr/>
        </p:nvPicPr>
        <p:blipFill>
          <a:blip r:embed="rId4">
            <a:biLevel thresh="25000"/>
          </a:blip>
          <a:stretch>
            <a:fillRect/>
          </a:stretch>
        </p:blipFill>
        <p:spPr>
          <a:xfrm>
            <a:off x="7314684" y="3105150"/>
            <a:ext cx="3182382" cy="514350"/>
          </a:xfrm>
          <a:prstGeom prst="rect">
            <a:avLst/>
          </a:prstGeom>
        </p:spPr>
      </p:pic>
      <p:sp>
        <p:nvSpPr>
          <p:cNvPr id="19" name="TextBox 18">
            <a:extLst>
              <a:ext uri="{FF2B5EF4-FFF2-40B4-BE49-F238E27FC236}">
                <a16:creationId xmlns:a16="http://schemas.microsoft.com/office/drawing/2014/main" id="{5D0779CB-8185-3A0C-45B6-6E715EEB4A10}"/>
              </a:ext>
            </a:extLst>
          </p:cNvPr>
          <p:cNvSpPr>
            <a:spLocks noGrp="1"/>
          </p:cNvSpPr>
          <p:nvPr/>
        </p:nvSpPr>
        <p:spPr>
          <a:xfrm>
            <a:off x="685799" y="6167153"/>
            <a:ext cx="6489441" cy="176972"/>
          </a:xfrm>
          <a:prstGeom prst="rect">
            <a:avLst/>
          </a:prstGeom>
          <a:noFill/>
        </p:spPr>
        <p:txBody>
          <a:bodyPr wrap="square" lIns="0" tIns="0" rIns="0" bIns="0" anchor="ctr">
            <a:spAutoFit/>
          </a:bodyPr>
          <a:lstStyle/>
          <a:p>
            <a:r>
              <a:rPr sz="1150" b="1" dirty="0" err="1">
                <a:solidFill>
                  <a:srgbClr val="7065E8"/>
                </a:solidFill>
                <a:latin typeface="Aptos"/>
                <a:ea typeface="Aptos"/>
                <a:cs typeface="Aptos"/>
              </a:rPr>
              <a:t>Notación</a:t>
            </a:r>
            <a:r>
              <a:rPr sz="1150" b="1" dirty="0">
                <a:solidFill>
                  <a:srgbClr val="7065E8"/>
                </a:solidFill>
                <a:latin typeface="Aptos"/>
                <a:ea typeface="Aptos"/>
                <a:cs typeface="Aptos"/>
              </a:rPr>
              <a:t> · q </a:t>
            </a:r>
            <a:r>
              <a:rPr sz="1150" b="1" dirty="0" err="1">
                <a:solidFill>
                  <a:srgbClr val="7065E8"/>
                </a:solidFill>
                <a:latin typeface="Aptos"/>
                <a:ea typeface="Aptos"/>
                <a:cs typeface="Aptos"/>
              </a:rPr>
              <a:t>pregunta</a:t>
            </a:r>
            <a:r>
              <a:rPr sz="1150" b="1" dirty="0">
                <a:solidFill>
                  <a:srgbClr val="7065E8"/>
                </a:solidFill>
                <a:latin typeface="Aptos"/>
                <a:ea typeface="Aptos"/>
                <a:cs typeface="Aptos"/>
              </a:rPr>
              <a:t> · Z </a:t>
            </a:r>
            <a:r>
              <a:rPr sz="1150" b="1" dirty="0" err="1">
                <a:solidFill>
                  <a:srgbClr val="7065E8"/>
                </a:solidFill>
                <a:latin typeface="Aptos"/>
                <a:ea typeface="Aptos"/>
                <a:cs typeface="Aptos"/>
              </a:rPr>
              <a:t>intención</a:t>
            </a:r>
            <a:r>
              <a:rPr sz="1150" b="1" dirty="0">
                <a:solidFill>
                  <a:srgbClr val="7065E8"/>
                </a:solidFill>
                <a:latin typeface="Aptos"/>
                <a:ea typeface="Aptos"/>
                <a:cs typeface="Aptos"/>
              </a:rPr>
              <a:t> · I </a:t>
            </a:r>
            <a:r>
              <a:rPr sz="1150" b="1" dirty="0" err="1">
                <a:solidFill>
                  <a:srgbClr val="7065E8"/>
                </a:solidFill>
                <a:latin typeface="Aptos"/>
                <a:ea typeface="Aptos"/>
                <a:cs typeface="Aptos"/>
              </a:rPr>
              <a:t>ganancia</a:t>
            </a:r>
            <a:r>
              <a:rPr sz="1150" b="1" dirty="0">
                <a:solidFill>
                  <a:srgbClr val="7065E8"/>
                </a:solidFill>
                <a:latin typeface="Aptos"/>
                <a:ea typeface="Aptos"/>
                <a:cs typeface="Aptos"/>
              </a:rPr>
              <a:t> de </a:t>
            </a:r>
            <a:r>
              <a:rPr sz="1150" b="1" dirty="0" err="1">
                <a:solidFill>
                  <a:srgbClr val="7065E8"/>
                </a:solidFill>
                <a:latin typeface="Aptos"/>
                <a:ea typeface="Aptos"/>
                <a:cs typeface="Aptos"/>
              </a:rPr>
              <a:t>información</a:t>
            </a:r>
            <a:r>
              <a:rPr lang="es-PE" sz="1150" b="1" dirty="0">
                <a:solidFill>
                  <a:srgbClr val="7065E8"/>
                </a:solidFill>
                <a:latin typeface="Aptos"/>
                <a:ea typeface="Aptos"/>
                <a:cs typeface="Aptos"/>
              </a:rPr>
              <a:t> · </a:t>
            </a:r>
            <a:r>
              <a:rPr lang="es-PE" sz="1150" b="1" dirty="0" err="1">
                <a:solidFill>
                  <a:srgbClr val="7065E8"/>
                </a:solidFill>
                <a:latin typeface="Aptos"/>
                <a:ea typeface="Aptos"/>
                <a:cs typeface="Aptos"/>
              </a:rPr>
              <a:t>Aq</a:t>
            </a:r>
            <a:r>
              <a:rPr lang="es-PE" sz="1150" b="1" dirty="0">
                <a:solidFill>
                  <a:srgbClr val="7065E8"/>
                </a:solidFill>
                <a:latin typeface="Aptos"/>
                <a:ea typeface="Aptos"/>
                <a:cs typeface="Aptos"/>
              </a:rPr>
              <a:t> Respuesta con evidencia</a:t>
            </a:r>
            <a:endParaRPr sz="1150" b="1" dirty="0">
              <a:solidFill>
                <a:srgbClr val="7065E8"/>
              </a:solidFill>
              <a:latin typeface="Aptos"/>
              <a:ea typeface="Aptos"/>
              <a:cs typeface="Aptos"/>
            </a:endParaRPr>
          </a:p>
        </p:txBody>
      </p:sp>
      <p:sp>
        <p:nvSpPr>
          <p:cNvPr id="21" name="Flecha: a la derecha 20">
            <a:extLst>
              <a:ext uri="{FF2B5EF4-FFF2-40B4-BE49-F238E27FC236}">
                <a16:creationId xmlns:a16="http://schemas.microsoft.com/office/drawing/2014/main" id="{3FDE79C4-65D0-29B5-A169-17857B5A0A26}"/>
              </a:ext>
            </a:extLst>
          </p:cNvPr>
          <p:cNvSpPr>
            <a:spLocks noGrp="1"/>
          </p:cNvSpPr>
          <p:nvPr/>
        </p:nvSpPr>
        <p:spPr>
          <a:xfrm>
            <a:off x="1924050" y="3562350"/>
            <a:ext cx="171450" cy="228600"/>
          </a:xfrm>
          <a:prstGeom prst="rightArrow">
            <a:avLst/>
          </a:prstGeom>
          <a:solidFill>
            <a:srgbClr val="4E96A3"/>
          </a:solidFill>
          <a:ln w="9525">
            <a:solidFill>
              <a:srgbClr val="4E96A3"/>
            </a:solidFill>
            <a:prstDash val="solid"/>
          </a:ln>
        </p:spPr>
        <p:txBody>
          <a:bodyPr anchor="ctr"/>
          <a:lstStyle/>
          <a:p>
            <a:endParaRPr lang="es-PE"/>
          </a:p>
        </p:txBody>
      </p:sp>
      <p:sp>
        <p:nvSpPr>
          <p:cNvPr id="23" name="Flecha: a la derecha 22">
            <a:extLst>
              <a:ext uri="{FF2B5EF4-FFF2-40B4-BE49-F238E27FC236}">
                <a16:creationId xmlns:a16="http://schemas.microsoft.com/office/drawing/2014/main" id="{DFCE5A8E-3966-174A-AE7A-BD9C1DAE3B50}"/>
              </a:ext>
            </a:extLst>
          </p:cNvPr>
          <p:cNvSpPr>
            <a:spLocks noGrp="1"/>
          </p:cNvSpPr>
          <p:nvPr/>
        </p:nvSpPr>
        <p:spPr>
          <a:xfrm>
            <a:off x="3248283" y="3562350"/>
            <a:ext cx="171450" cy="228600"/>
          </a:xfrm>
          <a:prstGeom prst="rightArrow">
            <a:avLst/>
          </a:prstGeom>
          <a:solidFill>
            <a:srgbClr val="4E96A3"/>
          </a:solidFill>
          <a:ln w="9525">
            <a:solidFill>
              <a:srgbClr val="4E96A3"/>
            </a:solidFill>
            <a:prstDash val="solid"/>
          </a:ln>
        </p:spPr>
        <p:txBody>
          <a:bodyPr anchor="ctr"/>
          <a:lstStyle/>
          <a:p>
            <a:endParaRPr lang="es-PE"/>
          </a:p>
        </p:txBody>
      </p:sp>
      <p:sp>
        <p:nvSpPr>
          <p:cNvPr id="25" name="Flecha: a la derecha 24">
            <a:extLst>
              <a:ext uri="{FF2B5EF4-FFF2-40B4-BE49-F238E27FC236}">
                <a16:creationId xmlns:a16="http://schemas.microsoft.com/office/drawing/2014/main" id="{C414E733-C00A-38D3-5B70-3B3B92AFEBFA}"/>
              </a:ext>
            </a:extLst>
          </p:cNvPr>
          <p:cNvSpPr>
            <a:spLocks noGrp="1"/>
          </p:cNvSpPr>
          <p:nvPr/>
        </p:nvSpPr>
        <p:spPr>
          <a:xfrm>
            <a:off x="4581525" y="3562350"/>
            <a:ext cx="171450" cy="228600"/>
          </a:xfrm>
          <a:prstGeom prst="rightArrow">
            <a:avLst/>
          </a:prstGeom>
          <a:solidFill>
            <a:srgbClr val="4E96A3"/>
          </a:solidFill>
          <a:ln w="9525">
            <a:solidFill>
              <a:srgbClr val="4E96A3"/>
            </a:solidFill>
            <a:prstDash val="solid"/>
          </a:ln>
        </p:spPr>
        <p:txBody>
          <a:bodyPr anchor="ctr"/>
          <a:lstStyle/>
          <a:p>
            <a:endParaRPr lang="es-PE"/>
          </a:p>
        </p:txBody>
      </p:sp>
      <p:sp>
        <p:nvSpPr>
          <p:cNvPr id="28" name="Rectángulo: esquinas redondeadas 27">
            <a:extLst>
              <a:ext uri="{FF2B5EF4-FFF2-40B4-BE49-F238E27FC236}">
                <a16:creationId xmlns:a16="http://schemas.microsoft.com/office/drawing/2014/main" id="{64D90A30-3919-EB54-8215-D076CA3E5C4B}"/>
              </a:ext>
            </a:extLst>
          </p:cNvPr>
          <p:cNvSpPr>
            <a:spLocks noGrp="1"/>
          </p:cNvSpPr>
          <p:nvPr/>
        </p:nvSpPr>
        <p:spPr>
          <a:xfrm>
            <a:off x="790575" y="3286125"/>
            <a:ext cx="1123950" cy="781050"/>
          </a:xfrm>
          <a:prstGeom prst="roundRect">
            <a:avLst>
              <a:gd name="adj" fmla="val 14634"/>
            </a:avLst>
          </a:prstGeom>
          <a:solidFill>
            <a:schemeClr val="accent1">
              <a:lumMod val="20000"/>
              <a:lumOff val="80000"/>
            </a:schemeClr>
          </a:solidFill>
          <a:ln w="14288">
            <a:solidFill>
              <a:srgbClr val="4E96A3"/>
            </a:solidFill>
            <a:prstDash val="solid"/>
          </a:ln>
        </p:spPr>
        <p:style>
          <a:lnRef idx="0">
            <a:scrgbClr r="0" g="0" b="0"/>
          </a:lnRef>
          <a:fillRef idx="0">
            <a:scrgbClr r="0" g="0" b="0"/>
          </a:fillRef>
          <a:effectRef idx="4">
            <a:scrgbClr r="0" g="0" b="0"/>
          </a:effectRef>
          <a:fontRef idx="major"/>
        </p:style>
        <p:txBody>
          <a:bodyPr anchor="ctr"/>
          <a:lstStyle/>
          <a:p>
            <a:pPr algn="ctr">
              <a:defRPr sz="1125" b="1">
                <a:solidFill>
                  <a:srgbClr val="0E2841"/>
                </a:solidFill>
              </a:defRPr>
            </a:pPr>
            <a:r>
              <a:rPr sz="1125" b="1" dirty="0">
                <a:solidFill>
                  <a:srgbClr val="0E2841"/>
                </a:solidFill>
              </a:rPr>
              <a:t>Consulta</a:t>
            </a:r>
          </a:p>
          <a:p>
            <a:pPr algn="ctr">
              <a:defRPr sz="1125" b="1">
                <a:solidFill>
                  <a:srgbClr val="0E2841"/>
                </a:solidFill>
              </a:defRPr>
            </a:pPr>
            <a:r>
              <a:rPr sz="1125" b="1" dirty="0">
                <a:solidFill>
                  <a:srgbClr val="0E2841"/>
                </a:solidFill>
              </a:rPr>
              <a:t>q</a:t>
            </a:r>
          </a:p>
        </p:txBody>
      </p:sp>
      <p:sp>
        <p:nvSpPr>
          <p:cNvPr id="30" name="Rectángulo: esquinas redondeadas 29">
            <a:extLst>
              <a:ext uri="{FF2B5EF4-FFF2-40B4-BE49-F238E27FC236}">
                <a16:creationId xmlns:a16="http://schemas.microsoft.com/office/drawing/2014/main" id="{BA27ADBA-6410-40CC-EA20-5E15664807AD}"/>
              </a:ext>
            </a:extLst>
          </p:cNvPr>
          <p:cNvSpPr>
            <a:spLocks noGrp="1"/>
          </p:cNvSpPr>
          <p:nvPr/>
        </p:nvSpPr>
        <p:spPr>
          <a:xfrm>
            <a:off x="2114808" y="3273425"/>
            <a:ext cx="1123950" cy="781050"/>
          </a:xfrm>
          <a:prstGeom prst="roundRect">
            <a:avLst>
              <a:gd name="adj" fmla="val 14634"/>
            </a:avLst>
          </a:prstGeom>
          <a:solidFill>
            <a:srgbClr val="FFF1E8"/>
          </a:solidFill>
          <a:ln w="14288">
            <a:solidFill>
              <a:schemeClr val="accent4">
                <a:lumMod val="40000"/>
                <a:lumOff val="60000"/>
              </a:schemeClr>
            </a:solidFill>
            <a:prstDash val="solid"/>
          </a:ln>
        </p:spPr>
        <p:style>
          <a:lnRef idx="0">
            <a:scrgbClr r="0" g="0" b="0"/>
          </a:lnRef>
          <a:fillRef idx="0">
            <a:scrgbClr r="0" g="0" b="0"/>
          </a:fillRef>
          <a:effectRef idx="4">
            <a:scrgbClr r="0" g="0" b="0"/>
          </a:effectRef>
          <a:fontRef idx="major"/>
        </p:style>
        <p:txBody>
          <a:bodyPr anchor="ctr"/>
          <a:lstStyle/>
          <a:p>
            <a:pPr algn="ctr">
              <a:defRPr sz="1125" b="1">
                <a:solidFill>
                  <a:srgbClr val="0E2841"/>
                </a:solidFill>
              </a:defRPr>
            </a:pPr>
            <a:r>
              <a:rPr sz="1125" b="1">
                <a:solidFill>
                  <a:srgbClr val="0E2841"/>
                </a:solidFill>
              </a:rPr>
              <a:t>Intención</a:t>
            </a:r>
          </a:p>
          <a:p>
            <a:pPr algn="ctr">
              <a:defRPr sz="1125" b="1">
                <a:solidFill>
                  <a:srgbClr val="0E2841"/>
                </a:solidFill>
              </a:defRPr>
            </a:pPr>
            <a:r>
              <a:rPr sz="1125" b="1">
                <a:solidFill>
                  <a:srgbClr val="0E2841"/>
                </a:solidFill>
              </a:rPr>
              <a:t>Z</a:t>
            </a:r>
          </a:p>
        </p:txBody>
      </p:sp>
      <p:sp>
        <p:nvSpPr>
          <p:cNvPr id="32" name="Rectángulo: esquinas redondeadas 31">
            <a:extLst>
              <a:ext uri="{FF2B5EF4-FFF2-40B4-BE49-F238E27FC236}">
                <a16:creationId xmlns:a16="http://schemas.microsoft.com/office/drawing/2014/main" id="{5C940F26-EBC6-3BE1-7DF2-5165215E494F}"/>
              </a:ext>
            </a:extLst>
          </p:cNvPr>
          <p:cNvSpPr>
            <a:spLocks noGrp="1"/>
          </p:cNvSpPr>
          <p:nvPr/>
        </p:nvSpPr>
        <p:spPr>
          <a:xfrm>
            <a:off x="3439041" y="3286125"/>
            <a:ext cx="1123950" cy="781050"/>
          </a:xfrm>
          <a:prstGeom prst="roundRect">
            <a:avLst>
              <a:gd name="adj" fmla="val 14634"/>
            </a:avLst>
          </a:prstGeom>
          <a:solidFill>
            <a:schemeClr val="accent2">
              <a:lumMod val="40000"/>
              <a:lumOff val="60000"/>
            </a:schemeClr>
          </a:solidFill>
          <a:ln w="14288">
            <a:solidFill>
              <a:srgbClr val="5D8C5A"/>
            </a:solidFill>
            <a:prstDash val="solid"/>
          </a:ln>
        </p:spPr>
        <p:style>
          <a:lnRef idx="0">
            <a:scrgbClr r="0" g="0" b="0"/>
          </a:lnRef>
          <a:fillRef idx="0">
            <a:scrgbClr r="0" g="0" b="0"/>
          </a:fillRef>
          <a:effectRef idx="4">
            <a:scrgbClr r="0" g="0" b="0"/>
          </a:effectRef>
          <a:fontRef idx="major"/>
        </p:style>
        <p:txBody>
          <a:bodyPr anchor="ctr"/>
          <a:lstStyle/>
          <a:p>
            <a:pPr algn="ctr">
              <a:defRPr sz="1125" b="1">
                <a:solidFill>
                  <a:srgbClr val="0E2841"/>
                </a:solidFill>
              </a:defRPr>
            </a:pPr>
            <a:r>
              <a:rPr sz="1125" b="1">
                <a:solidFill>
                  <a:srgbClr val="0E2841"/>
                </a:solidFill>
              </a:rPr>
              <a:t>Pregunta</a:t>
            </a:r>
          </a:p>
          <a:p>
            <a:pPr algn="ctr">
              <a:defRPr sz="1125" b="1">
                <a:solidFill>
                  <a:srgbClr val="0E2841"/>
                </a:solidFill>
              </a:defRPr>
            </a:pPr>
            <a:r>
              <a:rPr sz="1125" b="1">
                <a:solidFill>
                  <a:srgbClr val="0E2841"/>
                </a:solidFill>
              </a:rPr>
              <a:t>clarificadora</a:t>
            </a:r>
          </a:p>
        </p:txBody>
      </p:sp>
      <p:sp>
        <p:nvSpPr>
          <p:cNvPr id="34" name="Rectángulo: esquinas redondeadas 33">
            <a:extLst>
              <a:ext uri="{FF2B5EF4-FFF2-40B4-BE49-F238E27FC236}">
                <a16:creationId xmlns:a16="http://schemas.microsoft.com/office/drawing/2014/main" id="{1F8BE7AE-C98F-42C3-7339-4ED90258CBCD}"/>
              </a:ext>
            </a:extLst>
          </p:cNvPr>
          <p:cNvSpPr>
            <a:spLocks noGrp="1"/>
          </p:cNvSpPr>
          <p:nvPr/>
        </p:nvSpPr>
        <p:spPr>
          <a:xfrm>
            <a:off x="4771509" y="3286125"/>
            <a:ext cx="1123950" cy="781050"/>
          </a:xfrm>
          <a:prstGeom prst="roundRect">
            <a:avLst>
              <a:gd name="adj" fmla="val 14634"/>
            </a:avLst>
          </a:prstGeom>
          <a:solidFill>
            <a:schemeClr val="tx2">
              <a:lumMod val="75000"/>
            </a:schemeClr>
          </a:solidFill>
          <a:ln w="14288">
            <a:solidFill>
              <a:srgbClr val="0E4A5A"/>
            </a:solidFill>
            <a:prstDash val="solid"/>
          </a:ln>
        </p:spPr>
        <p:style>
          <a:lnRef idx="0">
            <a:scrgbClr r="0" g="0" b="0"/>
          </a:lnRef>
          <a:fillRef idx="0">
            <a:scrgbClr r="0" g="0" b="0"/>
          </a:fillRef>
          <a:effectRef idx="4">
            <a:scrgbClr r="0" g="0" b="0"/>
          </a:effectRef>
          <a:fontRef idx="major"/>
        </p:style>
        <p:txBody>
          <a:bodyPr anchor="ctr"/>
          <a:lstStyle/>
          <a:p>
            <a:pPr algn="ctr">
              <a:defRPr sz="1125" b="1">
                <a:solidFill>
                  <a:srgbClr val="FFFFFF"/>
                </a:solidFill>
              </a:defRPr>
            </a:pPr>
            <a:r>
              <a:rPr sz="1125" b="1">
                <a:solidFill>
                  <a:srgbClr val="FFFFFF"/>
                </a:solidFill>
              </a:rPr>
              <a:t>Respuesta</a:t>
            </a:r>
          </a:p>
          <a:p>
            <a:pPr algn="ctr">
              <a:defRPr sz="1125" b="1">
                <a:solidFill>
                  <a:srgbClr val="FFFFFF"/>
                </a:solidFill>
              </a:defRPr>
            </a:pPr>
            <a:r>
              <a:rPr sz="1125" b="1">
                <a:solidFill>
                  <a:srgbClr val="FFFFFF"/>
                </a:solidFill>
              </a:rPr>
              <a:t>con evidencia</a:t>
            </a:r>
          </a:p>
        </p:txBody>
      </p:sp>
      <p:sp>
        <p:nvSpPr>
          <p:cNvPr id="36" name="CuadroTexto 35">
            <a:extLst>
              <a:ext uri="{FF2B5EF4-FFF2-40B4-BE49-F238E27FC236}">
                <a16:creationId xmlns:a16="http://schemas.microsoft.com/office/drawing/2014/main" id="{B7BD9235-D365-5DE3-D1DA-0EEA4E60FF6F}"/>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 Kim et al.: “</a:t>
            </a:r>
            <a:r>
              <a:rPr lang="en-US" sz="630" dirty="0">
                <a:solidFill>
                  <a:srgbClr val="8A94A4"/>
                </a:solidFill>
                <a:latin typeface="Aptos"/>
              </a:rPr>
              <a:t>Aligning Language Models to Explicitly Handle Ambiguity</a:t>
            </a:r>
            <a:r>
              <a:rPr lang="es-US" sz="630" dirty="0">
                <a:solidFill>
                  <a:srgbClr val="8A94A4"/>
                </a:solidFill>
                <a:latin typeface="Aptos"/>
              </a:rPr>
              <a:t>”.</a:t>
            </a:r>
          </a:p>
        </p:txBody>
      </p:sp>
    </p:spTree>
    <p:extLst>
      <p:ext uri="{BB962C8B-B14F-4D97-AF65-F5344CB8AC3E}">
        <p14:creationId xmlns:p14="http://schemas.microsoft.com/office/powerpoint/2010/main" val="3873411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D40ABF-3E60-F9C4-0A6F-743C3ABE0492}"/>
            </a:ext>
          </a:extLst>
        </p:cNvPr>
        <p:cNvGrpSpPr/>
        <p:nvPr/>
      </p:nvGrpSpPr>
      <p:grpSpPr>
        <a:xfrm>
          <a:off x="0" y="0"/>
          <a:ext cx="0" cy="0"/>
          <a:chOff x="0" y="0"/>
          <a:chExt cx="0" cy="0"/>
        </a:xfrm>
      </p:grpSpPr>
      <p:sp>
        <p:nvSpPr>
          <p:cNvPr id="39" name="CuadroTexto 38">
            <a:extLst>
              <a:ext uri="{FF2B5EF4-FFF2-40B4-BE49-F238E27FC236}">
                <a16:creationId xmlns:a16="http://schemas.microsoft.com/office/drawing/2014/main" id="{8BAA33F3-D123-A620-E0EE-B5124D43D424}"/>
              </a:ext>
            </a:extLst>
          </p:cNvPr>
          <p:cNvSpPr txBox="1"/>
          <p:nvPr/>
        </p:nvSpPr>
        <p:spPr>
          <a:xfrm>
            <a:off x="609600" y="330200"/>
            <a:ext cx="8255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CUÁNDO DESAMBIGUAR</a:t>
            </a:r>
          </a:p>
        </p:txBody>
      </p:sp>
      <p:sp>
        <p:nvSpPr>
          <p:cNvPr id="54" name="CuadroTexto 53">
            <a:extLst>
              <a:ext uri="{FF2B5EF4-FFF2-40B4-BE49-F238E27FC236}">
                <a16:creationId xmlns:a16="http://schemas.microsoft.com/office/drawing/2014/main" id="{16C85312-0ED2-3C0D-5142-C095A9923F9B}"/>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pPr algn="l"/>
            <a:r>
              <a:rPr lang="es-US" sz="630">
                <a:solidFill>
                  <a:srgbClr val="8A94A4"/>
                </a:solidFill>
                <a:latin typeface="Aptos"/>
              </a:rPr>
              <a:t>Fuente: docs.pydantic.dev · Strict mode y conversiones de datos.</a:t>
            </a:r>
          </a:p>
        </p:txBody>
      </p:sp>
      <p:sp>
        <p:nvSpPr>
          <p:cNvPr id="27" name="Rectángulo 26">
            <a:extLst>
              <a:ext uri="{FF2B5EF4-FFF2-40B4-BE49-F238E27FC236}">
                <a16:creationId xmlns:a16="http://schemas.microsoft.com/office/drawing/2014/main" id="{B3E3F4B6-7397-8729-B367-EA4499497040}"/>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6" name="Rectángulo 45">
            <a:extLst>
              <a:ext uri="{FF2B5EF4-FFF2-40B4-BE49-F238E27FC236}">
                <a16:creationId xmlns:a16="http://schemas.microsoft.com/office/drawing/2014/main" id="{20F4768C-40CC-77C2-E37E-6B183263E434}"/>
              </a:ext>
            </a:extLst>
          </p:cNvPr>
          <p:cNvSpPr>
            <a:spLocks noGrp="1"/>
          </p:cNvSpPr>
          <p:nvPr/>
        </p:nvSpPr>
        <p:spPr>
          <a:xfrm>
            <a:off x="685800" y="1247374"/>
            <a:ext cx="10820400" cy="543325"/>
          </a:xfrm>
          <a:prstGeom prst="rect">
            <a:avLst/>
          </a:prstGeom>
          <a:noFill/>
          <a:ln w="0">
            <a:noFill/>
            <a:prstDash val="solid"/>
          </a:ln>
        </p:spPr>
        <p:txBody>
          <a:bodyPr wrap="square" lIns="0" tIns="0" rIns="0" bIns="0" anchor="t">
            <a:normAutofit fontScale="70000" lnSpcReduction="20000"/>
          </a:bodyPr>
          <a:lstStyle/>
          <a:p>
            <a:pPr algn="l">
              <a:lnSpc>
                <a:spcPct val="92000"/>
              </a:lnSpc>
              <a:buNone/>
              <a:defRPr sz="3675" b="1" i="0">
                <a:solidFill>
                  <a:srgbClr val="0B1020"/>
                </a:solidFill>
                <a:latin typeface="Aptos"/>
                <a:ea typeface="Aptos"/>
                <a:cs typeface="Aptos"/>
              </a:defRPr>
            </a:pPr>
            <a:r>
              <a:rPr lang="es-MX" sz="3600" b="1" dirty="0">
                <a:solidFill>
                  <a:srgbClr val="101526"/>
                </a:solidFill>
                <a:latin typeface="Aptos Display"/>
                <a:ea typeface="Aptos Display"/>
                <a:cs typeface="Aptos Display"/>
              </a:rPr>
              <a:t>Desambiguar cuando la ambigüedad cambia lo que el sistema debe hacer</a:t>
            </a:r>
            <a:endParaRPr sz="3600" b="1" dirty="0">
              <a:solidFill>
                <a:srgbClr val="101526"/>
              </a:solidFill>
              <a:latin typeface="Aptos Display"/>
              <a:ea typeface="Aptos Display"/>
              <a:cs typeface="Aptos Display"/>
            </a:endParaRPr>
          </a:p>
        </p:txBody>
      </p:sp>
      <p:sp>
        <p:nvSpPr>
          <p:cNvPr id="48" name="Conector recto 47">
            <a:extLst>
              <a:ext uri="{FF2B5EF4-FFF2-40B4-BE49-F238E27FC236}">
                <a16:creationId xmlns:a16="http://schemas.microsoft.com/office/drawing/2014/main" id="{487032A1-B991-562F-46C9-C86169937B81}"/>
              </a:ext>
            </a:extLst>
          </p:cNvPr>
          <p:cNvSpPr>
            <a:spLocks noGrp="1"/>
          </p:cNvSpPr>
          <p:nvPr/>
        </p:nvSpPr>
        <p:spPr>
          <a:xfrm>
            <a:off x="685800" y="1866900"/>
            <a:ext cx="10820400" cy="0"/>
          </a:xfrm>
          <a:prstGeom prst="line">
            <a:avLst/>
          </a:prstGeom>
          <a:noFill/>
          <a:ln w="9525">
            <a:solidFill>
              <a:srgbClr val="D9DDEA"/>
            </a:solidFill>
            <a:prstDash val="solid"/>
          </a:ln>
        </p:spPr>
        <p:txBody>
          <a:bodyPr/>
          <a:lstStyle/>
          <a:p>
            <a:endParaRPr/>
          </a:p>
        </p:txBody>
      </p:sp>
      <p:sp>
        <p:nvSpPr>
          <p:cNvPr id="50" name="Rectángulo: esquinas redondeadas 49">
            <a:extLst>
              <a:ext uri="{FF2B5EF4-FFF2-40B4-BE49-F238E27FC236}">
                <a16:creationId xmlns:a16="http://schemas.microsoft.com/office/drawing/2014/main" id="{3633EAC0-9B55-74FE-5099-4DBA63CDC932}"/>
              </a:ext>
            </a:extLst>
          </p:cNvPr>
          <p:cNvSpPr>
            <a:spLocks noGrp="1"/>
          </p:cNvSpPr>
          <p:nvPr/>
        </p:nvSpPr>
        <p:spPr>
          <a:xfrm>
            <a:off x="709774" y="2305049"/>
            <a:ext cx="4914900" cy="2514595"/>
          </a:xfrm>
          <a:prstGeom prst="roundRect">
            <a:avLst>
              <a:gd name="adj" fmla="val 7080"/>
            </a:avLst>
          </a:prstGeom>
          <a:solidFill>
            <a:schemeClr val="tx2">
              <a:lumMod val="50000"/>
            </a:schemeClr>
          </a:solidFill>
          <a:ln w="11430">
            <a:solidFill>
              <a:srgbClr val="F5A14A"/>
            </a:solidFill>
            <a:prstDash val="solid"/>
          </a:ln>
        </p:spPr>
        <p:txBody>
          <a:bodyPr/>
          <a:lstStyle/>
          <a:p>
            <a:endParaRPr lang="es-PE"/>
          </a:p>
        </p:txBody>
      </p:sp>
      <p:sp>
        <p:nvSpPr>
          <p:cNvPr id="52" name="Rectángulo: esquinas redondeadas 51">
            <a:extLst>
              <a:ext uri="{FF2B5EF4-FFF2-40B4-BE49-F238E27FC236}">
                <a16:creationId xmlns:a16="http://schemas.microsoft.com/office/drawing/2014/main" id="{57FBE22B-61EB-4D1C-6E26-97283F78FD55}"/>
              </a:ext>
            </a:extLst>
          </p:cNvPr>
          <p:cNvSpPr>
            <a:spLocks noGrp="1"/>
          </p:cNvSpPr>
          <p:nvPr/>
        </p:nvSpPr>
        <p:spPr>
          <a:xfrm>
            <a:off x="995524" y="2552700"/>
            <a:ext cx="1257300" cy="285750"/>
          </a:xfrm>
          <a:prstGeom prst="roundRect">
            <a:avLst>
              <a:gd name="adj" fmla="val 50000"/>
            </a:avLst>
          </a:prstGeom>
          <a:solidFill>
            <a:srgbClr val="3A3340"/>
          </a:solidFill>
          <a:ln w="9525">
            <a:solidFill>
              <a:schemeClr val="accent4">
                <a:lumMod val="60000"/>
                <a:lumOff val="40000"/>
              </a:schemeClr>
            </a:solidFill>
            <a:prstDash val="solid"/>
          </a:ln>
        </p:spPr>
        <p:txBody>
          <a:bodyPr/>
          <a:lstStyle/>
          <a:p>
            <a:endParaRPr lang="es-PE"/>
          </a:p>
        </p:txBody>
      </p:sp>
      <p:sp>
        <p:nvSpPr>
          <p:cNvPr id="55" name="Rectángulo 54">
            <a:extLst>
              <a:ext uri="{FF2B5EF4-FFF2-40B4-BE49-F238E27FC236}">
                <a16:creationId xmlns:a16="http://schemas.microsoft.com/office/drawing/2014/main" id="{DAAB215A-8646-15D6-51DE-45AB86498F7C}"/>
              </a:ext>
            </a:extLst>
          </p:cNvPr>
          <p:cNvSpPr>
            <a:spLocks noGrp="1"/>
          </p:cNvSpPr>
          <p:nvPr/>
        </p:nvSpPr>
        <p:spPr>
          <a:xfrm>
            <a:off x="1052674" y="2590800"/>
            <a:ext cx="1143000" cy="209550"/>
          </a:xfrm>
          <a:prstGeom prst="rect">
            <a:avLst/>
          </a:prstGeom>
          <a:noFill/>
          <a:ln w="0">
            <a:noFill/>
            <a:prstDash val="solid"/>
          </a:ln>
        </p:spPr>
        <p:txBody>
          <a:bodyPr wrap="square" lIns="19050" tIns="19050" rIns="19050" bIns="19050" anchor="ctr">
            <a:normAutofit/>
          </a:bodyPr>
          <a:lstStyle/>
          <a:p>
            <a:pPr algn="ctr">
              <a:lnSpc>
                <a:spcPct val="100000"/>
              </a:lnSpc>
              <a:buNone/>
              <a:defRPr sz="900" b="1">
                <a:solidFill>
                  <a:srgbClr val="FFFFFF"/>
                </a:solidFill>
                <a:latin typeface="Aptos"/>
                <a:ea typeface="Aptos"/>
                <a:cs typeface="Aptos"/>
              </a:defRPr>
            </a:pPr>
            <a:r>
              <a:rPr sz="900" b="1">
                <a:solidFill>
                  <a:srgbClr val="FFFFFF"/>
                </a:solidFill>
                <a:latin typeface="Aptos"/>
                <a:ea typeface="Aptos"/>
                <a:cs typeface="Aptos"/>
              </a:rPr>
              <a:t>RESPONDER</a:t>
            </a:r>
          </a:p>
        </p:txBody>
      </p:sp>
      <p:sp>
        <p:nvSpPr>
          <p:cNvPr id="57" name="Rectángulo 56">
            <a:extLst>
              <a:ext uri="{FF2B5EF4-FFF2-40B4-BE49-F238E27FC236}">
                <a16:creationId xmlns:a16="http://schemas.microsoft.com/office/drawing/2014/main" id="{ECBEBF75-FB87-E9A4-2CD1-EDBD67F15577}"/>
              </a:ext>
            </a:extLst>
          </p:cNvPr>
          <p:cNvSpPr>
            <a:spLocks noGrp="1"/>
          </p:cNvSpPr>
          <p:nvPr/>
        </p:nvSpPr>
        <p:spPr>
          <a:xfrm>
            <a:off x="1128874" y="3162300"/>
            <a:ext cx="4076700" cy="800100"/>
          </a:xfrm>
          <a:prstGeom prst="rect">
            <a:avLst/>
          </a:prstGeom>
          <a:noFill/>
          <a:ln w="0">
            <a:noFill/>
            <a:prstDash val="solid"/>
          </a:ln>
        </p:spPr>
        <p:txBody>
          <a:bodyPr wrap="square" lIns="19050" tIns="19050" rIns="19050" bIns="19050" anchor="ctr">
            <a:normAutofit/>
          </a:bodyPr>
          <a:lstStyle/>
          <a:p>
            <a:pPr algn="ctr">
              <a:lnSpc>
                <a:spcPct val="100000"/>
              </a:lnSpc>
              <a:buNone/>
              <a:defRPr sz="1800" b="1">
                <a:solidFill>
                  <a:srgbClr val="FFFFFF"/>
                </a:solidFill>
                <a:latin typeface="Aptos"/>
                <a:ea typeface="Aptos"/>
                <a:cs typeface="Aptos"/>
              </a:defRPr>
            </a:pPr>
            <a:r>
              <a:rPr sz="1800" b="1">
                <a:solidFill>
                  <a:srgbClr val="FFFFFF"/>
                </a:solidFill>
                <a:latin typeface="Aptos"/>
                <a:ea typeface="Aptos"/>
                <a:cs typeface="Aptos"/>
              </a:rPr>
              <a:t>cuando el riesgo residual</a:t>
            </a:r>
          </a:p>
          <a:p>
            <a:pPr algn="ctr">
              <a:lnSpc>
                <a:spcPct val="100000"/>
              </a:lnSpc>
              <a:buNone/>
              <a:defRPr sz="1800" b="1">
                <a:solidFill>
                  <a:srgbClr val="FFFFFF"/>
                </a:solidFill>
                <a:latin typeface="Aptos"/>
                <a:ea typeface="Aptos"/>
                <a:cs typeface="Aptos"/>
              </a:defRPr>
            </a:pPr>
            <a:r>
              <a:rPr sz="1800" b="1">
                <a:solidFill>
                  <a:srgbClr val="FFFFFF"/>
                </a:solidFill>
                <a:latin typeface="Aptos"/>
                <a:ea typeface="Aptos"/>
                <a:cs typeface="Aptos"/>
              </a:rPr>
              <a:t>es menor que preguntar</a:t>
            </a:r>
          </a:p>
        </p:txBody>
      </p:sp>
      <p:sp>
        <p:nvSpPr>
          <p:cNvPr id="59" name="Rectángulo: esquinas redondeadas 58">
            <a:extLst>
              <a:ext uri="{FF2B5EF4-FFF2-40B4-BE49-F238E27FC236}">
                <a16:creationId xmlns:a16="http://schemas.microsoft.com/office/drawing/2014/main" id="{106975D2-D053-749F-332E-B5E1C4191E67}"/>
              </a:ext>
            </a:extLst>
          </p:cNvPr>
          <p:cNvSpPr>
            <a:spLocks noGrp="1"/>
          </p:cNvSpPr>
          <p:nvPr/>
        </p:nvSpPr>
        <p:spPr>
          <a:xfrm>
            <a:off x="6253324" y="2305050"/>
            <a:ext cx="5573874" cy="2514594"/>
          </a:xfrm>
          <a:prstGeom prst="roundRect">
            <a:avLst>
              <a:gd name="adj" fmla="val 7080"/>
            </a:avLst>
          </a:prstGeom>
          <a:solidFill>
            <a:schemeClr val="tx2">
              <a:lumMod val="50000"/>
            </a:schemeClr>
          </a:solidFill>
          <a:ln w="11430">
            <a:solidFill>
              <a:srgbClr val="33D6C8"/>
            </a:solidFill>
            <a:prstDash val="solid"/>
          </a:ln>
        </p:spPr>
        <p:txBody>
          <a:bodyPr/>
          <a:lstStyle/>
          <a:p>
            <a:endParaRPr lang="es-PE"/>
          </a:p>
        </p:txBody>
      </p:sp>
      <p:sp>
        <p:nvSpPr>
          <p:cNvPr id="61" name="Rectángulo: esquinas redondeadas 60">
            <a:extLst>
              <a:ext uri="{FF2B5EF4-FFF2-40B4-BE49-F238E27FC236}">
                <a16:creationId xmlns:a16="http://schemas.microsoft.com/office/drawing/2014/main" id="{0442D4CD-E030-3821-74CF-6DA429743EDD}"/>
              </a:ext>
            </a:extLst>
          </p:cNvPr>
          <p:cNvSpPr>
            <a:spLocks noGrp="1"/>
          </p:cNvSpPr>
          <p:nvPr/>
        </p:nvSpPr>
        <p:spPr>
          <a:xfrm>
            <a:off x="6901024" y="2552700"/>
            <a:ext cx="1257300" cy="285750"/>
          </a:xfrm>
          <a:prstGeom prst="roundRect">
            <a:avLst>
              <a:gd name="adj" fmla="val 50000"/>
            </a:avLst>
          </a:prstGeom>
          <a:solidFill>
            <a:srgbClr val="263E4A"/>
          </a:solidFill>
          <a:ln w="9525">
            <a:solidFill>
              <a:schemeClr val="accent2">
                <a:lumMod val="60000"/>
                <a:lumOff val="40000"/>
              </a:schemeClr>
            </a:solidFill>
            <a:prstDash val="solid"/>
          </a:ln>
        </p:spPr>
        <p:txBody>
          <a:bodyPr/>
          <a:lstStyle/>
          <a:p>
            <a:endParaRPr lang="es-PE"/>
          </a:p>
        </p:txBody>
      </p:sp>
      <p:sp>
        <p:nvSpPr>
          <p:cNvPr id="63" name="Rectángulo 62">
            <a:extLst>
              <a:ext uri="{FF2B5EF4-FFF2-40B4-BE49-F238E27FC236}">
                <a16:creationId xmlns:a16="http://schemas.microsoft.com/office/drawing/2014/main" id="{B56CAE53-392D-F2F1-21EB-FC74FB585677}"/>
              </a:ext>
            </a:extLst>
          </p:cNvPr>
          <p:cNvSpPr>
            <a:spLocks noGrp="1"/>
          </p:cNvSpPr>
          <p:nvPr/>
        </p:nvSpPr>
        <p:spPr>
          <a:xfrm>
            <a:off x="6958174" y="2590800"/>
            <a:ext cx="1143000" cy="209550"/>
          </a:xfrm>
          <a:prstGeom prst="rect">
            <a:avLst/>
          </a:prstGeom>
          <a:noFill/>
          <a:ln w="0">
            <a:noFill/>
            <a:prstDash val="solid"/>
          </a:ln>
        </p:spPr>
        <p:txBody>
          <a:bodyPr wrap="square" lIns="19050" tIns="19050" rIns="19050" bIns="19050" anchor="ctr">
            <a:normAutofit/>
          </a:bodyPr>
          <a:lstStyle/>
          <a:p>
            <a:pPr algn="ctr">
              <a:lnSpc>
                <a:spcPct val="100000"/>
              </a:lnSpc>
              <a:buNone/>
              <a:defRPr sz="900" b="1">
                <a:solidFill>
                  <a:srgbClr val="FFFFFF"/>
                </a:solidFill>
                <a:latin typeface="Aptos"/>
                <a:ea typeface="Aptos"/>
                <a:cs typeface="Aptos"/>
              </a:defRPr>
            </a:pPr>
            <a:r>
              <a:rPr sz="900" b="1">
                <a:solidFill>
                  <a:srgbClr val="FFFFFF"/>
                </a:solidFill>
                <a:latin typeface="Aptos"/>
                <a:ea typeface="Aptos"/>
                <a:cs typeface="Aptos"/>
              </a:rPr>
              <a:t>ACLARAR</a:t>
            </a:r>
          </a:p>
        </p:txBody>
      </p:sp>
      <p:sp>
        <p:nvSpPr>
          <p:cNvPr id="65" name="Rectángulo 64">
            <a:extLst>
              <a:ext uri="{FF2B5EF4-FFF2-40B4-BE49-F238E27FC236}">
                <a16:creationId xmlns:a16="http://schemas.microsoft.com/office/drawing/2014/main" id="{303A6971-8A24-EF0E-1B14-28F9D43B6B63}"/>
              </a:ext>
            </a:extLst>
          </p:cNvPr>
          <p:cNvSpPr>
            <a:spLocks noGrp="1"/>
          </p:cNvSpPr>
          <p:nvPr/>
        </p:nvSpPr>
        <p:spPr>
          <a:xfrm>
            <a:off x="7034374" y="3162300"/>
            <a:ext cx="4076700" cy="800100"/>
          </a:xfrm>
          <a:prstGeom prst="rect">
            <a:avLst/>
          </a:prstGeom>
          <a:noFill/>
          <a:ln w="0">
            <a:noFill/>
            <a:prstDash val="solid"/>
          </a:ln>
        </p:spPr>
        <p:txBody>
          <a:bodyPr wrap="square" lIns="19050" tIns="19050" rIns="19050" bIns="19050" anchor="ctr">
            <a:normAutofit/>
          </a:bodyPr>
          <a:lstStyle/>
          <a:p>
            <a:pPr algn="ctr">
              <a:lnSpc>
                <a:spcPct val="100000"/>
              </a:lnSpc>
              <a:buNone/>
              <a:defRPr sz="1800" b="1">
                <a:solidFill>
                  <a:srgbClr val="FFFFFF"/>
                </a:solidFill>
                <a:latin typeface="Aptos"/>
                <a:ea typeface="Aptos"/>
                <a:cs typeface="Aptos"/>
              </a:defRPr>
            </a:pPr>
            <a:r>
              <a:rPr sz="1800" b="1">
                <a:solidFill>
                  <a:srgbClr val="FFFFFF"/>
                </a:solidFill>
                <a:latin typeface="Aptos"/>
                <a:ea typeface="Aptos"/>
                <a:cs typeface="Aptos"/>
              </a:rPr>
              <a:t>cuando la reducción esperada</a:t>
            </a:r>
          </a:p>
          <a:p>
            <a:pPr algn="ctr">
              <a:lnSpc>
                <a:spcPct val="100000"/>
              </a:lnSpc>
              <a:buNone/>
              <a:defRPr sz="1800" b="1">
                <a:solidFill>
                  <a:srgbClr val="FFFFFF"/>
                </a:solidFill>
                <a:latin typeface="Aptos"/>
                <a:ea typeface="Aptos"/>
                <a:cs typeface="Aptos"/>
              </a:defRPr>
            </a:pPr>
            <a:r>
              <a:rPr sz="1800" b="1">
                <a:solidFill>
                  <a:srgbClr val="FFFFFF"/>
                </a:solidFill>
                <a:latin typeface="Aptos"/>
                <a:ea typeface="Aptos"/>
                <a:cs typeface="Aptos"/>
              </a:rPr>
              <a:t>de pérdida supera c(q)</a:t>
            </a:r>
          </a:p>
        </p:txBody>
      </p:sp>
      <p:pic>
        <p:nvPicPr>
          <p:cNvPr id="67" name="Imagen 66">
            <a:extLst>
              <a:ext uri="{FF2B5EF4-FFF2-40B4-BE49-F238E27FC236}">
                <a16:creationId xmlns:a16="http://schemas.microsoft.com/office/drawing/2014/main" id="{8813C4AE-1CA8-97E4-A355-AE3F33A8294F}"/>
              </a:ext>
            </a:extLst>
          </p:cNvPr>
          <p:cNvPicPr>
            <a:picLocks noChangeAspect="1"/>
          </p:cNvPicPr>
          <p:nvPr/>
        </p:nvPicPr>
        <p:blipFill>
          <a:blip r:embed="rId3">
            <a:biLevel thresh="75000"/>
          </a:blip>
          <a:stretch/>
        </p:blipFill>
        <p:spPr>
          <a:xfrm>
            <a:off x="4549306" y="5311774"/>
            <a:ext cx="3048938" cy="552450"/>
          </a:xfrm>
          <a:prstGeom prst="rect">
            <a:avLst/>
          </a:prstGeom>
        </p:spPr>
      </p:pic>
      <p:pic>
        <p:nvPicPr>
          <p:cNvPr id="69" name="Imagen 68">
            <a:extLst>
              <a:ext uri="{FF2B5EF4-FFF2-40B4-BE49-F238E27FC236}">
                <a16:creationId xmlns:a16="http://schemas.microsoft.com/office/drawing/2014/main" id="{8955C0C1-D66F-7618-F654-DE347A8D82E1}"/>
              </a:ext>
            </a:extLst>
          </p:cNvPr>
          <p:cNvPicPr>
            <a:picLocks noChangeAspect="1"/>
          </p:cNvPicPr>
          <p:nvPr/>
        </p:nvPicPr>
        <p:blipFill>
          <a:blip r:embed="rId4"/>
          <a:stretch/>
        </p:blipFill>
        <p:spPr>
          <a:xfrm>
            <a:off x="1489380" y="3990975"/>
            <a:ext cx="3355688" cy="590550"/>
          </a:xfrm>
          <a:prstGeom prst="rect">
            <a:avLst/>
          </a:prstGeom>
        </p:spPr>
      </p:pic>
      <p:pic>
        <p:nvPicPr>
          <p:cNvPr id="71" name="Imagen 70">
            <a:extLst>
              <a:ext uri="{FF2B5EF4-FFF2-40B4-BE49-F238E27FC236}">
                <a16:creationId xmlns:a16="http://schemas.microsoft.com/office/drawing/2014/main" id="{956A6D13-CED1-F7B6-17B1-D0BFC295414E}"/>
              </a:ext>
            </a:extLst>
          </p:cNvPr>
          <p:cNvPicPr>
            <a:picLocks noChangeAspect="1"/>
          </p:cNvPicPr>
          <p:nvPr/>
        </p:nvPicPr>
        <p:blipFill>
          <a:blip r:embed="rId5"/>
          <a:stretch/>
        </p:blipFill>
        <p:spPr>
          <a:xfrm>
            <a:off x="6434299" y="4019892"/>
            <a:ext cx="5276850" cy="436220"/>
          </a:xfrm>
          <a:prstGeom prst="rect">
            <a:avLst/>
          </a:prstGeom>
        </p:spPr>
      </p:pic>
    </p:spTree>
    <p:extLst>
      <p:ext uri="{BB962C8B-B14F-4D97-AF65-F5344CB8AC3E}">
        <p14:creationId xmlns:p14="http://schemas.microsoft.com/office/powerpoint/2010/main" val="33469579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flow-1">
            <a:extLst>
              <a:ext uri="{FF2B5EF4-FFF2-40B4-BE49-F238E27FC236}">
                <a16:creationId xmlns:a16="http://schemas.microsoft.com/office/drawing/2014/main" id="{4996F2AD-082E-4CB5-AA6A-EA67F9E7A88B}"/>
              </a:ext>
            </a:extLst>
          </p:cNvPr>
          <p:cNvSpPr>
            <a:spLocks noGrp="1"/>
          </p:cNvSpPr>
          <p:nvPr/>
        </p:nvSpPr>
        <p:spPr>
          <a:xfrm>
            <a:off x="609600" y="330518"/>
            <a:ext cx="10810875" cy="485775"/>
          </a:xfrm>
          <a:prstGeom prst="rect">
            <a:avLst/>
          </a:prstGeom>
          <a:noFill/>
          <a:ln w="0">
            <a:noFill/>
          </a:ln>
        </p:spPr>
        <p:txBody>
          <a:bodyPr wrap="square" lIns="0" tIns="0" rIns="0" bIns="0" anchor="ctr">
            <a:noAutofit/>
          </a:bodyPr>
          <a:lstStyle/>
          <a:p>
            <a:pPr algn="l">
              <a:lnSpc>
                <a:spcPct val="100000"/>
              </a:lnSpc>
              <a:buNone/>
              <a:defRPr sz="2250" b="1">
                <a:solidFill>
                  <a:srgbClr val="44546A"/>
                </a:solidFill>
                <a:latin typeface="Aptos"/>
                <a:ea typeface="Aptos"/>
                <a:cs typeface="Aptos"/>
              </a:defRPr>
            </a:pPr>
            <a:r>
              <a:rPr lang="es-PE" sz="2250" b="1" dirty="0">
                <a:solidFill>
                  <a:srgbClr val="44546A"/>
                </a:solidFill>
                <a:latin typeface="Aptos"/>
                <a:ea typeface="Aptos"/>
                <a:cs typeface="Aptos"/>
              </a:rPr>
              <a:t>CUÁNDO DESAMBIGUAR EN AGENTES CONVERSACIONALES</a:t>
            </a:r>
            <a:endParaRPr sz="2250" b="1" dirty="0">
              <a:solidFill>
                <a:srgbClr val="44546A"/>
              </a:solidFill>
              <a:latin typeface="Aptos"/>
              <a:ea typeface="Aptos"/>
              <a:cs typeface="Aptos"/>
            </a:endParaRPr>
          </a:p>
        </p:txBody>
      </p:sp>
      <p:sp>
        <p:nvSpPr>
          <p:cNvPr id="2" name="flow-2">
            <a:extLst>
              <a:ext uri="{FF2B5EF4-FFF2-40B4-BE49-F238E27FC236}">
                <a16:creationId xmlns:a16="http://schemas.microsoft.com/office/drawing/2014/main" id="{E78C57CF-61E7-4D91-884B-56E980B4F261}"/>
              </a:ext>
            </a:extLst>
          </p:cNvPr>
          <p:cNvSpPr>
            <a:spLocks noGrp="1"/>
          </p:cNvSpPr>
          <p:nvPr/>
        </p:nvSpPr>
        <p:spPr>
          <a:xfrm>
            <a:off x="609600" y="838200"/>
            <a:ext cx="4572000" cy="38100"/>
          </a:xfrm>
          <a:prstGeom prst="rect">
            <a:avLst/>
          </a:prstGeom>
          <a:solidFill>
            <a:srgbClr val="00ADB8"/>
          </a:solidFill>
          <a:ln w="0">
            <a:noFill/>
          </a:ln>
        </p:spPr>
        <p:txBody>
          <a:bodyPr/>
          <a:lstStyle/>
          <a:p>
            <a:endParaRPr lang="es-PE"/>
          </a:p>
        </p:txBody>
      </p:sp>
      <p:sp>
        <p:nvSpPr>
          <p:cNvPr id="3" name="flow-3">
            <a:extLst>
              <a:ext uri="{FF2B5EF4-FFF2-40B4-BE49-F238E27FC236}">
                <a16:creationId xmlns:a16="http://schemas.microsoft.com/office/drawing/2014/main" id="{0FC12B54-CAFF-477F-972C-F865C88C2E74}"/>
              </a:ext>
            </a:extLst>
          </p:cNvPr>
          <p:cNvSpPr>
            <a:spLocks noGrp="1"/>
          </p:cNvSpPr>
          <p:nvPr/>
        </p:nvSpPr>
        <p:spPr>
          <a:xfrm>
            <a:off x="685800" y="1143000"/>
            <a:ext cx="10763250" cy="628650"/>
          </a:xfrm>
          <a:prstGeom prst="rect">
            <a:avLst/>
          </a:prstGeom>
          <a:noFill/>
          <a:ln w="0">
            <a:noFill/>
          </a:ln>
        </p:spPr>
        <p:txBody>
          <a:bodyPr wrap="square" lIns="0" tIns="0" rIns="0" bIns="0" anchor="ctr">
            <a:noAutofit/>
          </a:bodyPr>
          <a:lstStyle/>
          <a:p>
            <a:pPr algn="l">
              <a:lnSpc>
                <a:spcPct val="100000"/>
              </a:lnSpc>
              <a:buNone/>
              <a:defRPr sz="2550" b="1">
                <a:solidFill>
                  <a:srgbClr val="101526"/>
                </a:solidFill>
                <a:latin typeface="Aptos"/>
                <a:ea typeface="Aptos"/>
                <a:cs typeface="Aptos"/>
              </a:defRPr>
            </a:pPr>
            <a:r>
              <a:rPr sz="2550" b="1">
                <a:solidFill>
                  <a:srgbClr val="101526"/>
                </a:solidFill>
                <a:latin typeface="Aptos"/>
                <a:ea typeface="Aptos"/>
                <a:cs typeface="Aptos"/>
              </a:rPr>
              <a:t>Integrar la decisión en la llamada habitual del turno</a:t>
            </a:r>
          </a:p>
        </p:txBody>
      </p:sp>
      <p:sp>
        <p:nvSpPr>
          <p:cNvPr id="4" name="flow-4">
            <a:extLst>
              <a:ext uri="{FF2B5EF4-FFF2-40B4-BE49-F238E27FC236}">
                <a16:creationId xmlns:a16="http://schemas.microsoft.com/office/drawing/2014/main" id="{922AC113-2D16-49E4-8485-245296FA2C22}"/>
              </a:ext>
            </a:extLst>
          </p:cNvPr>
          <p:cNvSpPr>
            <a:spLocks noGrp="1"/>
          </p:cNvSpPr>
          <p:nvPr/>
        </p:nvSpPr>
        <p:spPr>
          <a:xfrm>
            <a:off x="685800" y="1933575"/>
            <a:ext cx="2495550" cy="1657350"/>
          </a:xfrm>
          <a:prstGeom prst="roundRect">
            <a:avLst>
              <a:gd name="adj" fmla="val 4598"/>
            </a:avLst>
          </a:prstGeom>
          <a:solidFill>
            <a:srgbClr val="222C37"/>
          </a:solidFill>
          <a:ln w="9525">
            <a:solidFill>
              <a:srgbClr val="00ADB8"/>
            </a:solidFill>
          </a:ln>
        </p:spPr>
        <p:txBody>
          <a:bodyPr/>
          <a:lstStyle/>
          <a:p>
            <a:endParaRPr lang="es-PE"/>
          </a:p>
        </p:txBody>
      </p:sp>
      <p:sp>
        <p:nvSpPr>
          <p:cNvPr id="5" name="flow-5">
            <a:extLst>
              <a:ext uri="{FF2B5EF4-FFF2-40B4-BE49-F238E27FC236}">
                <a16:creationId xmlns:a16="http://schemas.microsoft.com/office/drawing/2014/main" id="{E7E83DB5-6668-4638-BF44-C21230652D49}"/>
              </a:ext>
            </a:extLst>
          </p:cNvPr>
          <p:cNvSpPr>
            <a:spLocks noGrp="1"/>
          </p:cNvSpPr>
          <p:nvPr/>
        </p:nvSpPr>
        <p:spPr>
          <a:xfrm>
            <a:off x="857250" y="2028825"/>
            <a:ext cx="2152650" cy="257175"/>
          </a:xfrm>
          <a:prstGeom prst="rect">
            <a:avLst/>
          </a:prstGeom>
          <a:noFill/>
          <a:ln w="0">
            <a:noFill/>
          </a:ln>
        </p:spPr>
        <p:txBody>
          <a:bodyPr wrap="square" lIns="0" tIns="0" rIns="0" bIns="0" anchor="ctr">
            <a:noAutofit/>
          </a:bodyPr>
          <a:lstStyle/>
          <a:p>
            <a:pPr algn="l">
              <a:lnSpc>
                <a:spcPct val="100000"/>
              </a:lnSpc>
              <a:buNone/>
              <a:defRPr sz="1425" b="1">
                <a:solidFill>
                  <a:srgbClr val="26CFC2"/>
                </a:solidFill>
                <a:latin typeface="Aptos"/>
                <a:ea typeface="Aptos"/>
                <a:cs typeface="Aptos"/>
              </a:defRPr>
            </a:pPr>
            <a:r>
              <a:rPr sz="1425" b="1">
                <a:solidFill>
                  <a:srgbClr val="26CFC2"/>
                </a:solidFill>
                <a:latin typeface="Aptos"/>
                <a:ea typeface="Aptos"/>
                <a:cs typeface="Aptos"/>
              </a:rPr>
              <a:t>1</a:t>
            </a:r>
          </a:p>
        </p:txBody>
      </p:sp>
      <p:sp>
        <p:nvSpPr>
          <p:cNvPr id="6" name="flow-6">
            <a:extLst>
              <a:ext uri="{FF2B5EF4-FFF2-40B4-BE49-F238E27FC236}">
                <a16:creationId xmlns:a16="http://schemas.microsoft.com/office/drawing/2014/main" id="{47EF7622-DCB5-4707-8EFE-521742D63C4C}"/>
              </a:ext>
            </a:extLst>
          </p:cNvPr>
          <p:cNvSpPr>
            <a:spLocks noGrp="1"/>
          </p:cNvSpPr>
          <p:nvPr/>
        </p:nvSpPr>
        <p:spPr>
          <a:xfrm>
            <a:off x="857250" y="2381250"/>
            <a:ext cx="2152650" cy="314325"/>
          </a:xfrm>
          <a:prstGeom prst="rect">
            <a:avLst/>
          </a:prstGeom>
          <a:noFill/>
          <a:ln w="0">
            <a:noFill/>
          </a:ln>
        </p:spPr>
        <p:txBody>
          <a:bodyPr wrap="square" lIns="0" tIns="0" rIns="0" bIns="0" anchor="ctr">
            <a:noAutofit/>
          </a:bodyPr>
          <a:lstStyle/>
          <a:p>
            <a:pPr algn="l">
              <a:lnSpc>
                <a:spcPct val="100000"/>
              </a:lnSpc>
              <a:buNone/>
              <a:defRPr sz="1950" b="1">
                <a:solidFill>
                  <a:srgbClr val="FFFFFF"/>
                </a:solidFill>
                <a:latin typeface="Aptos"/>
                <a:ea typeface="Aptos"/>
                <a:cs typeface="Aptos"/>
              </a:defRPr>
            </a:pPr>
            <a:r>
              <a:rPr sz="1950" b="1">
                <a:solidFill>
                  <a:srgbClr val="FFFFFF"/>
                </a:solidFill>
                <a:latin typeface="Aptos"/>
                <a:ea typeface="Aptos"/>
                <a:cs typeface="Aptos"/>
              </a:rPr>
              <a:t>Contexto</a:t>
            </a:r>
          </a:p>
        </p:txBody>
      </p:sp>
      <p:sp>
        <p:nvSpPr>
          <p:cNvPr id="7" name="flow-7">
            <a:extLst>
              <a:ext uri="{FF2B5EF4-FFF2-40B4-BE49-F238E27FC236}">
                <a16:creationId xmlns:a16="http://schemas.microsoft.com/office/drawing/2014/main" id="{68CB2A2C-FDE5-48A9-91C4-D5500147BB72}"/>
              </a:ext>
            </a:extLst>
          </p:cNvPr>
          <p:cNvSpPr>
            <a:spLocks noGrp="1"/>
          </p:cNvSpPr>
          <p:nvPr/>
        </p:nvSpPr>
        <p:spPr>
          <a:xfrm>
            <a:off x="857250" y="2781300"/>
            <a:ext cx="2152650" cy="695325"/>
          </a:xfrm>
          <a:prstGeom prst="rect">
            <a:avLst/>
          </a:prstGeom>
          <a:noFill/>
          <a:ln w="0">
            <a:noFill/>
          </a:ln>
        </p:spPr>
        <p:txBody>
          <a:bodyPr wrap="square" lIns="0" tIns="0" rIns="0" bIns="0" anchor="ctr">
            <a:noAutofit/>
          </a:bodyPr>
          <a:lstStyle/>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Reusar historial,</a:t>
            </a:r>
          </a:p>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estado y evidencia</a:t>
            </a:r>
          </a:p>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ya disponibles.</a:t>
            </a:r>
          </a:p>
        </p:txBody>
      </p:sp>
      <p:sp>
        <p:nvSpPr>
          <p:cNvPr id="8" name="flow-8">
            <a:extLst>
              <a:ext uri="{FF2B5EF4-FFF2-40B4-BE49-F238E27FC236}">
                <a16:creationId xmlns:a16="http://schemas.microsoft.com/office/drawing/2014/main" id="{7DD021B2-A57E-40C8-8F62-99B8024B74FC}"/>
              </a:ext>
            </a:extLst>
          </p:cNvPr>
          <p:cNvSpPr>
            <a:spLocks noGrp="1"/>
          </p:cNvSpPr>
          <p:nvPr/>
        </p:nvSpPr>
        <p:spPr>
          <a:xfrm>
            <a:off x="3219450" y="2628900"/>
            <a:ext cx="171450" cy="228600"/>
          </a:xfrm>
          <a:prstGeom prst="rightArrow">
            <a:avLst/>
          </a:prstGeom>
          <a:solidFill>
            <a:srgbClr val="64748B"/>
          </a:solidFill>
          <a:ln w="0">
            <a:noFill/>
          </a:ln>
        </p:spPr>
        <p:txBody>
          <a:bodyPr/>
          <a:lstStyle/>
          <a:p>
            <a:endParaRPr lang="es-PE"/>
          </a:p>
        </p:txBody>
      </p:sp>
      <p:sp>
        <p:nvSpPr>
          <p:cNvPr id="9" name="flow-9">
            <a:extLst>
              <a:ext uri="{FF2B5EF4-FFF2-40B4-BE49-F238E27FC236}">
                <a16:creationId xmlns:a16="http://schemas.microsoft.com/office/drawing/2014/main" id="{3D14241B-31CD-443F-AB80-2869F82DEC27}"/>
              </a:ext>
            </a:extLst>
          </p:cNvPr>
          <p:cNvSpPr>
            <a:spLocks noGrp="1"/>
          </p:cNvSpPr>
          <p:nvPr/>
        </p:nvSpPr>
        <p:spPr>
          <a:xfrm>
            <a:off x="3438525" y="1933575"/>
            <a:ext cx="2495550" cy="1657350"/>
          </a:xfrm>
          <a:prstGeom prst="roundRect">
            <a:avLst>
              <a:gd name="adj" fmla="val 4598"/>
            </a:avLst>
          </a:prstGeom>
          <a:solidFill>
            <a:srgbClr val="222C37"/>
          </a:solidFill>
          <a:ln w="9525">
            <a:solidFill>
              <a:srgbClr val="7564FF"/>
            </a:solidFill>
          </a:ln>
        </p:spPr>
        <p:txBody>
          <a:bodyPr/>
          <a:lstStyle/>
          <a:p>
            <a:endParaRPr lang="es-PE"/>
          </a:p>
        </p:txBody>
      </p:sp>
      <p:sp>
        <p:nvSpPr>
          <p:cNvPr id="10" name="flow-10">
            <a:extLst>
              <a:ext uri="{FF2B5EF4-FFF2-40B4-BE49-F238E27FC236}">
                <a16:creationId xmlns:a16="http://schemas.microsoft.com/office/drawing/2014/main" id="{31A84E83-5B41-4D03-9912-6E5EF5478041}"/>
              </a:ext>
            </a:extLst>
          </p:cNvPr>
          <p:cNvSpPr>
            <a:spLocks noGrp="1"/>
          </p:cNvSpPr>
          <p:nvPr/>
        </p:nvSpPr>
        <p:spPr>
          <a:xfrm>
            <a:off x="3609975" y="2028825"/>
            <a:ext cx="2152650" cy="257175"/>
          </a:xfrm>
          <a:prstGeom prst="rect">
            <a:avLst/>
          </a:prstGeom>
          <a:noFill/>
          <a:ln w="0">
            <a:noFill/>
          </a:ln>
        </p:spPr>
        <p:txBody>
          <a:bodyPr wrap="square" lIns="0" tIns="0" rIns="0" bIns="0" anchor="ctr">
            <a:noAutofit/>
          </a:bodyPr>
          <a:lstStyle/>
          <a:p>
            <a:pPr algn="l">
              <a:lnSpc>
                <a:spcPct val="100000"/>
              </a:lnSpc>
              <a:buNone/>
              <a:defRPr sz="1425" b="1">
                <a:solidFill>
                  <a:srgbClr val="26CFC2"/>
                </a:solidFill>
                <a:latin typeface="Aptos"/>
                <a:ea typeface="Aptos"/>
                <a:cs typeface="Aptos"/>
              </a:defRPr>
            </a:pPr>
            <a:r>
              <a:rPr sz="1425" b="1">
                <a:solidFill>
                  <a:srgbClr val="26CFC2"/>
                </a:solidFill>
                <a:latin typeface="Aptos"/>
                <a:ea typeface="Aptos"/>
                <a:cs typeface="Aptos"/>
              </a:rPr>
              <a:t>2</a:t>
            </a:r>
          </a:p>
        </p:txBody>
      </p:sp>
      <p:sp>
        <p:nvSpPr>
          <p:cNvPr id="11" name="flow-11">
            <a:extLst>
              <a:ext uri="{FF2B5EF4-FFF2-40B4-BE49-F238E27FC236}">
                <a16:creationId xmlns:a16="http://schemas.microsoft.com/office/drawing/2014/main" id="{EBEA53D4-2083-4F99-BA11-FF0E0B366605}"/>
              </a:ext>
            </a:extLst>
          </p:cNvPr>
          <p:cNvSpPr>
            <a:spLocks noGrp="1"/>
          </p:cNvSpPr>
          <p:nvPr/>
        </p:nvSpPr>
        <p:spPr>
          <a:xfrm>
            <a:off x="3609975" y="2381250"/>
            <a:ext cx="2152650" cy="314325"/>
          </a:xfrm>
          <a:prstGeom prst="rect">
            <a:avLst/>
          </a:prstGeom>
          <a:noFill/>
          <a:ln w="0">
            <a:noFill/>
          </a:ln>
        </p:spPr>
        <p:txBody>
          <a:bodyPr wrap="square" lIns="0" tIns="0" rIns="0" bIns="0" anchor="ctr">
            <a:noAutofit/>
          </a:bodyPr>
          <a:lstStyle/>
          <a:p>
            <a:pPr algn="l">
              <a:lnSpc>
                <a:spcPct val="100000"/>
              </a:lnSpc>
              <a:buNone/>
              <a:defRPr sz="1950" b="1">
                <a:solidFill>
                  <a:srgbClr val="FFFFFF"/>
                </a:solidFill>
                <a:latin typeface="Aptos"/>
                <a:ea typeface="Aptos"/>
                <a:cs typeface="Aptos"/>
              </a:defRPr>
            </a:pPr>
            <a:r>
              <a:rPr sz="1950" b="1">
                <a:solidFill>
                  <a:srgbClr val="FFFFFF"/>
                </a:solidFill>
                <a:latin typeface="Aptos"/>
                <a:ea typeface="Aptos"/>
                <a:cs typeface="Aptos"/>
              </a:rPr>
              <a:t>Dato clave</a:t>
            </a:r>
          </a:p>
        </p:txBody>
      </p:sp>
      <p:sp>
        <p:nvSpPr>
          <p:cNvPr id="12" name="flow-12">
            <a:extLst>
              <a:ext uri="{FF2B5EF4-FFF2-40B4-BE49-F238E27FC236}">
                <a16:creationId xmlns:a16="http://schemas.microsoft.com/office/drawing/2014/main" id="{15FB8080-20FC-4236-B585-1C99B4E7A16C}"/>
              </a:ext>
            </a:extLst>
          </p:cNvPr>
          <p:cNvSpPr>
            <a:spLocks noGrp="1"/>
          </p:cNvSpPr>
          <p:nvPr/>
        </p:nvSpPr>
        <p:spPr>
          <a:xfrm>
            <a:off x="3609975" y="2781300"/>
            <a:ext cx="2152650" cy="695325"/>
          </a:xfrm>
          <a:prstGeom prst="rect">
            <a:avLst/>
          </a:prstGeom>
          <a:noFill/>
          <a:ln w="0">
            <a:noFill/>
          </a:ln>
        </p:spPr>
        <p:txBody>
          <a:bodyPr wrap="square" lIns="0" tIns="0" rIns="0" bIns="0" anchor="ctr">
            <a:noAutofit/>
          </a:bodyPr>
          <a:lstStyle/>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Detectar si falta</a:t>
            </a:r>
          </a:p>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un dato que cambia</a:t>
            </a:r>
          </a:p>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la respuesta.</a:t>
            </a:r>
          </a:p>
        </p:txBody>
      </p:sp>
      <p:sp>
        <p:nvSpPr>
          <p:cNvPr id="13" name="flow-13">
            <a:extLst>
              <a:ext uri="{FF2B5EF4-FFF2-40B4-BE49-F238E27FC236}">
                <a16:creationId xmlns:a16="http://schemas.microsoft.com/office/drawing/2014/main" id="{17710EAC-1502-4413-B1E6-AFF320CDF23E}"/>
              </a:ext>
            </a:extLst>
          </p:cNvPr>
          <p:cNvSpPr>
            <a:spLocks noGrp="1"/>
          </p:cNvSpPr>
          <p:nvPr/>
        </p:nvSpPr>
        <p:spPr>
          <a:xfrm>
            <a:off x="5972175" y="2628900"/>
            <a:ext cx="171450" cy="228600"/>
          </a:xfrm>
          <a:prstGeom prst="rightArrow">
            <a:avLst/>
          </a:prstGeom>
          <a:solidFill>
            <a:srgbClr val="64748B"/>
          </a:solidFill>
          <a:ln w="0">
            <a:noFill/>
          </a:ln>
        </p:spPr>
        <p:txBody>
          <a:bodyPr/>
          <a:lstStyle/>
          <a:p>
            <a:endParaRPr lang="es-PE"/>
          </a:p>
        </p:txBody>
      </p:sp>
      <p:sp>
        <p:nvSpPr>
          <p:cNvPr id="14" name="flow-14">
            <a:extLst>
              <a:ext uri="{FF2B5EF4-FFF2-40B4-BE49-F238E27FC236}">
                <a16:creationId xmlns:a16="http://schemas.microsoft.com/office/drawing/2014/main" id="{A55CEC56-EEA6-4198-BD74-DCC993EAE972}"/>
              </a:ext>
            </a:extLst>
          </p:cNvPr>
          <p:cNvSpPr>
            <a:spLocks noGrp="1"/>
          </p:cNvSpPr>
          <p:nvPr/>
        </p:nvSpPr>
        <p:spPr>
          <a:xfrm>
            <a:off x="6191250" y="1933575"/>
            <a:ext cx="2495550" cy="1657350"/>
          </a:xfrm>
          <a:prstGeom prst="roundRect">
            <a:avLst>
              <a:gd name="adj" fmla="val 4598"/>
            </a:avLst>
          </a:prstGeom>
          <a:solidFill>
            <a:srgbClr val="222C37"/>
          </a:solidFill>
          <a:ln w="9525">
            <a:solidFill>
              <a:srgbClr val="00ADB8"/>
            </a:solidFill>
          </a:ln>
        </p:spPr>
        <p:txBody>
          <a:bodyPr/>
          <a:lstStyle/>
          <a:p>
            <a:endParaRPr lang="es-PE"/>
          </a:p>
        </p:txBody>
      </p:sp>
      <p:sp>
        <p:nvSpPr>
          <p:cNvPr id="15" name="flow-15">
            <a:extLst>
              <a:ext uri="{FF2B5EF4-FFF2-40B4-BE49-F238E27FC236}">
                <a16:creationId xmlns:a16="http://schemas.microsoft.com/office/drawing/2014/main" id="{86F833A2-9021-4191-A739-D9305D8C6409}"/>
              </a:ext>
            </a:extLst>
          </p:cNvPr>
          <p:cNvSpPr>
            <a:spLocks noGrp="1"/>
          </p:cNvSpPr>
          <p:nvPr/>
        </p:nvSpPr>
        <p:spPr>
          <a:xfrm>
            <a:off x="6362700" y="2028825"/>
            <a:ext cx="2152650" cy="257175"/>
          </a:xfrm>
          <a:prstGeom prst="rect">
            <a:avLst/>
          </a:prstGeom>
          <a:noFill/>
          <a:ln w="0">
            <a:noFill/>
          </a:ln>
        </p:spPr>
        <p:txBody>
          <a:bodyPr wrap="square" lIns="0" tIns="0" rIns="0" bIns="0" anchor="ctr">
            <a:noAutofit/>
          </a:bodyPr>
          <a:lstStyle/>
          <a:p>
            <a:pPr algn="l">
              <a:lnSpc>
                <a:spcPct val="100000"/>
              </a:lnSpc>
              <a:buNone/>
              <a:defRPr sz="1425" b="1">
                <a:solidFill>
                  <a:srgbClr val="26CFC2"/>
                </a:solidFill>
                <a:latin typeface="Aptos"/>
                <a:ea typeface="Aptos"/>
                <a:cs typeface="Aptos"/>
              </a:defRPr>
            </a:pPr>
            <a:r>
              <a:rPr sz="1425" b="1">
                <a:solidFill>
                  <a:srgbClr val="26CFC2"/>
                </a:solidFill>
                <a:latin typeface="Aptos"/>
                <a:ea typeface="Aptos"/>
                <a:cs typeface="Aptos"/>
              </a:rPr>
              <a:t>3</a:t>
            </a:r>
          </a:p>
        </p:txBody>
      </p:sp>
      <p:sp>
        <p:nvSpPr>
          <p:cNvPr id="16" name="flow-16">
            <a:extLst>
              <a:ext uri="{FF2B5EF4-FFF2-40B4-BE49-F238E27FC236}">
                <a16:creationId xmlns:a16="http://schemas.microsoft.com/office/drawing/2014/main" id="{9CC48145-DC4F-4B97-8BA3-A59256CE6CD6}"/>
              </a:ext>
            </a:extLst>
          </p:cNvPr>
          <p:cNvSpPr>
            <a:spLocks noGrp="1"/>
          </p:cNvSpPr>
          <p:nvPr/>
        </p:nvSpPr>
        <p:spPr>
          <a:xfrm>
            <a:off x="6362700" y="2381250"/>
            <a:ext cx="2152650" cy="314325"/>
          </a:xfrm>
          <a:prstGeom prst="rect">
            <a:avLst/>
          </a:prstGeom>
          <a:noFill/>
          <a:ln w="0">
            <a:noFill/>
          </a:ln>
        </p:spPr>
        <p:txBody>
          <a:bodyPr wrap="square" lIns="0" tIns="0" rIns="0" bIns="0" anchor="ctr">
            <a:noAutofit/>
          </a:bodyPr>
          <a:lstStyle/>
          <a:p>
            <a:pPr algn="l">
              <a:lnSpc>
                <a:spcPct val="100000"/>
              </a:lnSpc>
              <a:buNone/>
              <a:defRPr sz="1950" b="1">
                <a:solidFill>
                  <a:srgbClr val="FFFFFF"/>
                </a:solidFill>
                <a:latin typeface="Aptos"/>
                <a:ea typeface="Aptos"/>
                <a:cs typeface="Aptos"/>
              </a:defRPr>
            </a:pPr>
            <a:r>
              <a:rPr sz="1950" b="1">
                <a:solidFill>
                  <a:srgbClr val="FFFFFF"/>
                </a:solidFill>
                <a:latin typeface="Aptos"/>
                <a:ea typeface="Aptos"/>
                <a:cs typeface="Aptos"/>
              </a:rPr>
              <a:t>Política</a:t>
            </a:r>
          </a:p>
        </p:txBody>
      </p:sp>
      <p:sp>
        <p:nvSpPr>
          <p:cNvPr id="17" name="flow-17">
            <a:extLst>
              <a:ext uri="{FF2B5EF4-FFF2-40B4-BE49-F238E27FC236}">
                <a16:creationId xmlns:a16="http://schemas.microsoft.com/office/drawing/2014/main" id="{57D8A082-7F34-4C6B-92EA-29F72D15EC51}"/>
              </a:ext>
            </a:extLst>
          </p:cNvPr>
          <p:cNvSpPr>
            <a:spLocks noGrp="1"/>
          </p:cNvSpPr>
          <p:nvPr/>
        </p:nvSpPr>
        <p:spPr>
          <a:xfrm>
            <a:off x="6362700" y="2781300"/>
            <a:ext cx="2152650" cy="695325"/>
          </a:xfrm>
          <a:prstGeom prst="rect">
            <a:avLst/>
          </a:prstGeom>
          <a:noFill/>
          <a:ln w="0">
            <a:noFill/>
          </a:ln>
        </p:spPr>
        <p:txBody>
          <a:bodyPr wrap="square" lIns="0" tIns="0" rIns="0" bIns="0" anchor="ctr">
            <a:noAutofit/>
          </a:bodyPr>
          <a:lstStyle/>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Aplicar reglas</a:t>
            </a:r>
          </a:p>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validadas fuera</a:t>
            </a:r>
          </a:p>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de línea.</a:t>
            </a:r>
          </a:p>
        </p:txBody>
      </p:sp>
      <p:sp>
        <p:nvSpPr>
          <p:cNvPr id="18" name="flow-18">
            <a:extLst>
              <a:ext uri="{FF2B5EF4-FFF2-40B4-BE49-F238E27FC236}">
                <a16:creationId xmlns:a16="http://schemas.microsoft.com/office/drawing/2014/main" id="{E304C653-4DFB-48EC-9833-6E01D11AB79F}"/>
              </a:ext>
            </a:extLst>
          </p:cNvPr>
          <p:cNvSpPr>
            <a:spLocks noGrp="1"/>
          </p:cNvSpPr>
          <p:nvPr/>
        </p:nvSpPr>
        <p:spPr>
          <a:xfrm>
            <a:off x="8724900" y="2628900"/>
            <a:ext cx="171450" cy="228600"/>
          </a:xfrm>
          <a:prstGeom prst="rightArrow">
            <a:avLst/>
          </a:prstGeom>
          <a:solidFill>
            <a:srgbClr val="64748B"/>
          </a:solidFill>
          <a:ln w="0">
            <a:noFill/>
          </a:ln>
        </p:spPr>
        <p:txBody>
          <a:bodyPr/>
          <a:lstStyle/>
          <a:p>
            <a:endParaRPr lang="es-PE"/>
          </a:p>
        </p:txBody>
      </p:sp>
      <p:sp>
        <p:nvSpPr>
          <p:cNvPr id="19" name="flow-19">
            <a:extLst>
              <a:ext uri="{FF2B5EF4-FFF2-40B4-BE49-F238E27FC236}">
                <a16:creationId xmlns:a16="http://schemas.microsoft.com/office/drawing/2014/main" id="{C1AA45BD-887A-4E16-9629-8D79439AF23D}"/>
              </a:ext>
            </a:extLst>
          </p:cNvPr>
          <p:cNvSpPr>
            <a:spLocks noGrp="1"/>
          </p:cNvSpPr>
          <p:nvPr/>
        </p:nvSpPr>
        <p:spPr>
          <a:xfrm>
            <a:off x="8943975" y="1933575"/>
            <a:ext cx="2495550" cy="1657350"/>
          </a:xfrm>
          <a:prstGeom prst="roundRect">
            <a:avLst>
              <a:gd name="adj" fmla="val 4598"/>
            </a:avLst>
          </a:prstGeom>
          <a:solidFill>
            <a:srgbClr val="222C37"/>
          </a:solidFill>
          <a:ln w="9525">
            <a:solidFill>
              <a:srgbClr val="7564FF"/>
            </a:solidFill>
          </a:ln>
        </p:spPr>
        <p:txBody>
          <a:bodyPr/>
          <a:lstStyle/>
          <a:p>
            <a:endParaRPr lang="es-PE"/>
          </a:p>
        </p:txBody>
      </p:sp>
      <p:sp>
        <p:nvSpPr>
          <p:cNvPr id="20" name="flow-20">
            <a:extLst>
              <a:ext uri="{FF2B5EF4-FFF2-40B4-BE49-F238E27FC236}">
                <a16:creationId xmlns:a16="http://schemas.microsoft.com/office/drawing/2014/main" id="{731ABE7E-3D0A-4BA0-8D21-7E0F6B30DAB5}"/>
              </a:ext>
            </a:extLst>
          </p:cNvPr>
          <p:cNvSpPr>
            <a:spLocks noGrp="1"/>
          </p:cNvSpPr>
          <p:nvPr/>
        </p:nvSpPr>
        <p:spPr>
          <a:xfrm>
            <a:off x="9115425" y="2028825"/>
            <a:ext cx="2152650" cy="257175"/>
          </a:xfrm>
          <a:prstGeom prst="rect">
            <a:avLst/>
          </a:prstGeom>
          <a:noFill/>
          <a:ln w="0">
            <a:noFill/>
          </a:ln>
        </p:spPr>
        <p:txBody>
          <a:bodyPr wrap="square" lIns="0" tIns="0" rIns="0" bIns="0" anchor="ctr">
            <a:noAutofit/>
          </a:bodyPr>
          <a:lstStyle/>
          <a:p>
            <a:pPr algn="l">
              <a:lnSpc>
                <a:spcPct val="100000"/>
              </a:lnSpc>
              <a:buNone/>
              <a:defRPr sz="1425" b="1">
                <a:solidFill>
                  <a:srgbClr val="26CFC2"/>
                </a:solidFill>
                <a:latin typeface="Aptos"/>
                <a:ea typeface="Aptos"/>
                <a:cs typeface="Aptos"/>
              </a:defRPr>
            </a:pPr>
            <a:r>
              <a:rPr sz="1425" b="1">
                <a:solidFill>
                  <a:srgbClr val="26CFC2"/>
                </a:solidFill>
                <a:latin typeface="Aptos"/>
                <a:ea typeface="Aptos"/>
                <a:cs typeface="Aptos"/>
              </a:rPr>
              <a:t>4</a:t>
            </a:r>
          </a:p>
        </p:txBody>
      </p:sp>
      <p:sp>
        <p:nvSpPr>
          <p:cNvPr id="21" name="flow-21">
            <a:extLst>
              <a:ext uri="{FF2B5EF4-FFF2-40B4-BE49-F238E27FC236}">
                <a16:creationId xmlns:a16="http://schemas.microsoft.com/office/drawing/2014/main" id="{B04E0A3C-6035-43F7-923E-5EDD47FB5BBB}"/>
              </a:ext>
            </a:extLst>
          </p:cNvPr>
          <p:cNvSpPr>
            <a:spLocks noGrp="1"/>
          </p:cNvSpPr>
          <p:nvPr/>
        </p:nvSpPr>
        <p:spPr>
          <a:xfrm>
            <a:off x="9115425" y="2381250"/>
            <a:ext cx="2152650" cy="314325"/>
          </a:xfrm>
          <a:prstGeom prst="rect">
            <a:avLst/>
          </a:prstGeom>
          <a:noFill/>
          <a:ln w="0">
            <a:noFill/>
          </a:ln>
        </p:spPr>
        <p:txBody>
          <a:bodyPr wrap="square" lIns="0" tIns="0" rIns="0" bIns="0" anchor="ctr">
            <a:noAutofit/>
          </a:bodyPr>
          <a:lstStyle/>
          <a:p>
            <a:pPr algn="l">
              <a:lnSpc>
                <a:spcPct val="100000"/>
              </a:lnSpc>
              <a:buNone/>
              <a:defRPr sz="1950" b="1">
                <a:solidFill>
                  <a:srgbClr val="FFFFFF"/>
                </a:solidFill>
                <a:latin typeface="Aptos"/>
                <a:ea typeface="Aptos"/>
                <a:cs typeface="Aptos"/>
              </a:defRPr>
            </a:pPr>
            <a:r>
              <a:rPr sz="1950" b="1">
                <a:solidFill>
                  <a:srgbClr val="FFFFFF"/>
                </a:solidFill>
                <a:latin typeface="Aptos"/>
                <a:ea typeface="Aptos"/>
                <a:cs typeface="Aptos"/>
              </a:rPr>
              <a:t>Salida</a:t>
            </a:r>
          </a:p>
        </p:txBody>
      </p:sp>
      <p:sp>
        <p:nvSpPr>
          <p:cNvPr id="22" name="flow-22">
            <a:extLst>
              <a:ext uri="{FF2B5EF4-FFF2-40B4-BE49-F238E27FC236}">
                <a16:creationId xmlns:a16="http://schemas.microsoft.com/office/drawing/2014/main" id="{AD11BA61-3BA3-471B-80BD-8C7BA90BE6F4}"/>
              </a:ext>
            </a:extLst>
          </p:cNvPr>
          <p:cNvSpPr>
            <a:spLocks noGrp="1"/>
          </p:cNvSpPr>
          <p:nvPr/>
        </p:nvSpPr>
        <p:spPr>
          <a:xfrm>
            <a:off x="9115425" y="2781300"/>
            <a:ext cx="2152650" cy="695325"/>
          </a:xfrm>
          <a:prstGeom prst="rect">
            <a:avLst/>
          </a:prstGeom>
          <a:noFill/>
          <a:ln w="0">
            <a:noFill/>
          </a:ln>
        </p:spPr>
        <p:txBody>
          <a:bodyPr wrap="square" lIns="0" tIns="0" rIns="0" bIns="0" anchor="ctr">
            <a:noAutofit/>
          </a:bodyPr>
          <a:lstStyle/>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Responder o pedir</a:t>
            </a:r>
          </a:p>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una aclaración breve</a:t>
            </a:r>
          </a:p>
          <a:p>
            <a:pPr algn="l">
              <a:lnSpc>
                <a:spcPct val="100000"/>
              </a:lnSpc>
              <a:buNone/>
              <a:defRPr sz="1650" b="0">
                <a:solidFill>
                  <a:srgbClr val="D2DBE4"/>
                </a:solidFill>
                <a:latin typeface="Aptos"/>
                <a:ea typeface="Aptos"/>
                <a:cs typeface="Aptos"/>
              </a:defRPr>
            </a:pPr>
            <a:r>
              <a:rPr sz="1650" b="0">
                <a:solidFill>
                  <a:srgbClr val="D2DBE4"/>
                </a:solidFill>
                <a:latin typeface="Aptos"/>
                <a:ea typeface="Aptos"/>
                <a:cs typeface="Aptos"/>
              </a:rPr>
              <a:t>en el mismo turno.</a:t>
            </a:r>
          </a:p>
        </p:txBody>
      </p:sp>
      <p:sp>
        <p:nvSpPr>
          <p:cNvPr id="23" name="flow-23">
            <a:extLst>
              <a:ext uri="{FF2B5EF4-FFF2-40B4-BE49-F238E27FC236}">
                <a16:creationId xmlns:a16="http://schemas.microsoft.com/office/drawing/2014/main" id="{0601499A-9090-4075-99D1-85F903559376}"/>
              </a:ext>
            </a:extLst>
          </p:cNvPr>
          <p:cNvSpPr>
            <a:spLocks noGrp="1"/>
          </p:cNvSpPr>
          <p:nvPr/>
        </p:nvSpPr>
        <p:spPr>
          <a:xfrm>
            <a:off x="685800" y="3819525"/>
            <a:ext cx="10763250" cy="352425"/>
          </a:xfrm>
          <a:prstGeom prst="rect">
            <a:avLst/>
          </a:prstGeom>
          <a:noFill/>
          <a:ln w="0">
            <a:noFill/>
          </a:ln>
        </p:spPr>
        <p:txBody>
          <a:bodyPr wrap="square" lIns="0" tIns="0" rIns="0" bIns="0" anchor="ctr">
            <a:noAutofit/>
          </a:bodyPr>
          <a:lstStyle/>
          <a:p>
            <a:pPr algn="l">
              <a:lnSpc>
                <a:spcPct val="100000"/>
              </a:lnSpc>
              <a:buNone/>
              <a:defRPr sz="2025" b="1">
                <a:solidFill>
                  <a:srgbClr val="101526"/>
                </a:solidFill>
                <a:latin typeface="Aptos"/>
                <a:ea typeface="Aptos"/>
                <a:cs typeface="Aptos"/>
              </a:defRPr>
            </a:pPr>
            <a:r>
              <a:rPr sz="2025" b="1">
                <a:solidFill>
                  <a:srgbClr val="101526"/>
                </a:solidFill>
                <a:latin typeface="Aptos"/>
                <a:ea typeface="Aptos"/>
                <a:cs typeface="Aptos"/>
              </a:rPr>
              <a:t>Ejemplo conversacional: «¿Cómo configuro la memoria?»</a:t>
            </a:r>
          </a:p>
        </p:txBody>
      </p:sp>
      <p:sp>
        <p:nvSpPr>
          <p:cNvPr id="24" name="flow-24">
            <a:extLst>
              <a:ext uri="{FF2B5EF4-FFF2-40B4-BE49-F238E27FC236}">
                <a16:creationId xmlns:a16="http://schemas.microsoft.com/office/drawing/2014/main" id="{055D0077-C406-405D-A319-37F83D27028F}"/>
              </a:ext>
            </a:extLst>
          </p:cNvPr>
          <p:cNvSpPr>
            <a:spLocks noGrp="1"/>
          </p:cNvSpPr>
          <p:nvPr/>
        </p:nvSpPr>
        <p:spPr>
          <a:xfrm>
            <a:off x="685800" y="4371975"/>
            <a:ext cx="5238750" cy="1085850"/>
          </a:xfrm>
          <a:prstGeom prst="roundRect">
            <a:avLst>
              <a:gd name="adj" fmla="val 7018"/>
            </a:avLst>
          </a:prstGeom>
          <a:solidFill>
            <a:srgbClr val="222C37"/>
          </a:solidFill>
          <a:ln w="9525">
            <a:solidFill>
              <a:srgbClr val="00ADB8"/>
            </a:solidFill>
          </a:ln>
        </p:spPr>
        <p:txBody>
          <a:bodyPr/>
          <a:lstStyle/>
          <a:p>
            <a:endParaRPr lang="es-PE"/>
          </a:p>
        </p:txBody>
      </p:sp>
      <p:sp>
        <p:nvSpPr>
          <p:cNvPr id="25" name="flow-25">
            <a:extLst>
              <a:ext uri="{FF2B5EF4-FFF2-40B4-BE49-F238E27FC236}">
                <a16:creationId xmlns:a16="http://schemas.microsoft.com/office/drawing/2014/main" id="{78F5D15C-517E-4E0A-8B24-BE6D7C0A1E57}"/>
              </a:ext>
            </a:extLst>
          </p:cNvPr>
          <p:cNvSpPr>
            <a:spLocks noGrp="1"/>
          </p:cNvSpPr>
          <p:nvPr/>
        </p:nvSpPr>
        <p:spPr>
          <a:xfrm>
            <a:off x="885825" y="4486275"/>
            <a:ext cx="4838700" cy="266700"/>
          </a:xfrm>
          <a:prstGeom prst="rect">
            <a:avLst/>
          </a:prstGeom>
          <a:noFill/>
          <a:ln w="0">
            <a:noFill/>
          </a:ln>
        </p:spPr>
        <p:txBody>
          <a:bodyPr wrap="square" lIns="0" tIns="0" rIns="0" bIns="0" anchor="ctr">
            <a:noAutofit/>
          </a:bodyPr>
          <a:lstStyle/>
          <a:p>
            <a:pPr algn="l">
              <a:lnSpc>
                <a:spcPct val="100000"/>
              </a:lnSpc>
              <a:buNone/>
              <a:defRPr sz="1500" b="1">
                <a:solidFill>
                  <a:srgbClr val="26CFC2"/>
                </a:solidFill>
                <a:latin typeface="Aptos"/>
                <a:ea typeface="Aptos"/>
                <a:cs typeface="Aptos"/>
              </a:defRPr>
            </a:pPr>
            <a:r>
              <a:rPr sz="1500" b="1">
                <a:solidFill>
                  <a:srgbClr val="26CFC2"/>
                </a:solidFill>
                <a:latin typeface="Aptos"/>
                <a:ea typeface="Aptos"/>
                <a:cs typeface="Aptos"/>
              </a:rPr>
              <a:t>CONTEXTO SUFICIENTE</a:t>
            </a:r>
          </a:p>
        </p:txBody>
      </p:sp>
      <p:sp>
        <p:nvSpPr>
          <p:cNvPr id="26" name="flow-26">
            <a:extLst>
              <a:ext uri="{FF2B5EF4-FFF2-40B4-BE49-F238E27FC236}">
                <a16:creationId xmlns:a16="http://schemas.microsoft.com/office/drawing/2014/main" id="{E1B4037F-432D-46CD-85C4-3D4A5557644F}"/>
              </a:ext>
            </a:extLst>
          </p:cNvPr>
          <p:cNvSpPr>
            <a:spLocks noGrp="1"/>
          </p:cNvSpPr>
          <p:nvPr/>
        </p:nvSpPr>
        <p:spPr>
          <a:xfrm>
            <a:off x="885825" y="4857750"/>
            <a:ext cx="4838700" cy="485775"/>
          </a:xfrm>
          <a:prstGeom prst="rect">
            <a:avLst/>
          </a:prstGeom>
          <a:noFill/>
          <a:ln w="0">
            <a:noFill/>
          </a:ln>
        </p:spPr>
        <p:txBody>
          <a:bodyPr wrap="square" lIns="0" tIns="0" rIns="0" bIns="0" anchor="ctr">
            <a:noAutofit/>
          </a:bodyPr>
          <a:lstStyle/>
          <a:p>
            <a:pPr algn="l">
              <a:lnSpc>
                <a:spcPct val="100000"/>
              </a:lnSpc>
              <a:buNone/>
              <a:defRPr sz="1725" b="0">
                <a:solidFill>
                  <a:srgbClr val="FFFFFF"/>
                </a:solidFill>
                <a:latin typeface="Aptos"/>
                <a:ea typeface="Aptos"/>
                <a:cs typeface="Aptos"/>
              </a:defRPr>
            </a:pPr>
            <a:r>
              <a:rPr sz="1725" b="0">
                <a:solidFill>
                  <a:srgbClr val="FFFFFF"/>
                </a:solidFill>
                <a:latin typeface="Aptos"/>
                <a:ea typeface="Aptos"/>
                <a:cs typeface="Aptos"/>
              </a:rPr>
              <a:t>Responder usando el tipo de memoria</a:t>
            </a:r>
          </a:p>
          <a:p>
            <a:pPr algn="l">
              <a:lnSpc>
                <a:spcPct val="100000"/>
              </a:lnSpc>
              <a:buNone/>
              <a:defRPr sz="1725" b="0">
                <a:solidFill>
                  <a:srgbClr val="FFFFFF"/>
                </a:solidFill>
                <a:latin typeface="Aptos"/>
                <a:ea typeface="Aptos"/>
                <a:cs typeface="Aptos"/>
              </a:defRPr>
            </a:pPr>
            <a:r>
              <a:rPr sz="1725" b="0">
                <a:solidFill>
                  <a:srgbClr val="FFFFFF"/>
                </a:solidFill>
                <a:latin typeface="Aptos"/>
                <a:ea typeface="Aptos"/>
                <a:cs typeface="Aptos"/>
              </a:rPr>
              <a:t>identificado en el historial.</a:t>
            </a:r>
          </a:p>
        </p:txBody>
      </p:sp>
      <p:sp>
        <p:nvSpPr>
          <p:cNvPr id="27" name="flow-27">
            <a:extLst>
              <a:ext uri="{FF2B5EF4-FFF2-40B4-BE49-F238E27FC236}">
                <a16:creationId xmlns:a16="http://schemas.microsoft.com/office/drawing/2014/main" id="{FEF7763B-5BCF-4E34-A817-D2C26BCBBF8C}"/>
              </a:ext>
            </a:extLst>
          </p:cNvPr>
          <p:cNvSpPr>
            <a:spLocks noGrp="1"/>
          </p:cNvSpPr>
          <p:nvPr/>
        </p:nvSpPr>
        <p:spPr>
          <a:xfrm>
            <a:off x="6200775" y="4371975"/>
            <a:ext cx="5238750" cy="1085850"/>
          </a:xfrm>
          <a:prstGeom prst="roundRect">
            <a:avLst>
              <a:gd name="adj" fmla="val 7018"/>
            </a:avLst>
          </a:prstGeom>
          <a:solidFill>
            <a:srgbClr val="222C37"/>
          </a:solidFill>
          <a:ln w="9525">
            <a:solidFill>
              <a:srgbClr val="7564FF"/>
            </a:solidFill>
          </a:ln>
        </p:spPr>
        <p:txBody>
          <a:bodyPr/>
          <a:lstStyle/>
          <a:p>
            <a:endParaRPr lang="es-PE"/>
          </a:p>
        </p:txBody>
      </p:sp>
      <p:sp>
        <p:nvSpPr>
          <p:cNvPr id="28" name="flow-28">
            <a:extLst>
              <a:ext uri="{FF2B5EF4-FFF2-40B4-BE49-F238E27FC236}">
                <a16:creationId xmlns:a16="http://schemas.microsoft.com/office/drawing/2014/main" id="{81112E7C-0CAF-420E-B6A0-6EACFAB5D6CC}"/>
              </a:ext>
            </a:extLst>
          </p:cNvPr>
          <p:cNvSpPr>
            <a:spLocks noGrp="1"/>
          </p:cNvSpPr>
          <p:nvPr/>
        </p:nvSpPr>
        <p:spPr>
          <a:xfrm>
            <a:off x="6400800" y="4486275"/>
            <a:ext cx="4838700" cy="266700"/>
          </a:xfrm>
          <a:prstGeom prst="rect">
            <a:avLst/>
          </a:prstGeom>
          <a:noFill/>
          <a:ln w="0">
            <a:noFill/>
          </a:ln>
        </p:spPr>
        <p:txBody>
          <a:bodyPr wrap="square" lIns="0" tIns="0" rIns="0" bIns="0" anchor="ctr">
            <a:noAutofit/>
          </a:bodyPr>
          <a:lstStyle/>
          <a:p>
            <a:pPr algn="l">
              <a:lnSpc>
                <a:spcPct val="100000"/>
              </a:lnSpc>
              <a:buNone/>
              <a:defRPr sz="1500" b="1">
                <a:solidFill>
                  <a:srgbClr val="A69CFF"/>
                </a:solidFill>
                <a:latin typeface="Aptos"/>
                <a:ea typeface="Aptos"/>
                <a:cs typeface="Aptos"/>
              </a:defRPr>
            </a:pPr>
            <a:r>
              <a:rPr sz="1500" b="1">
                <a:solidFill>
                  <a:srgbClr val="A69CFF"/>
                </a:solidFill>
                <a:latin typeface="Aptos"/>
                <a:ea typeface="Aptos"/>
                <a:cs typeface="Aptos"/>
              </a:rPr>
              <a:t>FALTA UN DATO DECISIVO</a:t>
            </a:r>
          </a:p>
        </p:txBody>
      </p:sp>
      <p:sp>
        <p:nvSpPr>
          <p:cNvPr id="29" name="flow-29">
            <a:extLst>
              <a:ext uri="{FF2B5EF4-FFF2-40B4-BE49-F238E27FC236}">
                <a16:creationId xmlns:a16="http://schemas.microsoft.com/office/drawing/2014/main" id="{BEA30BCD-D4BB-4057-8119-676CE885D395}"/>
              </a:ext>
            </a:extLst>
          </p:cNvPr>
          <p:cNvSpPr>
            <a:spLocks noGrp="1"/>
          </p:cNvSpPr>
          <p:nvPr/>
        </p:nvSpPr>
        <p:spPr>
          <a:xfrm>
            <a:off x="6400800" y="4857750"/>
            <a:ext cx="4838700" cy="485775"/>
          </a:xfrm>
          <a:prstGeom prst="rect">
            <a:avLst/>
          </a:prstGeom>
          <a:noFill/>
          <a:ln w="0">
            <a:noFill/>
          </a:ln>
        </p:spPr>
        <p:txBody>
          <a:bodyPr wrap="square" lIns="0" tIns="0" rIns="0" bIns="0" anchor="ctr">
            <a:noAutofit/>
          </a:bodyPr>
          <a:lstStyle/>
          <a:p>
            <a:pPr algn="l">
              <a:lnSpc>
                <a:spcPct val="100000"/>
              </a:lnSpc>
              <a:buNone/>
              <a:defRPr sz="1725" b="0">
                <a:solidFill>
                  <a:srgbClr val="FFFFFF"/>
                </a:solidFill>
                <a:latin typeface="Aptos"/>
                <a:ea typeface="Aptos"/>
                <a:cs typeface="Aptos"/>
              </a:defRPr>
            </a:pPr>
            <a:r>
              <a:rPr sz="1725" b="0">
                <a:solidFill>
                  <a:srgbClr val="FFFFFF"/>
                </a:solidFill>
                <a:latin typeface="Aptos"/>
                <a:ea typeface="Aptos"/>
                <a:cs typeface="Aptos"/>
              </a:rPr>
              <a:t>Preguntar: «¿Memoria del agente IA</a:t>
            </a:r>
          </a:p>
          <a:p>
            <a:pPr algn="l">
              <a:lnSpc>
                <a:spcPct val="100000"/>
              </a:lnSpc>
              <a:buNone/>
              <a:defRPr sz="1725" b="0">
                <a:solidFill>
                  <a:srgbClr val="FFFFFF"/>
                </a:solidFill>
                <a:latin typeface="Aptos"/>
                <a:ea typeface="Aptos"/>
                <a:cs typeface="Aptos"/>
              </a:defRPr>
            </a:pPr>
            <a:r>
              <a:rPr sz="1725" b="0">
                <a:solidFill>
                  <a:srgbClr val="FFFFFF"/>
                </a:solidFill>
                <a:latin typeface="Aptos"/>
                <a:ea typeface="Aptos"/>
                <a:cs typeface="Aptos"/>
              </a:rPr>
              <a:t>o RAM del equipo?»</a:t>
            </a:r>
          </a:p>
        </p:txBody>
      </p:sp>
      <p:sp>
        <p:nvSpPr>
          <p:cNvPr id="30" name="flow-30">
            <a:extLst>
              <a:ext uri="{FF2B5EF4-FFF2-40B4-BE49-F238E27FC236}">
                <a16:creationId xmlns:a16="http://schemas.microsoft.com/office/drawing/2014/main" id="{40C1C58D-6CF3-4D55-B5E9-795F385B9474}"/>
              </a:ext>
            </a:extLst>
          </p:cNvPr>
          <p:cNvSpPr>
            <a:spLocks noGrp="1"/>
          </p:cNvSpPr>
          <p:nvPr/>
        </p:nvSpPr>
        <p:spPr>
          <a:xfrm>
            <a:off x="685800" y="5648325"/>
            <a:ext cx="10753725" cy="552450"/>
          </a:xfrm>
          <a:prstGeom prst="roundRect">
            <a:avLst>
              <a:gd name="adj" fmla="val 13793"/>
            </a:avLst>
          </a:prstGeom>
          <a:solidFill>
            <a:srgbClr val="E3F9F7"/>
          </a:solidFill>
          <a:ln w="9525">
            <a:solidFill>
              <a:srgbClr val="00ADB8"/>
            </a:solidFill>
          </a:ln>
        </p:spPr>
        <p:txBody>
          <a:bodyPr/>
          <a:lstStyle/>
          <a:p>
            <a:endParaRPr lang="es-PE"/>
          </a:p>
        </p:txBody>
      </p:sp>
      <p:sp>
        <p:nvSpPr>
          <p:cNvPr id="31" name="flow-31">
            <a:extLst>
              <a:ext uri="{FF2B5EF4-FFF2-40B4-BE49-F238E27FC236}">
                <a16:creationId xmlns:a16="http://schemas.microsoft.com/office/drawing/2014/main" id="{A703765D-F863-4C47-8FF5-19A7A06370A3}"/>
              </a:ext>
            </a:extLst>
          </p:cNvPr>
          <p:cNvSpPr>
            <a:spLocks noGrp="1"/>
          </p:cNvSpPr>
          <p:nvPr/>
        </p:nvSpPr>
        <p:spPr>
          <a:xfrm>
            <a:off x="895350" y="5724525"/>
            <a:ext cx="10334625" cy="400050"/>
          </a:xfrm>
          <a:prstGeom prst="rect">
            <a:avLst/>
          </a:prstGeom>
          <a:noFill/>
          <a:ln w="0">
            <a:noFill/>
          </a:ln>
        </p:spPr>
        <p:txBody>
          <a:bodyPr wrap="square" lIns="0" tIns="0" rIns="0" bIns="0" anchor="ctr">
            <a:noAutofit/>
          </a:bodyPr>
          <a:lstStyle/>
          <a:p>
            <a:pPr algn="ctr">
              <a:lnSpc>
                <a:spcPct val="100000"/>
              </a:lnSpc>
              <a:buNone/>
              <a:defRPr sz="1875" b="1">
                <a:solidFill>
                  <a:srgbClr val="101526"/>
                </a:solidFill>
                <a:latin typeface="Aptos"/>
                <a:ea typeface="Aptos"/>
                <a:cs typeface="Aptos"/>
              </a:defRPr>
            </a:pPr>
            <a:r>
              <a:rPr sz="1875" b="1">
                <a:solidFill>
                  <a:srgbClr val="101526"/>
                </a:solidFill>
                <a:latin typeface="Aptos"/>
                <a:ea typeface="Aptos"/>
                <a:cs typeface="Aptos"/>
              </a:rPr>
              <a:t>Análisis adicional solo si la duda y el impacto lo justifican.</a:t>
            </a:r>
          </a:p>
        </p:txBody>
      </p:sp>
    </p:spTree>
    <p:extLst>
      <p:ext uri="{BB962C8B-B14F-4D97-AF65-F5344CB8AC3E}">
        <p14:creationId xmlns:p14="http://schemas.microsoft.com/office/powerpoint/2010/main" val="23769434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14CB2-CBC5-351E-870C-9094258F62FA}"/>
            </a:ext>
          </a:extLst>
        </p:cNvPr>
        <p:cNvGrpSpPr/>
        <p:nvPr/>
      </p:nvGrpSpPr>
      <p:grpSpPr>
        <a:xfrm>
          <a:off x="0" y="0"/>
          <a:ext cx="0" cy="0"/>
          <a:chOff x="0" y="0"/>
          <a:chExt cx="0" cy="0"/>
        </a:xfrm>
      </p:grpSpPr>
      <p:sp>
        <p:nvSpPr>
          <p:cNvPr id="39" name="CuadroTexto 38">
            <a:extLst>
              <a:ext uri="{FF2B5EF4-FFF2-40B4-BE49-F238E27FC236}">
                <a16:creationId xmlns:a16="http://schemas.microsoft.com/office/drawing/2014/main" id="{7E58404E-1242-70E5-D3E3-7D25903A1D02}"/>
              </a:ext>
            </a:extLst>
          </p:cNvPr>
          <p:cNvSpPr txBox="1"/>
          <p:nvPr/>
        </p:nvSpPr>
        <p:spPr>
          <a:xfrm>
            <a:off x="609600" y="330200"/>
            <a:ext cx="8255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DISEÑO OPERATIVO</a:t>
            </a:r>
          </a:p>
        </p:txBody>
      </p:sp>
      <p:sp>
        <p:nvSpPr>
          <p:cNvPr id="27" name="Rectángulo 26">
            <a:extLst>
              <a:ext uri="{FF2B5EF4-FFF2-40B4-BE49-F238E27FC236}">
                <a16:creationId xmlns:a16="http://schemas.microsoft.com/office/drawing/2014/main" id="{F50B5C56-FCA2-2F1D-DE3C-F8A4BCB0429F}"/>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6" name="Rectángulo 45">
            <a:extLst>
              <a:ext uri="{FF2B5EF4-FFF2-40B4-BE49-F238E27FC236}">
                <a16:creationId xmlns:a16="http://schemas.microsoft.com/office/drawing/2014/main" id="{D140A26F-E4C5-DEF0-2DA1-BB788AEA4780}"/>
              </a:ext>
            </a:extLst>
          </p:cNvPr>
          <p:cNvSpPr>
            <a:spLocks noGrp="1"/>
          </p:cNvSpPr>
          <p:nvPr/>
        </p:nvSpPr>
        <p:spPr>
          <a:xfrm>
            <a:off x="685800" y="1247374"/>
            <a:ext cx="10820400" cy="543325"/>
          </a:xfrm>
          <a:prstGeom prst="rect">
            <a:avLst/>
          </a:prstGeom>
          <a:noFill/>
          <a:ln w="0">
            <a:noFill/>
            <a:prstDash val="solid"/>
          </a:ln>
        </p:spPr>
        <p:txBody>
          <a:bodyPr wrap="square" lIns="0" tIns="0" rIns="0" bIns="0" anchor="t">
            <a:normAutofit/>
          </a:bodyPr>
          <a:lstStyle/>
          <a:p>
            <a:pPr algn="l">
              <a:lnSpc>
                <a:spcPct val="92000"/>
              </a:lnSpc>
              <a:buNone/>
              <a:defRPr sz="3675" b="1" i="0">
                <a:solidFill>
                  <a:srgbClr val="0B1020"/>
                </a:solidFill>
                <a:latin typeface="Aptos"/>
                <a:ea typeface="Aptos"/>
                <a:cs typeface="Aptos"/>
              </a:defRPr>
            </a:pPr>
            <a:r>
              <a:rPr lang="es-MX" sz="3600" b="1" dirty="0">
                <a:solidFill>
                  <a:srgbClr val="101526"/>
                </a:solidFill>
                <a:latin typeface="Aptos Display"/>
                <a:ea typeface="Aptos Display"/>
                <a:cs typeface="Aptos Display"/>
              </a:rPr>
              <a:t>Diseña el sistema alrededor de la incertidumbre</a:t>
            </a:r>
            <a:endParaRPr sz="3600" b="1" dirty="0">
              <a:solidFill>
                <a:srgbClr val="101526"/>
              </a:solidFill>
              <a:latin typeface="Aptos Display"/>
              <a:ea typeface="Aptos Display"/>
              <a:cs typeface="Aptos Display"/>
            </a:endParaRPr>
          </a:p>
        </p:txBody>
      </p:sp>
      <p:sp>
        <p:nvSpPr>
          <p:cNvPr id="48" name="Conector recto 47">
            <a:extLst>
              <a:ext uri="{FF2B5EF4-FFF2-40B4-BE49-F238E27FC236}">
                <a16:creationId xmlns:a16="http://schemas.microsoft.com/office/drawing/2014/main" id="{52A1B57A-39B6-1AF8-1FCF-F57A5448A61C}"/>
              </a:ext>
            </a:extLst>
          </p:cNvPr>
          <p:cNvSpPr>
            <a:spLocks noGrp="1"/>
          </p:cNvSpPr>
          <p:nvPr/>
        </p:nvSpPr>
        <p:spPr>
          <a:xfrm>
            <a:off x="685800" y="1866900"/>
            <a:ext cx="10820400" cy="0"/>
          </a:xfrm>
          <a:prstGeom prst="line">
            <a:avLst/>
          </a:prstGeom>
          <a:noFill/>
          <a:ln w="9525">
            <a:solidFill>
              <a:srgbClr val="D9DDEA"/>
            </a:solidFill>
            <a:prstDash val="solid"/>
          </a:ln>
        </p:spPr>
        <p:txBody>
          <a:bodyPr/>
          <a:lstStyle/>
          <a:p>
            <a:endParaRPr/>
          </a:p>
        </p:txBody>
      </p:sp>
      <p:sp>
        <p:nvSpPr>
          <p:cNvPr id="3" name="Flecha: a la derecha 2">
            <a:extLst>
              <a:ext uri="{FF2B5EF4-FFF2-40B4-BE49-F238E27FC236}">
                <a16:creationId xmlns:a16="http://schemas.microsoft.com/office/drawing/2014/main" id="{B71C0058-4404-4B9F-FD9B-DEB093A07D1F}"/>
              </a:ext>
            </a:extLst>
          </p:cNvPr>
          <p:cNvSpPr>
            <a:spLocks noGrp="1"/>
          </p:cNvSpPr>
          <p:nvPr/>
        </p:nvSpPr>
        <p:spPr>
          <a:xfrm>
            <a:off x="2409825" y="3667125"/>
            <a:ext cx="438150" cy="228600"/>
          </a:xfrm>
          <a:prstGeom prst="rightArrow">
            <a:avLst/>
          </a:prstGeom>
          <a:solidFill>
            <a:srgbClr val="59627E"/>
          </a:solidFill>
          <a:ln w="9525">
            <a:solidFill>
              <a:srgbClr val="59627E"/>
            </a:solidFill>
            <a:prstDash val="solid"/>
          </a:ln>
        </p:spPr>
        <p:txBody>
          <a:bodyPr/>
          <a:lstStyle/>
          <a:p>
            <a:endParaRPr lang="es-PE"/>
          </a:p>
        </p:txBody>
      </p:sp>
      <p:sp>
        <p:nvSpPr>
          <p:cNvPr id="5" name="Flecha: a la derecha 4">
            <a:extLst>
              <a:ext uri="{FF2B5EF4-FFF2-40B4-BE49-F238E27FC236}">
                <a16:creationId xmlns:a16="http://schemas.microsoft.com/office/drawing/2014/main" id="{3C0C7908-F2AA-FE86-92E6-AAFC6C1147D5}"/>
              </a:ext>
            </a:extLst>
          </p:cNvPr>
          <p:cNvSpPr>
            <a:spLocks noGrp="1"/>
          </p:cNvSpPr>
          <p:nvPr/>
        </p:nvSpPr>
        <p:spPr>
          <a:xfrm>
            <a:off x="4619625" y="3667125"/>
            <a:ext cx="438150" cy="228600"/>
          </a:xfrm>
          <a:prstGeom prst="rightArrow">
            <a:avLst/>
          </a:prstGeom>
          <a:solidFill>
            <a:srgbClr val="59627E"/>
          </a:solidFill>
          <a:ln w="9525">
            <a:solidFill>
              <a:srgbClr val="59627E"/>
            </a:solidFill>
            <a:prstDash val="solid"/>
          </a:ln>
        </p:spPr>
        <p:txBody>
          <a:bodyPr/>
          <a:lstStyle/>
          <a:p>
            <a:endParaRPr lang="es-PE"/>
          </a:p>
        </p:txBody>
      </p:sp>
      <p:sp>
        <p:nvSpPr>
          <p:cNvPr id="7" name="Flecha: a la derecha 6">
            <a:extLst>
              <a:ext uri="{FF2B5EF4-FFF2-40B4-BE49-F238E27FC236}">
                <a16:creationId xmlns:a16="http://schemas.microsoft.com/office/drawing/2014/main" id="{4AD33AE4-ACB4-0CDC-8E84-065DE4293883}"/>
              </a:ext>
            </a:extLst>
          </p:cNvPr>
          <p:cNvSpPr>
            <a:spLocks noGrp="1"/>
          </p:cNvSpPr>
          <p:nvPr/>
        </p:nvSpPr>
        <p:spPr>
          <a:xfrm>
            <a:off x="6829425" y="3667125"/>
            <a:ext cx="438150" cy="228600"/>
          </a:xfrm>
          <a:prstGeom prst="rightArrow">
            <a:avLst/>
          </a:prstGeom>
          <a:solidFill>
            <a:srgbClr val="59627E"/>
          </a:solidFill>
          <a:ln w="9525">
            <a:solidFill>
              <a:srgbClr val="59627E"/>
            </a:solidFill>
            <a:prstDash val="solid"/>
          </a:ln>
        </p:spPr>
        <p:txBody>
          <a:bodyPr/>
          <a:lstStyle/>
          <a:p>
            <a:endParaRPr lang="es-PE"/>
          </a:p>
        </p:txBody>
      </p:sp>
      <p:sp>
        <p:nvSpPr>
          <p:cNvPr id="9" name="Flecha: a la derecha 8">
            <a:extLst>
              <a:ext uri="{FF2B5EF4-FFF2-40B4-BE49-F238E27FC236}">
                <a16:creationId xmlns:a16="http://schemas.microsoft.com/office/drawing/2014/main" id="{B99CEF60-B1D0-8D1F-5D3B-E676A0F8AD4D}"/>
              </a:ext>
            </a:extLst>
          </p:cNvPr>
          <p:cNvSpPr>
            <a:spLocks noGrp="1"/>
          </p:cNvSpPr>
          <p:nvPr/>
        </p:nvSpPr>
        <p:spPr>
          <a:xfrm>
            <a:off x="9039225" y="3667125"/>
            <a:ext cx="438150" cy="228600"/>
          </a:xfrm>
          <a:prstGeom prst="rightArrow">
            <a:avLst/>
          </a:prstGeom>
          <a:solidFill>
            <a:srgbClr val="59627E"/>
          </a:solidFill>
          <a:ln w="9525">
            <a:solidFill>
              <a:srgbClr val="59627E"/>
            </a:solidFill>
            <a:prstDash val="solid"/>
          </a:ln>
        </p:spPr>
        <p:txBody>
          <a:bodyPr/>
          <a:lstStyle/>
          <a:p>
            <a:endParaRPr lang="es-PE"/>
          </a:p>
        </p:txBody>
      </p:sp>
      <p:sp>
        <p:nvSpPr>
          <p:cNvPr id="11" name="Rectángulo: esquinas redondeadas 10">
            <a:extLst>
              <a:ext uri="{FF2B5EF4-FFF2-40B4-BE49-F238E27FC236}">
                <a16:creationId xmlns:a16="http://schemas.microsoft.com/office/drawing/2014/main" id="{234550A4-8222-2E21-03B4-D4E1982D6B83}"/>
              </a:ext>
            </a:extLst>
          </p:cNvPr>
          <p:cNvSpPr>
            <a:spLocks noGrp="1"/>
          </p:cNvSpPr>
          <p:nvPr/>
        </p:nvSpPr>
        <p:spPr>
          <a:xfrm>
            <a:off x="685800" y="2914650"/>
            <a:ext cx="1809750" cy="1733550"/>
          </a:xfrm>
          <a:prstGeom prst="roundRect">
            <a:avLst>
              <a:gd name="adj" fmla="val 8791"/>
            </a:avLst>
          </a:prstGeom>
          <a:solidFill>
            <a:schemeClr val="tx2">
              <a:lumMod val="50000"/>
            </a:schemeClr>
          </a:solidFill>
          <a:ln w="12383">
            <a:solidFill>
              <a:srgbClr val="F5A14A"/>
            </a:solidFill>
            <a:prstDash val="solid"/>
          </a:ln>
        </p:spPr>
        <p:txBody>
          <a:bodyPr/>
          <a:lstStyle/>
          <a:p>
            <a:endParaRPr lang="es-PE"/>
          </a:p>
        </p:txBody>
      </p:sp>
      <p:sp>
        <p:nvSpPr>
          <p:cNvPr id="13" name="Rectángulo 12">
            <a:extLst>
              <a:ext uri="{FF2B5EF4-FFF2-40B4-BE49-F238E27FC236}">
                <a16:creationId xmlns:a16="http://schemas.microsoft.com/office/drawing/2014/main" id="{B82834F1-87F6-EB49-17CB-D7C97B44F1B6}"/>
              </a:ext>
            </a:extLst>
          </p:cNvPr>
          <p:cNvSpPr>
            <a:spLocks noGrp="1"/>
          </p:cNvSpPr>
          <p:nvPr/>
        </p:nvSpPr>
        <p:spPr>
          <a:xfrm>
            <a:off x="838200" y="3105150"/>
            <a:ext cx="285750" cy="247650"/>
          </a:xfrm>
          <a:prstGeom prst="rect">
            <a:avLst/>
          </a:prstGeom>
          <a:noFill/>
          <a:ln w="0">
            <a:noFill/>
            <a:prstDash val="solid"/>
          </a:ln>
        </p:spPr>
        <p:txBody>
          <a:bodyPr wrap="square" lIns="19050" tIns="19050" rIns="19050" bIns="19050" anchor="t">
            <a:normAutofit/>
          </a:bodyPr>
          <a:lstStyle/>
          <a:p>
            <a:pPr algn="l">
              <a:lnSpc>
                <a:spcPct val="100000"/>
              </a:lnSpc>
              <a:buNone/>
              <a:defRPr sz="1125" b="1">
                <a:solidFill>
                  <a:srgbClr val="F5A14A"/>
                </a:solidFill>
                <a:latin typeface="Aptos"/>
                <a:ea typeface="Aptos"/>
                <a:cs typeface="Aptos"/>
              </a:defRPr>
            </a:pPr>
            <a:r>
              <a:rPr sz="1125" b="1" dirty="0">
                <a:solidFill>
                  <a:srgbClr val="F5A14A"/>
                </a:solidFill>
                <a:latin typeface="Aptos"/>
                <a:ea typeface="Aptos"/>
                <a:cs typeface="Aptos"/>
              </a:rPr>
              <a:t>1</a:t>
            </a:r>
          </a:p>
        </p:txBody>
      </p:sp>
      <p:sp>
        <p:nvSpPr>
          <p:cNvPr id="15" name="Rectángulo 14">
            <a:extLst>
              <a:ext uri="{FF2B5EF4-FFF2-40B4-BE49-F238E27FC236}">
                <a16:creationId xmlns:a16="http://schemas.microsoft.com/office/drawing/2014/main" id="{F6D6266D-642D-8D19-A311-3F7E8866D76F}"/>
              </a:ext>
            </a:extLst>
          </p:cNvPr>
          <p:cNvSpPr>
            <a:spLocks noGrp="1"/>
          </p:cNvSpPr>
          <p:nvPr/>
        </p:nvSpPr>
        <p:spPr>
          <a:xfrm>
            <a:off x="838200" y="3533775"/>
            <a:ext cx="1504950" cy="285750"/>
          </a:xfrm>
          <a:prstGeom prst="rect">
            <a:avLst/>
          </a:prstGeom>
          <a:noFill/>
          <a:ln w="0">
            <a:noFill/>
            <a:prstDash val="solid"/>
          </a:ln>
        </p:spPr>
        <p:txBody>
          <a:bodyPr wrap="square" lIns="19050" tIns="19050" rIns="19050" bIns="19050" anchor="t">
            <a:normAutofit/>
          </a:bodyPr>
          <a:lstStyle/>
          <a:p>
            <a:pPr algn="ctr">
              <a:lnSpc>
                <a:spcPct val="100000"/>
              </a:lnSpc>
              <a:buNone/>
              <a:defRPr sz="1275" b="1">
                <a:solidFill>
                  <a:srgbClr val="FFFFFF"/>
                </a:solidFill>
                <a:latin typeface="Aptos"/>
                <a:ea typeface="Aptos"/>
                <a:cs typeface="Aptos"/>
              </a:defRPr>
            </a:pPr>
            <a:r>
              <a:rPr sz="1275" b="1" dirty="0">
                <a:solidFill>
                  <a:srgbClr val="FFFFFF"/>
                </a:solidFill>
                <a:latin typeface="Aptos"/>
                <a:ea typeface="Aptos"/>
                <a:cs typeface="Aptos"/>
              </a:rPr>
              <a:t>DETECTAR</a:t>
            </a:r>
          </a:p>
        </p:txBody>
      </p:sp>
      <p:sp>
        <p:nvSpPr>
          <p:cNvPr id="17" name="Rectángulo 16">
            <a:extLst>
              <a:ext uri="{FF2B5EF4-FFF2-40B4-BE49-F238E27FC236}">
                <a16:creationId xmlns:a16="http://schemas.microsoft.com/office/drawing/2014/main" id="{6A3082EB-3CCB-8B49-A94B-A0B554290335}"/>
              </a:ext>
            </a:extLst>
          </p:cNvPr>
          <p:cNvSpPr>
            <a:spLocks noGrp="1"/>
          </p:cNvSpPr>
          <p:nvPr/>
        </p:nvSpPr>
        <p:spPr>
          <a:xfrm>
            <a:off x="838200" y="3981450"/>
            <a:ext cx="1504950" cy="495300"/>
          </a:xfrm>
          <a:prstGeom prst="rect">
            <a:avLst/>
          </a:prstGeom>
          <a:noFill/>
          <a:ln w="0">
            <a:noFill/>
            <a:prstDash val="solid"/>
          </a:ln>
        </p:spPr>
        <p:txBody>
          <a:bodyPr wrap="square" lIns="19050" tIns="19050" rIns="19050" bIns="19050" anchor="t">
            <a:normAutofit/>
          </a:bodyPr>
          <a:lstStyle/>
          <a:p>
            <a:pPr algn="ctr">
              <a:lnSpc>
                <a:spcPct val="105000"/>
              </a:lnSpc>
              <a:buNone/>
              <a:defRPr sz="1125" b="0">
                <a:solidFill>
                  <a:srgbClr val="C9D1E6"/>
                </a:solidFill>
                <a:latin typeface="Aptos"/>
                <a:ea typeface="Aptos"/>
                <a:cs typeface="Aptos"/>
              </a:defRPr>
            </a:pPr>
            <a:r>
              <a:rPr sz="1125" b="0" dirty="0" err="1">
                <a:solidFill>
                  <a:srgbClr val="C9D1E6"/>
                </a:solidFill>
                <a:latin typeface="Aptos"/>
                <a:ea typeface="Aptos"/>
                <a:cs typeface="Aptos"/>
              </a:rPr>
              <a:t>estimar</a:t>
            </a:r>
            <a:r>
              <a:rPr sz="1125" b="0" dirty="0">
                <a:solidFill>
                  <a:srgbClr val="C9D1E6"/>
                </a:solidFill>
                <a:latin typeface="Aptos"/>
                <a:ea typeface="Aptos"/>
                <a:cs typeface="Aptos"/>
              </a:rPr>
              <a:t> </a:t>
            </a:r>
            <a:r>
              <a:rPr lang="es-PE" sz="1125" b="0" dirty="0">
                <a:solidFill>
                  <a:srgbClr val="C9D1E6"/>
                </a:solidFill>
                <a:latin typeface="Aptos"/>
                <a:ea typeface="Aptos"/>
                <a:cs typeface="Aptos"/>
              </a:rPr>
              <a:t>P</a:t>
            </a:r>
            <a:r>
              <a:rPr sz="1125" b="0" dirty="0">
                <a:solidFill>
                  <a:srgbClr val="C9D1E6"/>
                </a:solidFill>
                <a:latin typeface="Aptos"/>
                <a:ea typeface="Aptos"/>
                <a:cs typeface="Aptos"/>
              </a:rPr>
              <a:t>(Z|X,C)</a:t>
            </a:r>
          </a:p>
        </p:txBody>
      </p:sp>
      <p:sp>
        <p:nvSpPr>
          <p:cNvPr id="19" name="Rectángulo: esquinas redondeadas 18">
            <a:extLst>
              <a:ext uri="{FF2B5EF4-FFF2-40B4-BE49-F238E27FC236}">
                <a16:creationId xmlns:a16="http://schemas.microsoft.com/office/drawing/2014/main" id="{32AA713C-7DC6-CAFD-8303-6B7D17BB090C}"/>
              </a:ext>
            </a:extLst>
          </p:cNvPr>
          <p:cNvSpPr>
            <a:spLocks noGrp="1"/>
          </p:cNvSpPr>
          <p:nvPr/>
        </p:nvSpPr>
        <p:spPr>
          <a:xfrm>
            <a:off x="2895600" y="2914650"/>
            <a:ext cx="1809750" cy="1733550"/>
          </a:xfrm>
          <a:prstGeom prst="roundRect">
            <a:avLst>
              <a:gd name="adj" fmla="val 8791"/>
            </a:avLst>
          </a:prstGeom>
          <a:solidFill>
            <a:schemeClr val="tx2">
              <a:lumMod val="50000"/>
            </a:schemeClr>
          </a:solidFill>
          <a:ln w="12383">
            <a:solidFill>
              <a:srgbClr val="33D6C8"/>
            </a:solidFill>
            <a:prstDash val="solid"/>
          </a:ln>
        </p:spPr>
        <p:txBody>
          <a:bodyPr/>
          <a:lstStyle/>
          <a:p>
            <a:endParaRPr lang="es-PE"/>
          </a:p>
        </p:txBody>
      </p:sp>
      <p:sp>
        <p:nvSpPr>
          <p:cNvPr id="21" name="Rectángulo 20">
            <a:extLst>
              <a:ext uri="{FF2B5EF4-FFF2-40B4-BE49-F238E27FC236}">
                <a16:creationId xmlns:a16="http://schemas.microsoft.com/office/drawing/2014/main" id="{E5D82685-4BD8-3F21-A7F7-60B74C92FCF9}"/>
              </a:ext>
            </a:extLst>
          </p:cNvPr>
          <p:cNvSpPr>
            <a:spLocks noGrp="1"/>
          </p:cNvSpPr>
          <p:nvPr/>
        </p:nvSpPr>
        <p:spPr>
          <a:xfrm>
            <a:off x="3048000" y="3105150"/>
            <a:ext cx="285750" cy="247650"/>
          </a:xfrm>
          <a:prstGeom prst="rect">
            <a:avLst/>
          </a:prstGeom>
          <a:noFill/>
          <a:ln w="0">
            <a:noFill/>
            <a:prstDash val="solid"/>
          </a:ln>
        </p:spPr>
        <p:txBody>
          <a:bodyPr wrap="square" lIns="19050" tIns="19050" rIns="19050" bIns="19050" anchor="t">
            <a:normAutofit/>
          </a:bodyPr>
          <a:lstStyle/>
          <a:p>
            <a:pPr algn="l">
              <a:lnSpc>
                <a:spcPct val="100000"/>
              </a:lnSpc>
              <a:buNone/>
              <a:defRPr sz="1125" b="1">
                <a:solidFill>
                  <a:srgbClr val="33D6C8"/>
                </a:solidFill>
                <a:latin typeface="Aptos"/>
                <a:ea typeface="Aptos"/>
                <a:cs typeface="Aptos"/>
              </a:defRPr>
            </a:pPr>
            <a:r>
              <a:rPr sz="1125" b="1">
                <a:solidFill>
                  <a:srgbClr val="33D6C8"/>
                </a:solidFill>
                <a:latin typeface="Aptos"/>
                <a:ea typeface="Aptos"/>
                <a:cs typeface="Aptos"/>
              </a:rPr>
              <a:t>2</a:t>
            </a:r>
          </a:p>
        </p:txBody>
      </p:sp>
      <p:sp>
        <p:nvSpPr>
          <p:cNvPr id="23" name="Rectángulo 22">
            <a:extLst>
              <a:ext uri="{FF2B5EF4-FFF2-40B4-BE49-F238E27FC236}">
                <a16:creationId xmlns:a16="http://schemas.microsoft.com/office/drawing/2014/main" id="{A2A927CE-8DA7-1B6B-1EAC-C26BE96E1A5F}"/>
              </a:ext>
            </a:extLst>
          </p:cNvPr>
          <p:cNvSpPr>
            <a:spLocks noGrp="1"/>
          </p:cNvSpPr>
          <p:nvPr/>
        </p:nvSpPr>
        <p:spPr>
          <a:xfrm>
            <a:off x="3048000" y="3533775"/>
            <a:ext cx="1504950" cy="285750"/>
          </a:xfrm>
          <a:prstGeom prst="rect">
            <a:avLst/>
          </a:prstGeom>
          <a:noFill/>
          <a:ln w="0">
            <a:noFill/>
            <a:prstDash val="solid"/>
          </a:ln>
        </p:spPr>
        <p:txBody>
          <a:bodyPr wrap="square" lIns="19050" tIns="19050" rIns="19050" bIns="19050" anchor="t">
            <a:normAutofit/>
          </a:bodyPr>
          <a:lstStyle/>
          <a:p>
            <a:pPr algn="ctr">
              <a:lnSpc>
                <a:spcPct val="100000"/>
              </a:lnSpc>
              <a:buNone/>
              <a:defRPr sz="1275" b="1">
                <a:solidFill>
                  <a:srgbClr val="FFFFFF"/>
                </a:solidFill>
                <a:latin typeface="Aptos"/>
                <a:ea typeface="Aptos"/>
                <a:cs typeface="Aptos"/>
              </a:defRPr>
            </a:pPr>
            <a:r>
              <a:rPr sz="1275" b="1">
                <a:solidFill>
                  <a:srgbClr val="FFFFFF"/>
                </a:solidFill>
                <a:latin typeface="Aptos"/>
                <a:ea typeface="Aptos"/>
                <a:cs typeface="Aptos"/>
              </a:rPr>
              <a:t>DECIDIR</a:t>
            </a:r>
          </a:p>
        </p:txBody>
      </p:sp>
      <p:sp>
        <p:nvSpPr>
          <p:cNvPr id="25" name="Rectángulo 24">
            <a:extLst>
              <a:ext uri="{FF2B5EF4-FFF2-40B4-BE49-F238E27FC236}">
                <a16:creationId xmlns:a16="http://schemas.microsoft.com/office/drawing/2014/main" id="{8F9DD530-E6BE-B81C-34C8-FF88556D8ACB}"/>
              </a:ext>
            </a:extLst>
          </p:cNvPr>
          <p:cNvSpPr>
            <a:spLocks noGrp="1"/>
          </p:cNvSpPr>
          <p:nvPr/>
        </p:nvSpPr>
        <p:spPr>
          <a:xfrm>
            <a:off x="3048000" y="3981450"/>
            <a:ext cx="1504950" cy="495300"/>
          </a:xfrm>
          <a:prstGeom prst="rect">
            <a:avLst/>
          </a:prstGeom>
          <a:noFill/>
          <a:ln w="0">
            <a:noFill/>
            <a:prstDash val="solid"/>
          </a:ln>
        </p:spPr>
        <p:txBody>
          <a:bodyPr wrap="square" lIns="19050" tIns="19050" rIns="19050" bIns="19050" anchor="t">
            <a:normAutofit/>
          </a:bodyPr>
          <a:lstStyle/>
          <a:p>
            <a:pPr algn="ctr">
              <a:lnSpc>
                <a:spcPct val="105000"/>
              </a:lnSpc>
              <a:buNone/>
              <a:defRPr sz="1125" b="0">
                <a:solidFill>
                  <a:srgbClr val="C9D1E6"/>
                </a:solidFill>
                <a:latin typeface="Aptos"/>
                <a:ea typeface="Aptos"/>
                <a:cs typeface="Aptos"/>
              </a:defRPr>
            </a:pPr>
            <a:r>
              <a:rPr sz="1125" b="0">
                <a:solidFill>
                  <a:srgbClr val="C9D1E6"/>
                </a:solidFill>
                <a:latin typeface="Aptos"/>
                <a:ea typeface="Aptos"/>
                <a:cs typeface="Aptos"/>
              </a:rPr>
              <a:t>responder o preguntar</a:t>
            </a:r>
          </a:p>
        </p:txBody>
      </p:sp>
      <p:sp>
        <p:nvSpPr>
          <p:cNvPr id="28" name="Rectángulo: esquinas redondeadas 27">
            <a:extLst>
              <a:ext uri="{FF2B5EF4-FFF2-40B4-BE49-F238E27FC236}">
                <a16:creationId xmlns:a16="http://schemas.microsoft.com/office/drawing/2014/main" id="{73E53086-4498-9961-2E94-1842B44F0CB3}"/>
              </a:ext>
            </a:extLst>
          </p:cNvPr>
          <p:cNvSpPr>
            <a:spLocks noGrp="1"/>
          </p:cNvSpPr>
          <p:nvPr/>
        </p:nvSpPr>
        <p:spPr>
          <a:xfrm>
            <a:off x="5105400" y="2914650"/>
            <a:ext cx="1809750" cy="1733550"/>
          </a:xfrm>
          <a:prstGeom prst="roundRect">
            <a:avLst>
              <a:gd name="adj" fmla="val 8791"/>
            </a:avLst>
          </a:prstGeom>
          <a:solidFill>
            <a:schemeClr val="tx2">
              <a:lumMod val="50000"/>
            </a:schemeClr>
          </a:solidFill>
          <a:ln w="12383">
            <a:solidFill>
              <a:srgbClr val="6C63FF"/>
            </a:solidFill>
            <a:prstDash val="solid"/>
          </a:ln>
        </p:spPr>
        <p:txBody>
          <a:bodyPr/>
          <a:lstStyle/>
          <a:p>
            <a:endParaRPr lang="es-PE"/>
          </a:p>
        </p:txBody>
      </p:sp>
      <p:sp>
        <p:nvSpPr>
          <p:cNvPr id="30" name="Rectángulo 29">
            <a:extLst>
              <a:ext uri="{FF2B5EF4-FFF2-40B4-BE49-F238E27FC236}">
                <a16:creationId xmlns:a16="http://schemas.microsoft.com/office/drawing/2014/main" id="{DDCA8778-6E93-BD94-A341-90C0CB5267C1}"/>
              </a:ext>
            </a:extLst>
          </p:cNvPr>
          <p:cNvSpPr>
            <a:spLocks noGrp="1"/>
          </p:cNvSpPr>
          <p:nvPr/>
        </p:nvSpPr>
        <p:spPr>
          <a:xfrm>
            <a:off x="5257800" y="3105150"/>
            <a:ext cx="285750" cy="247650"/>
          </a:xfrm>
          <a:prstGeom prst="rect">
            <a:avLst/>
          </a:prstGeom>
          <a:noFill/>
          <a:ln w="0">
            <a:noFill/>
            <a:prstDash val="solid"/>
          </a:ln>
        </p:spPr>
        <p:txBody>
          <a:bodyPr wrap="square" lIns="19050" tIns="19050" rIns="19050" bIns="19050" anchor="t">
            <a:normAutofit/>
          </a:bodyPr>
          <a:lstStyle/>
          <a:p>
            <a:pPr algn="l">
              <a:lnSpc>
                <a:spcPct val="100000"/>
              </a:lnSpc>
              <a:buNone/>
              <a:defRPr sz="1125" b="1">
                <a:solidFill>
                  <a:srgbClr val="6C63FF"/>
                </a:solidFill>
                <a:latin typeface="Aptos"/>
                <a:ea typeface="Aptos"/>
                <a:cs typeface="Aptos"/>
              </a:defRPr>
            </a:pPr>
            <a:r>
              <a:rPr sz="1125" b="1">
                <a:solidFill>
                  <a:srgbClr val="6C63FF"/>
                </a:solidFill>
                <a:latin typeface="Aptos"/>
                <a:ea typeface="Aptos"/>
                <a:cs typeface="Aptos"/>
              </a:rPr>
              <a:t>3</a:t>
            </a:r>
          </a:p>
        </p:txBody>
      </p:sp>
      <p:sp>
        <p:nvSpPr>
          <p:cNvPr id="32" name="Rectángulo 31">
            <a:extLst>
              <a:ext uri="{FF2B5EF4-FFF2-40B4-BE49-F238E27FC236}">
                <a16:creationId xmlns:a16="http://schemas.microsoft.com/office/drawing/2014/main" id="{F3D8ED98-2D9F-D47A-1133-795FAE696536}"/>
              </a:ext>
            </a:extLst>
          </p:cNvPr>
          <p:cNvSpPr>
            <a:spLocks noGrp="1"/>
          </p:cNvSpPr>
          <p:nvPr/>
        </p:nvSpPr>
        <p:spPr>
          <a:xfrm>
            <a:off x="5257800" y="3533775"/>
            <a:ext cx="1504950" cy="285750"/>
          </a:xfrm>
          <a:prstGeom prst="rect">
            <a:avLst/>
          </a:prstGeom>
          <a:noFill/>
          <a:ln w="0">
            <a:noFill/>
            <a:prstDash val="solid"/>
          </a:ln>
        </p:spPr>
        <p:txBody>
          <a:bodyPr wrap="square" lIns="19050" tIns="19050" rIns="19050" bIns="19050" anchor="t">
            <a:normAutofit/>
          </a:bodyPr>
          <a:lstStyle/>
          <a:p>
            <a:pPr algn="ctr">
              <a:lnSpc>
                <a:spcPct val="100000"/>
              </a:lnSpc>
              <a:buNone/>
              <a:defRPr sz="1275" b="1">
                <a:solidFill>
                  <a:srgbClr val="FFFFFF"/>
                </a:solidFill>
                <a:latin typeface="Aptos"/>
                <a:ea typeface="Aptos"/>
                <a:cs typeface="Aptos"/>
              </a:defRPr>
            </a:pPr>
            <a:r>
              <a:rPr sz="1275" b="1">
                <a:solidFill>
                  <a:srgbClr val="FFFFFF"/>
                </a:solidFill>
                <a:latin typeface="Aptos"/>
                <a:ea typeface="Aptos"/>
                <a:cs typeface="Aptos"/>
              </a:rPr>
              <a:t>RECUPERAR</a:t>
            </a:r>
          </a:p>
        </p:txBody>
      </p:sp>
      <p:sp>
        <p:nvSpPr>
          <p:cNvPr id="34" name="Rectángulo 33">
            <a:extLst>
              <a:ext uri="{FF2B5EF4-FFF2-40B4-BE49-F238E27FC236}">
                <a16:creationId xmlns:a16="http://schemas.microsoft.com/office/drawing/2014/main" id="{379C20AA-935E-79BB-05DB-E062D1E53E54}"/>
              </a:ext>
            </a:extLst>
          </p:cNvPr>
          <p:cNvSpPr>
            <a:spLocks noGrp="1"/>
          </p:cNvSpPr>
          <p:nvPr/>
        </p:nvSpPr>
        <p:spPr>
          <a:xfrm>
            <a:off x="5257800" y="3981450"/>
            <a:ext cx="1504950" cy="495300"/>
          </a:xfrm>
          <a:prstGeom prst="rect">
            <a:avLst/>
          </a:prstGeom>
          <a:noFill/>
          <a:ln w="0">
            <a:noFill/>
            <a:prstDash val="solid"/>
          </a:ln>
        </p:spPr>
        <p:txBody>
          <a:bodyPr wrap="square" lIns="19050" tIns="19050" rIns="19050" bIns="19050" anchor="t">
            <a:normAutofit/>
          </a:bodyPr>
          <a:lstStyle/>
          <a:p>
            <a:pPr algn="ctr">
              <a:lnSpc>
                <a:spcPct val="105000"/>
              </a:lnSpc>
              <a:buNone/>
              <a:defRPr sz="1125" b="0">
                <a:solidFill>
                  <a:srgbClr val="C9D1E6"/>
                </a:solidFill>
                <a:latin typeface="Aptos"/>
                <a:ea typeface="Aptos"/>
                <a:cs typeface="Aptos"/>
              </a:defRPr>
            </a:pPr>
            <a:r>
              <a:rPr sz="1125" b="0">
                <a:solidFill>
                  <a:srgbClr val="C9D1E6"/>
                </a:solidFill>
                <a:latin typeface="Aptos"/>
                <a:ea typeface="Aptos"/>
                <a:cs typeface="Aptos"/>
              </a:rPr>
              <a:t>condicionar por intención</a:t>
            </a:r>
          </a:p>
        </p:txBody>
      </p:sp>
      <p:sp>
        <p:nvSpPr>
          <p:cNvPr id="36" name="Rectángulo: esquinas redondeadas 35">
            <a:extLst>
              <a:ext uri="{FF2B5EF4-FFF2-40B4-BE49-F238E27FC236}">
                <a16:creationId xmlns:a16="http://schemas.microsoft.com/office/drawing/2014/main" id="{8F8D0178-EBCE-AC06-DD46-F62F7BB0914D}"/>
              </a:ext>
            </a:extLst>
          </p:cNvPr>
          <p:cNvSpPr>
            <a:spLocks noGrp="1"/>
          </p:cNvSpPr>
          <p:nvPr/>
        </p:nvSpPr>
        <p:spPr>
          <a:xfrm>
            <a:off x="7315200" y="2914650"/>
            <a:ext cx="1809750" cy="1733550"/>
          </a:xfrm>
          <a:prstGeom prst="roundRect">
            <a:avLst>
              <a:gd name="adj" fmla="val 8791"/>
            </a:avLst>
          </a:prstGeom>
          <a:solidFill>
            <a:schemeClr val="tx2">
              <a:lumMod val="50000"/>
            </a:schemeClr>
          </a:solidFill>
          <a:ln w="12383">
            <a:solidFill>
              <a:srgbClr val="49C986"/>
            </a:solidFill>
            <a:prstDash val="solid"/>
          </a:ln>
        </p:spPr>
        <p:txBody>
          <a:bodyPr/>
          <a:lstStyle/>
          <a:p>
            <a:endParaRPr lang="es-PE"/>
          </a:p>
        </p:txBody>
      </p:sp>
      <p:sp>
        <p:nvSpPr>
          <p:cNvPr id="38" name="Rectángulo 37">
            <a:extLst>
              <a:ext uri="{FF2B5EF4-FFF2-40B4-BE49-F238E27FC236}">
                <a16:creationId xmlns:a16="http://schemas.microsoft.com/office/drawing/2014/main" id="{6DABCD64-9B32-E50B-C590-774BDD18C9CA}"/>
              </a:ext>
            </a:extLst>
          </p:cNvPr>
          <p:cNvSpPr>
            <a:spLocks noGrp="1"/>
          </p:cNvSpPr>
          <p:nvPr/>
        </p:nvSpPr>
        <p:spPr>
          <a:xfrm>
            <a:off x="7467600" y="3105150"/>
            <a:ext cx="285750" cy="247650"/>
          </a:xfrm>
          <a:prstGeom prst="rect">
            <a:avLst/>
          </a:prstGeom>
          <a:noFill/>
          <a:ln w="0">
            <a:noFill/>
            <a:prstDash val="solid"/>
          </a:ln>
        </p:spPr>
        <p:txBody>
          <a:bodyPr wrap="square" lIns="19050" tIns="19050" rIns="19050" bIns="19050" anchor="t">
            <a:normAutofit/>
          </a:bodyPr>
          <a:lstStyle/>
          <a:p>
            <a:pPr algn="l">
              <a:lnSpc>
                <a:spcPct val="100000"/>
              </a:lnSpc>
              <a:buNone/>
              <a:defRPr sz="1125" b="1">
                <a:solidFill>
                  <a:srgbClr val="49C986"/>
                </a:solidFill>
                <a:latin typeface="Aptos"/>
                <a:ea typeface="Aptos"/>
                <a:cs typeface="Aptos"/>
              </a:defRPr>
            </a:pPr>
            <a:r>
              <a:rPr sz="1125" b="1">
                <a:solidFill>
                  <a:srgbClr val="49C986"/>
                </a:solidFill>
                <a:latin typeface="Aptos"/>
                <a:ea typeface="Aptos"/>
                <a:cs typeface="Aptos"/>
              </a:rPr>
              <a:t>4</a:t>
            </a:r>
          </a:p>
        </p:txBody>
      </p:sp>
      <p:sp>
        <p:nvSpPr>
          <p:cNvPr id="41" name="Rectángulo 40">
            <a:extLst>
              <a:ext uri="{FF2B5EF4-FFF2-40B4-BE49-F238E27FC236}">
                <a16:creationId xmlns:a16="http://schemas.microsoft.com/office/drawing/2014/main" id="{D8FD49F5-1BE4-A03B-682A-BE20B015B045}"/>
              </a:ext>
            </a:extLst>
          </p:cNvPr>
          <p:cNvSpPr>
            <a:spLocks noGrp="1"/>
          </p:cNvSpPr>
          <p:nvPr/>
        </p:nvSpPr>
        <p:spPr>
          <a:xfrm>
            <a:off x="7467600" y="3533775"/>
            <a:ext cx="1504950" cy="285750"/>
          </a:xfrm>
          <a:prstGeom prst="rect">
            <a:avLst/>
          </a:prstGeom>
          <a:noFill/>
          <a:ln w="0">
            <a:noFill/>
            <a:prstDash val="solid"/>
          </a:ln>
        </p:spPr>
        <p:txBody>
          <a:bodyPr wrap="square" lIns="19050" tIns="19050" rIns="19050" bIns="19050" anchor="t">
            <a:normAutofit/>
          </a:bodyPr>
          <a:lstStyle/>
          <a:p>
            <a:pPr algn="ctr">
              <a:lnSpc>
                <a:spcPct val="100000"/>
              </a:lnSpc>
              <a:buNone/>
              <a:defRPr sz="1275" b="1">
                <a:solidFill>
                  <a:srgbClr val="FFFFFF"/>
                </a:solidFill>
                <a:latin typeface="Aptos"/>
                <a:ea typeface="Aptos"/>
                <a:cs typeface="Aptos"/>
              </a:defRPr>
            </a:pPr>
            <a:r>
              <a:rPr sz="1275" b="1">
                <a:solidFill>
                  <a:srgbClr val="FFFFFF"/>
                </a:solidFill>
                <a:latin typeface="Aptos"/>
                <a:ea typeface="Aptos"/>
                <a:cs typeface="Aptos"/>
              </a:rPr>
              <a:t>RESPONDER</a:t>
            </a:r>
          </a:p>
        </p:txBody>
      </p:sp>
      <p:sp>
        <p:nvSpPr>
          <p:cNvPr id="43" name="Rectángulo 42">
            <a:extLst>
              <a:ext uri="{FF2B5EF4-FFF2-40B4-BE49-F238E27FC236}">
                <a16:creationId xmlns:a16="http://schemas.microsoft.com/office/drawing/2014/main" id="{855BB451-7DBE-91F1-74F8-84BAE064C220}"/>
              </a:ext>
            </a:extLst>
          </p:cNvPr>
          <p:cNvSpPr>
            <a:spLocks noGrp="1"/>
          </p:cNvSpPr>
          <p:nvPr/>
        </p:nvSpPr>
        <p:spPr>
          <a:xfrm>
            <a:off x="7467600" y="3981450"/>
            <a:ext cx="1504950" cy="495300"/>
          </a:xfrm>
          <a:prstGeom prst="rect">
            <a:avLst/>
          </a:prstGeom>
          <a:noFill/>
          <a:ln w="0">
            <a:noFill/>
            <a:prstDash val="solid"/>
          </a:ln>
        </p:spPr>
        <p:txBody>
          <a:bodyPr wrap="square" lIns="19050" tIns="19050" rIns="19050" bIns="19050" anchor="t">
            <a:normAutofit/>
          </a:bodyPr>
          <a:lstStyle/>
          <a:p>
            <a:pPr algn="ctr">
              <a:lnSpc>
                <a:spcPct val="105000"/>
              </a:lnSpc>
              <a:buNone/>
              <a:defRPr sz="1125" b="0">
                <a:solidFill>
                  <a:srgbClr val="C9D1E6"/>
                </a:solidFill>
                <a:latin typeface="Aptos"/>
                <a:ea typeface="Aptos"/>
                <a:cs typeface="Aptos"/>
              </a:defRPr>
            </a:pPr>
            <a:r>
              <a:rPr sz="1125" b="0">
                <a:solidFill>
                  <a:srgbClr val="C9D1E6"/>
                </a:solidFill>
                <a:latin typeface="Aptos"/>
                <a:ea typeface="Aptos"/>
                <a:cs typeface="Aptos"/>
              </a:rPr>
              <a:t>usar evidencia trazable</a:t>
            </a:r>
          </a:p>
        </p:txBody>
      </p:sp>
      <p:sp>
        <p:nvSpPr>
          <p:cNvPr id="45" name="Rectángulo: esquinas redondeadas 44">
            <a:extLst>
              <a:ext uri="{FF2B5EF4-FFF2-40B4-BE49-F238E27FC236}">
                <a16:creationId xmlns:a16="http://schemas.microsoft.com/office/drawing/2014/main" id="{8F354EB7-1EC8-534D-273D-07D09D7EC01C}"/>
              </a:ext>
            </a:extLst>
          </p:cNvPr>
          <p:cNvSpPr>
            <a:spLocks noGrp="1"/>
          </p:cNvSpPr>
          <p:nvPr/>
        </p:nvSpPr>
        <p:spPr>
          <a:xfrm>
            <a:off x="9525000" y="2914650"/>
            <a:ext cx="1809750" cy="1733550"/>
          </a:xfrm>
          <a:prstGeom prst="roundRect">
            <a:avLst>
              <a:gd name="adj" fmla="val 8791"/>
            </a:avLst>
          </a:prstGeom>
          <a:solidFill>
            <a:schemeClr val="tx2">
              <a:lumMod val="50000"/>
            </a:schemeClr>
          </a:solidFill>
          <a:ln w="12383">
            <a:solidFill>
              <a:srgbClr val="FF647C"/>
            </a:solidFill>
            <a:prstDash val="solid"/>
          </a:ln>
        </p:spPr>
        <p:txBody>
          <a:bodyPr/>
          <a:lstStyle/>
          <a:p>
            <a:endParaRPr lang="es-PE"/>
          </a:p>
        </p:txBody>
      </p:sp>
      <p:sp>
        <p:nvSpPr>
          <p:cNvPr id="49" name="Rectángulo 48">
            <a:extLst>
              <a:ext uri="{FF2B5EF4-FFF2-40B4-BE49-F238E27FC236}">
                <a16:creationId xmlns:a16="http://schemas.microsoft.com/office/drawing/2014/main" id="{7E0940E3-D3F2-D56D-AA54-6E1267C9F5A6}"/>
              </a:ext>
            </a:extLst>
          </p:cNvPr>
          <p:cNvSpPr>
            <a:spLocks noGrp="1"/>
          </p:cNvSpPr>
          <p:nvPr/>
        </p:nvSpPr>
        <p:spPr>
          <a:xfrm>
            <a:off x="9677400" y="3105150"/>
            <a:ext cx="285750" cy="247650"/>
          </a:xfrm>
          <a:prstGeom prst="rect">
            <a:avLst/>
          </a:prstGeom>
          <a:noFill/>
          <a:ln w="0">
            <a:noFill/>
            <a:prstDash val="solid"/>
          </a:ln>
        </p:spPr>
        <p:txBody>
          <a:bodyPr wrap="square" lIns="19050" tIns="19050" rIns="19050" bIns="19050" anchor="t">
            <a:normAutofit/>
          </a:bodyPr>
          <a:lstStyle/>
          <a:p>
            <a:pPr algn="l">
              <a:lnSpc>
                <a:spcPct val="100000"/>
              </a:lnSpc>
              <a:buNone/>
              <a:defRPr sz="1125" b="1">
                <a:solidFill>
                  <a:srgbClr val="FF647C"/>
                </a:solidFill>
                <a:latin typeface="Aptos"/>
                <a:ea typeface="Aptos"/>
                <a:cs typeface="Aptos"/>
              </a:defRPr>
            </a:pPr>
            <a:r>
              <a:rPr sz="1125" b="1">
                <a:solidFill>
                  <a:srgbClr val="FF647C"/>
                </a:solidFill>
                <a:latin typeface="Aptos"/>
                <a:ea typeface="Aptos"/>
                <a:cs typeface="Aptos"/>
              </a:rPr>
              <a:t>5</a:t>
            </a:r>
          </a:p>
        </p:txBody>
      </p:sp>
      <p:sp>
        <p:nvSpPr>
          <p:cNvPr id="53" name="Rectángulo 52">
            <a:extLst>
              <a:ext uri="{FF2B5EF4-FFF2-40B4-BE49-F238E27FC236}">
                <a16:creationId xmlns:a16="http://schemas.microsoft.com/office/drawing/2014/main" id="{F4E94DCE-61EB-A94C-65FB-83D6A4A5F0E5}"/>
              </a:ext>
            </a:extLst>
          </p:cNvPr>
          <p:cNvSpPr>
            <a:spLocks noGrp="1"/>
          </p:cNvSpPr>
          <p:nvPr/>
        </p:nvSpPr>
        <p:spPr>
          <a:xfrm>
            <a:off x="9677400" y="3533775"/>
            <a:ext cx="1504950" cy="285750"/>
          </a:xfrm>
          <a:prstGeom prst="rect">
            <a:avLst/>
          </a:prstGeom>
          <a:noFill/>
          <a:ln w="0">
            <a:noFill/>
            <a:prstDash val="solid"/>
          </a:ln>
        </p:spPr>
        <p:txBody>
          <a:bodyPr wrap="square" lIns="19050" tIns="19050" rIns="19050" bIns="19050" anchor="t">
            <a:normAutofit/>
          </a:bodyPr>
          <a:lstStyle/>
          <a:p>
            <a:pPr algn="ctr">
              <a:lnSpc>
                <a:spcPct val="100000"/>
              </a:lnSpc>
              <a:buNone/>
              <a:defRPr sz="1275" b="1">
                <a:solidFill>
                  <a:srgbClr val="FFFFFF"/>
                </a:solidFill>
                <a:latin typeface="Aptos"/>
                <a:ea typeface="Aptos"/>
                <a:cs typeface="Aptos"/>
              </a:defRPr>
            </a:pPr>
            <a:r>
              <a:rPr sz="1275" b="1">
                <a:solidFill>
                  <a:srgbClr val="FFFFFF"/>
                </a:solidFill>
                <a:latin typeface="Aptos"/>
                <a:ea typeface="Aptos"/>
                <a:cs typeface="Aptos"/>
              </a:rPr>
              <a:t>MEDIR</a:t>
            </a:r>
          </a:p>
        </p:txBody>
      </p:sp>
      <p:sp>
        <p:nvSpPr>
          <p:cNvPr id="58" name="Rectángulo 57">
            <a:extLst>
              <a:ext uri="{FF2B5EF4-FFF2-40B4-BE49-F238E27FC236}">
                <a16:creationId xmlns:a16="http://schemas.microsoft.com/office/drawing/2014/main" id="{06341008-0D78-7854-C3CC-71AC01AC4E1E}"/>
              </a:ext>
            </a:extLst>
          </p:cNvPr>
          <p:cNvSpPr>
            <a:spLocks noGrp="1"/>
          </p:cNvSpPr>
          <p:nvPr/>
        </p:nvSpPr>
        <p:spPr>
          <a:xfrm>
            <a:off x="9677400" y="3981450"/>
            <a:ext cx="1504950" cy="495300"/>
          </a:xfrm>
          <a:prstGeom prst="rect">
            <a:avLst/>
          </a:prstGeom>
          <a:noFill/>
          <a:ln w="0">
            <a:noFill/>
            <a:prstDash val="solid"/>
          </a:ln>
        </p:spPr>
        <p:txBody>
          <a:bodyPr wrap="square" lIns="19050" tIns="19050" rIns="19050" bIns="19050" anchor="t">
            <a:normAutofit/>
          </a:bodyPr>
          <a:lstStyle/>
          <a:p>
            <a:pPr algn="ctr">
              <a:lnSpc>
                <a:spcPct val="105000"/>
              </a:lnSpc>
              <a:buNone/>
              <a:defRPr sz="1125" b="0">
                <a:solidFill>
                  <a:srgbClr val="C9D1E6"/>
                </a:solidFill>
                <a:latin typeface="Aptos"/>
                <a:ea typeface="Aptos"/>
                <a:cs typeface="Aptos"/>
              </a:defRPr>
            </a:pPr>
            <a:r>
              <a:rPr sz="1125" b="0">
                <a:solidFill>
                  <a:srgbClr val="C9D1E6"/>
                </a:solidFill>
                <a:latin typeface="Aptos"/>
                <a:ea typeface="Aptos"/>
                <a:cs typeface="Aptos"/>
              </a:rPr>
              <a:t>calidad, costo y riesgo</a:t>
            </a:r>
          </a:p>
        </p:txBody>
      </p:sp>
      <p:sp>
        <p:nvSpPr>
          <p:cNvPr id="91" name="Rectángulo 90">
            <a:extLst>
              <a:ext uri="{FF2B5EF4-FFF2-40B4-BE49-F238E27FC236}">
                <a16:creationId xmlns:a16="http://schemas.microsoft.com/office/drawing/2014/main" id="{C954BBBF-B461-787D-BAED-11BF7E49AC85}"/>
              </a:ext>
            </a:extLst>
          </p:cNvPr>
          <p:cNvSpPr/>
          <p:nvPr/>
        </p:nvSpPr>
        <p:spPr>
          <a:xfrm>
            <a:off x="1231900" y="5544253"/>
            <a:ext cx="9804529" cy="565859"/>
          </a:xfrm>
          <a:prstGeom prst="rect">
            <a:avLst/>
          </a:prstGeom>
          <a:solidFill>
            <a:srgbClr val="263447"/>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93" name="CuadroTexto 92">
            <a:extLst>
              <a:ext uri="{FF2B5EF4-FFF2-40B4-BE49-F238E27FC236}">
                <a16:creationId xmlns:a16="http://schemas.microsoft.com/office/drawing/2014/main" id="{EAAB643A-AF3C-3841-9948-4509E4A7B37E}"/>
              </a:ext>
            </a:extLst>
          </p:cNvPr>
          <p:cNvSpPr txBox="1"/>
          <p:nvPr/>
        </p:nvSpPr>
        <p:spPr>
          <a:xfrm>
            <a:off x="1743775" y="5667548"/>
            <a:ext cx="8704450" cy="319268"/>
          </a:xfrm>
          <a:prstGeom prst="rect">
            <a:avLst/>
          </a:prstGeom>
          <a:noFill/>
        </p:spPr>
        <p:txBody>
          <a:bodyPr vertOverflow="overflow" vert="horz" wrap="square" rtlCol="0" anchor="t" anchorCtr="0">
            <a:noAutofit/>
          </a:bodyPr>
          <a:lstStyle/>
          <a:p>
            <a:pPr algn="l"/>
            <a:r>
              <a:rPr lang="es-MX" sz="1600" b="1" dirty="0">
                <a:solidFill>
                  <a:srgbClr val="FFFFFF"/>
                </a:solidFill>
                <a:latin typeface="Aptos"/>
              </a:rPr>
              <a:t>La política de interacción forma parte de la ingeniería del contexto</a:t>
            </a:r>
            <a:r>
              <a:rPr lang="es-PE" sz="1600" b="1" dirty="0">
                <a:solidFill>
                  <a:srgbClr val="FFFFFF"/>
                </a:solidFill>
                <a:latin typeface="Aptos"/>
              </a:rPr>
              <a:t>.</a:t>
            </a:r>
            <a:endParaRPr lang="es-US" sz="1600" b="1" dirty="0">
              <a:solidFill>
                <a:srgbClr val="FFFFFF"/>
              </a:solidFill>
              <a:latin typeface="Aptos"/>
            </a:endParaRPr>
          </a:p>
        </p:txBody>
      </p:sp>
      <p:sp>
        <p:nvSpPr>
          <p:cNvPr id="95" name="CuadroTexto 94">
            <a:extLst>
              <a:ext uri="{FF2B5EF4-FFF2-40B4-BE49-F238E27FC236}">
                <a16:creationId xmlns:a16="http://schemas.microsoft.com/office/drawing/2014/main" id="{A12866EE-9818-B0AE-81FD-A23D5C607209}"/>
              </a:ext>
            </a:extLst>
          </p:cNvPr>
          <p:cNvSpPr txBox="1"/>
          <p:nvPr/>
        </p:nvSpPr>
        <p:spPr>
          <a:xfrm>
            <a:off x="355600" y="6578600"/>
            <a:ext cx="8636000" cy="165100"/>
          </a:xfrm>
          <a:prstGeom prst="rect">
            <a:avLst/>
          </a:prstGeom>
          <a:noFill/>
        </p:spPr>
        <p:txBody>
          <a:bodyPr vertOverflow="overflow" vert="horz" wrap="square" rtlCol="0" anchor="t" anchorCtr="0">
            <a:noAutofit/>
          </a:bodyPr>
          <a:lstStyle/>
          <a:p>
            <a:r>
              <a:rPr lang="es-US" sz="630" dirty="0">
                <a:solidFill>
                  <a:srgbClr val="8A94A4"/>
                </a:solidFill>
                <a:latin typeface="Aptos"/>
              </a:rPr>
              <a:t>Fuente: Kim et al.: “</a:t>
            </a:r>
            <a:r>
              <a:rPr lang="en-US" sz="630" dirty="0">
                <a:solidFill>
                  <a:srgbClr val="8A94A4"/>
                </a:solidFill>
                <a:latin typeface="Aptos"/>
              </a:rPr>
              <a:t>Aligning Language Models to Explicitly Handle Ambiguity</a:t>
            </a:r>
            <a:r>
              <a:rPr lang="es-US" sz="630" dirty="0">
                <a:solidFill>
                  <a:srgbClr val="8A94A4"/>
                </a:solidFill>
                <a:latin typeface="Aptos"/>
              </a:rPr>
              <a:t>”.</a:t>
            </a:r>
          </a:p>
        </p:txBody>
      </p:sp>
    </p:spTree>
    <p:extLst>
      <p:ext uri="{BB962C8B-B14F-4D97-AF65-F5344CB8AC3E}">
        <p14:creationId xmlns:p14="http://schemas.microsoft.com/office/powerpoint/2010/main" val="10015195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C9DB5-C395-6DB9-2288-9DE3271DEF97}"/>
            </a:ext>
          </a:extLst>
        </p:cNvPr>
        <p:cNvGrpSpPr/>
        <p:nvPr/>
      </p:nvGrpSpPr>
      <p:grpSpPr>
        <a:xfrm>
          <a:off x="0" y="0"/>
          <a:ext cx="0" cy="0"/>
          <a:chOff x="0" y="0"/>
          <a:chExt cx="0" cy="0"/>
        </a:xfrm>
      </p:grpSpPr>
      <p:sp>
        <p:nvSpPr>
          <p:cNvPr id="39" name="CuadroTexto 38">
            <a:extLst>
              <a:ext uri="{FF2B5EF4-FFF2-40B4-BE49-F238E27FC236}">
                <a16:creationId xmlns:a16="http://schemas.microsoft.com/office/drawing/2014/main" id="{B1CC37CC-54DF-1BA4-A5C6-C9F4E88E33A2}"/>
              </a:ext>
            </a:extLst>
          </p:cNvPr>
          <p:cNvSpPr txBox="1"/>
          <p:nvPr/>
        </p:nvSpPr>
        <p:spPr>
          <a:xfrm>
            <a:off x="609600" y="330200"/>
            <a:ext cx="8255000" cy="482600"/>
          </a:xfrm>
          <a:prstGeom prst="rect">
            <a:avLst/>
          </a:prstGeom>
          <a:noFill/>
        </p:spPr>
        <p:txBody>
          <a:bodyPr vertOverflow="overflow" vert="horz" wrap="none" rtlCol="0" anchor="t" anchorCtr="0">
            <a:noAutofit/>
          </a:bodyPr>
          <a:lstStyle/>
          <a:p>
            <a:pPr algn="l"/>
            <a:r>
              <a:rPr lang="es-US" sz="2050" b="1" dirty="0">
                <a:solidFill>
                  <a:srgbClr val="2D3B4F"/>
                </a:solidFill>
                <a:latin typeface="Aptos Display"/>
              </a:rPr>
              <a:t>DISEÑO OPERATIVO</a:t>
            </a:r>
          </a:p>
        </p:txBody>
      </p:sp>
      <p:sp>
        <p:nvSpPr>
          <p:cNvPr id="27" name="Rectángulo 26">
            <a:extLst>
              <a:ext uri="{FF2B5EF4-FFF2-40B4-BE49-F238E27FC236}">
                <a16:creationId xmlns:a16="http://schemas.microsoft.com/office/drawing/2014/main" id="{4584EC21-30A6-D383-6D5B-692C7BA0E0A3}"/>
              </a:ext>
            </a:extLst>
          </p:cNvPr>
          <p:cNvSpPr/>
          <p:nvPr/>
        </p:nvSpPr>
        <p:spPr>
          <a:xfrm>
            <a:off x="609600" y="838200"/>
            <a:ext cx="4572000" cy="381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pic>
        <p:nvPicPr>
          <p:cNvPr id="6" name="Imagen 5">
            <a:extLst>
              <a:ext uri="{FF2B5EF4-FFF2-40B4-BE49-F238E27FC236}">
                <a16:creationId xmlns:a16="http://schemas.microsoft.com/office/drawing/2014/main" id="{EF72427B-CDD5-03A8-7505-941278312422}"/>
              </a:ext>
            </a:extLst>
          </p:cNvPr>
          <p:cNvPicPr>
            <a:picLocks noChangeAspect="1"/>
          </p:cNvPicPr>
          <p:nvPr/>
        </p:nvPicPr>
        <p:blipFill>
          <a:blip r:embed="rId3"/>
          <a:stretch>
            <a:fillRect/>
          </a:stretch>
        </p:blipFill>
        <p:spPr>
          <a:xfrm>
            <a:off x="1254967" y="1017095"/>
            <a:ext cx="9637615" cy="5420709"/>
          </a:xfrm>
          <a:prstGeom prst="rect">
            <a:avLst/>
          </a:prstGeom>
        </p:spPr>
      </p:pic>
    </p:spTree>
    <p:extLst>
      <p:ext uri="{BB962C8B-B14F-4D97-AF65-F5344CB8AC3E}">
        <p14:creationId xmlns:p14="http://schemas.microsoft.com/office/powerpoint/2010/main" val="32760422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89AD1-53FC-F5AB-458B-4B00658B7C73}"/>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C47CD1AC-50C9-E144-B8DA-7D54A6ADAC1F}"/>
              </a:ext>
            </a:extLst>
          </p:cNvPr>
          <p:cNvSpPr txBox="1"/>
          <p:nvPr/>
        </p:nvSpPr>
        <p:spPr>
          <a:xfrm>
            <a:off x="609600" y="304800"/>
            <a:ext cx="10795000" cy="482600"/>
          </a:xfrm>
          <a:prstGeom prst="rect">
            <a:avLst/>
          </a:prstGeom>
          <a:noFill/>
        </p:spPr>
        <p:txBody>
          <a:bodyPr vertOverflow="overflow" vert="horz" wrap="none" rtlCol="0" anchor="t" anchorCtr="0">
            <a:noAutofit/>
          </a:bodyPr>
          <a:lstStyle/>
          <a:p>
            <a:pPr algn="l"/>
            <a:r>
              <a:rPr lang="es-US" sz="2000" b="1" dirty="0">
                <a:solidFill>
                  <a:srgbClr val="2D3B4F"/>
                </a:solidFill>
                <a:latin typeface="Aptos Display"/>
              </a:rPr>
              <a:t>Demo: Efecto de </a:t>
            </a:r>
            <a:r>
              <a:rPr lang="es-US" sz="2000" b="1" dirty="0" err="1">
                <a:solidFill>
                  <a:srgbClr val="2D3B4F"/>
                </a:solidFill>
                <a:latin typeface="Aptos Display"/>
              </a:rPr>
              <a:t>Context</a:t>
            </a:r>
            <a:r>
              <a:rPr lang="es-US" sz="2000" b="1" dirty="0">
                <a:solidFill>
                  <a:srgbClr val="2D3B4F"/>
                </a:solidFill>
                <a:latin typeface="Aptos Display"/>
              </a:rPr>
              <a:t> </a:t>
            </a:r>
            <a:r>
              <a:rPr lang="es-US" sz="2000" b="1" dirty="0" err="1">
                <a:solidFill>
                  <a:srgbClr val="2D3B4F"/>
                </a:solidFill>
                <a:latin typeface="Aptos Display"/>
              </a:rPr>
              <a:t>Engineering</a:t>
            </a:r>
            <a:r>
              <a:rPr lang="es-US" sz="2000" b="1" dirty="0">
                <a:solidFill>
                  <a:srgbClr val="2D3B4F"/>
                </a:solidFill>
                <a:latin typeface="Aptos Display"/>
              </a:rPr>
              <a:t> y manejo de ambigüedad</a:t>
            </a:r>
          </a:p>
        </p:txBody>
      </p:sp>
      <p:sp>
        <p:nvSpPr>
          <p:cNvPr id="74" name="CuadroTexto 73">
            <a:extLst>
              <a:ext uri="{FF2B5EF4-FFF2-40B4-BE49-F238E27FC236}">
                <a16:creationId xmlns:a16="http://schemas.microsoft.com/office/drawing/2014/main" id="{A28AC3DB-4B29-1B40-8F81-C007E3D933B6}"/>
              </a:ext>
            </a:extLst>
          </p:cNvPr>
          <p:cNvSpPr txBox="1"/>
          <p:nvPr/>
        </p:nvSpPr>
        <p:spPr>
          <a:xfrm>
            <a:off x="355600" y="6578600"/>
            <a:ext cx="8636000" cy="165100"/>
          </a:xfrm>
          <a:prstGeom prst="rect">
            <a:avLst/>
          </a:prstGeom>
          <a:noFill/>
        </p:spPr>
        <p:txBody>
          <a:bodyPr vertOverflow="overflow" vert="horz" wrap="none" rtlCol="0" anchor="t" anchorCtr="0">
            <a:noAutofit/>
          </a:bodyPr>
          <a:lstStyle/>
          <a:p>
            <a:pPr algn="l"/>
            <a:r>
              <a:rPr lang="es-US" sz="550" dirty="0">
                <a:solidFill>
                  <a:srgbClr val="9AA4B2"/>
                </a:solidFill>
                <a:latin typeface="Aptos"/>
              </a:rPr>
              <a:t>Demo: </a:t>
            </a:r>
            <a:r>
              <a:rPr lang="es-MX" sz="550" dirty="0">
                <a:solidFill>
                  <a:srgbClr val="9AA4B2"/>
                </a:solidFill>
                <a:latin typeface="Aptos"/>
              </a:rPr>
              <a:t>Efecto de </a:t>
            </a:r>
            <a:r>
              <a:rPr lang="es-MX" sz="550" dirty="0" err="1">
                <a:solidFill>
                  <a:srgbClr val="9AA4B2"/>
                </a:solidFill>
                <a:latin typeface="Aptos"/>
              </a:rPr>
              <a:t>Context</a:t>
            </a:r>
            <a:r>
              <a:rPr lang="es-MX" sz="550" dirty="0">
                <a:solidFill>
                  <a:srgbClr val="9AA4B2"/>
                </a:solidFill>
                <a:latin typeface="Aptos"/>
              </a:rPr>
              <a:t> </a:t>
            </a:r>
            <a:r>
              <a:rPr lang="es-MX" sz="550" dirty="0" err="1">
                <a:solidFill>
                  <a:srgbClr val="9AA4B2"/>
                </a:solidFill>
                <a:latin typeface="Aptos"/>
              </a:rPr>
              <a:t>Engineering</a:t>
            </a:r>
            <a:r>
              <a:rPr lang="es-MX" sz="550" dirty="0">
                <a:solidFill>
                  <a:srgbClr val="9AA4B2"/>
                </a:solidFill>
                <a:latin typeface="Aptos"/>
              </a:rPr>
              <a:t> y manejo de ambigüedad</a:t>
            </a:r>
            <a:endParaRPr lang="es-US" sz="550" dirty="0">
              <a:solidFill>
                <a:srgbClr val="9AA4B2"/>
              </a:solidFill>
              <a:latin typeface="Aptos"/>
            </a:endParaRPr>
          </a:p>
        </p:txBody>
      </p:sp>
      <p:pic>
        <p:nvPicPr>
          <p:cNvPr id="22" name="Imagen 21">
            <a:extLst>
              <a:ext uri="{FF2B5EF4-FFF2-40B4-BE49-F238E27FC236}">
                <a16:creationId xmlns:a16="http://schemas.microsoft.com/office/drawing/2014/main" id="{0FE00B91-67B3-25B0-E739-A121D46D1064}"/>
              </a:ext>
            </a:extLst>
          </p:cNvPr>
          <p:cNvPicPr>
            <a:picLocks noChangeAspect="1"/>
          </p:cNvPicPr>
          <p:nvPr/>
        </p:nvPicPr>
        <p:blipFill>
          <a:blip r:embed="rId3"/>
          <a:stretch>
            <a:fillRect/>
          </a:stretch>
        </p:blipFill>
        <p:spPr>
          <a:xfrm>
            <a:off x="3040874" y="3820562"/>
            <a:ext cx="4170330" cy="2377873"/>
          </a:xfrm>
          <a:prstGeom prst="rect">
            <a:avLst/>
          </a:prstGeom>
        </p:spPr>
      </p:pic>
      <p:pic>
        <p:nvPicPr>
          <p:cNvPr id="25" name="Imagen 24">
            <a:extLst>
              <a:ext uri="{FF2B5EF4-FFF2-40B4-BE49-F238E27FC236}">
                <a16:creationId xmlns:a16="http://schemas.microsoft.com/office/drawing/2014/main" id="{82C2B953-29EE-6E13-9F16-1048AE101C1B}"/>
              </a:ext>
            </a:extLst>
          </p:cNvPr>
          <p:cNvPicPr>
            <a:picLocks noChangeAspect="1"/>
          </p:cNvPicPr>
          <p:nvPr/>
        </p:nvPicPr>
        <p:blipFill>
          <a:blip r:embed="rId4"/>
          <a:stretch>
            <a:fillRect/>
          </a:stretch>
        </p:blipFill>
        <p:spPr>
          <a:xfrm>
            <a:off x="7298907" y="3725114"/>
            <a:ext cx="4326746" cy="2473321"/>
          </a:xfrm>
          <a:prstGeom prst="rect">
            <a:avLst/>
          </a:prstGeom>
        </p:spPr>
      </p:pic>
      <p:pic>
        <p:nvPicPr>
          <p:cNvPr id="27" name="Imagen 26">
            <a:extLst>
              <a:ext uri="{FF2B5EF4-FFF2-40B4-BE49-F238E27FC236}">
                <a16:creationId xmlns:a16="http://schemas.microsoft.com/office/drawing/2014/main" id="{DB560B4E-C32F-1C49-8005-012F4DCCA1F7}"/>
              </a:ext>
            </a:extLst>
          </p:cNvPr>
          <p:cNvPicPr>
            <a:picLocks noChangeAspect="1"/>
          </p:cNvPicPr>
          <p:nvPr/>
        </p:nvPicPr>
        <p:blipFill>
          <a:blip r:embed="rId5"/>
          <a:stretch>
            <a:fillRect/>
          </a:stretch>
        </p:blipFill>
        <p:spPr>
          <a:xfrm>
            <a:off x="3059863" y="787399"/>
            <a:ext cx="8478088" cy="2758039"/>
          </a:xfrm>
          <a:prstGeom prst="rect">
            <a:avLst/>
          </a:prstGeom>
        </p:spPr>
      </p:pic>
      <p:sp>
        <p:nvSpPr>
          <p:cNvPr id="29" name="Rectángulo 28">
            <a:extLst>
              <a:ext uri="{FF2B5EF4-FFF2-40B4-BE49-F238E27FC236}">
                <a16:creationId xmlns:a16="http://schemas.microsoft.com/office/drawing/2014/main" id="{CB12448A-9CD3-E666-5412-C257E1659F6A}"/>
              </a:ext>
            </a:extLst>
          </p:cNvPr>
          <p:cNvSpPr/>
          <p:nvPr/>
        </p:nvSpPr>
        <p:spPr>
          <a:xfrm>
            <a:off x="400342" y="1167565"/>
            <a:ext cx="2445495" cy="1066800"/>
          </a:xfrm>
          <a:prstGeom prst="rect">
            <a:avLst/>
          </a:prstGeom>
          <a:solidFill>
            <a:srgbClr val="FFFFFF"/>
          </a:solidFill>
          <a:ln w="15240" cap="flat" cmpd="sng" algn="ctr">
            <a:solidFill>
              <a:srgbClr val="00A6B0"/>
            </a:solid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31" name="Rectángulo 30">
            <a:extLst>
              <a:ext uri="{FF2B5EF4-FFF2-40B4-BE49-F238E27FC236}">
                <a16:creationId xmlns:a16="http://schemas.microsoft.com/office/drawing/2014/main" id="{9321F8C6-2569-03F7-B973-A5640CCD4D0B}"/>
              </a:ext>
            </a:extLst>
          </p:cNvPr>
          <p:cNvSpPr/>
          <p:nvPr/>
        </p:nvSpPr>
        <p:spPr>
          <a:xfrm>
            <a:off x="400342" y="1167565"/>
            <a:ext cx="113071" cy="1066800"/>
          </a:xfrm>
          <a:prstGeom prst="rect">
            <a:avLst/>
          </a:prstGeom>
          <a:solidFill>
            <a:srgbClr val="00A6B0"/>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33" name="CuadroTexto 32">
            <a:extLst>
              <a:ext uri="{FF2B5EF4-FFF2-40B4-BE49-F238E27FC236}">
                <a16:creationId xmlns:a16="http://schemas.microsoft.com/office/drawing/2014/main" id="{08DAFEDB-3416-B117-B3EB-E05156A77FFA}"/>
              </a:ext>
            </a:extLst>
          </p:cNvPr>
          <p:cNvSpPr txBox="1"/>
          <p:nvPr/>
        </p:nvSpPr>
        <p:spPr>
          <a:xfrm>
            <a:off x="603543" y="1319965"/>
            <a:ext cx="2033038" cy="279400"/>
          </a:xfrm>
          <a:prstGeom prst="rect">
            <a:avLst/>
          </a:prstGeom>
          <a:noFill/>
        </p:spPr>
        <p:txBody>
          <a:bodyPr vertOverflow="overflow" vert="horz" wrap="square" rtlCol="0" anchor="t" anchorCtr="0">
            <a:noAutofit/>
          </a:bodyPr>
          <a:lstStyle/>
          <a:p>
            <a:pPr algn="l"/>
            <a:r>
              <a:rPr lang="es-US" sz="1320" b="1" dirty="0" err="1">
                <a:solidFill>
                  <a:srgbClr val="00A6B0"/>
                </a:solidFill>
                <a:latin typeface="Aptos"/>
              </a:rPr>
              <a:t>Context</a:t>
            </a:r>
            <a:r>
              <a:rPr lang="es-US" sz="1320" b="1" dirty="0">
                <a:solidFill>
                  <a:srgbClr val="00A6B0"/>
                </a:solidFill>
                <a:latin typeface="Aptos"/>
              </a:rPr>
              <a:t> </a:t>
            </a:r>
            <a:r>
              <a:rPr lang="es-US" sz="1320" b="1" dirty="0" err="1">
                <a:solidFill>
                  <a:srgbClr val="00A6B0"/>
                </a:solidFill>
                <a:latin typeface="Aptos"/>
              </a:rPr>
              <a:t>Engineering</a:t>
            </a:r>
            <a:endParaRPr lang="es-US" sz="1320" b="1" dirty="0">
              <a:solidFill>
                <a:srgbClr val="00A6B0"/>
              </a:solidFill>
              <a:latin typeface="Aptos"/>
            </a:endParaRPr>
          </a:p>
        </p:txBody>
      </p:sp>
      <p:sp>
        <p:nvSpPr>
          <p:cNvPr id="35" name="CuadroTexto 34">
            <a:extLst>
              <a:ext uri="{FF2B5EF4-FFF2-40B4-BE49-F238E27FC236}">
                <a16:creationId xmlns:a16="http://schemas.microsoft.com/office/drawing/2014/main" id="{B5E69EFC-9D94-9ADD-FC22-821BB13E6AC2}"/>
              </a:ext>
            </a:extLst>
          </p:cNvPr>
          <p:cNvSpPr txBox="1"/>
          <p:nvPr/>
        </p:nvSpPr>
        <p:spPr>
          <a:xfrm>
            <a:off x="603543" y="1675565"/>
            <a:ext cx="1697136" cy="508000"/>
          </a:xfrm>
          <a:prstGeom prst="rect">
            <a:avLst/>
          </a:prstGeom>
          <a:noFill/>
        </p:spPr>
        <p:txBody>
          <a:bodyPr vertOverflow="overflow" vert="horz" wrap="square" rtlCol="0" anchor="t" anchorCtr="0">
            <a:normAutofit/>
          </a:bodyPr>
          <a:lstStyle/>
          <a:p>
            <a:pPr algn="l"/>
            <a:r>
              <a:rPr lang="es-US" sz="1200" dirty="0">
                <a:solidFill>
                  <a:srgbClr val="3D4B5F"/>
                </a:solidFill>
                <a:latin typeface="Aptos"/>
              </a:rPr>
              <a:t>Aplicar un compresor de contexto</a:t>
            </a:r>
          </a:p>
        </p:txBody>
      </p:sp>
      <p:sp>
        <p:nvSpPr>
          <p:cNvPr id="37" name="Rectángulo 36">
            <a:extLst>
              <a:ext uri="{FF2B5EF4-FFF2-40B4-BE49-F238E27FC236}">
                <a16:creationId xmlns:a16="http://schemas.microsoft.com/office/drawing/2014/main" id="{2AB37B7C-4F16-1A53-7BAE-8A97E5197F4D}"/>
              </a:ext>
            </a:extLst>
          </p:cNvPr>
          <p:cNvSpPr/>
          <p:nvPr/>
        </p:nvSpPr>
        <p:spPr>
          <a:xfrm>
            <a:off x="513413" y="4666498"/>
            <a:ext cx="2332424" cy="1066800"/>
          </a:xfrm>
          <a:prstGeom prst="rect">
            <a:avLst/>
          </a:prstGeom>
          <a:solidFill>
            <a:srgbClr val="FFFFFF"/>
          </a:solidFill>
          <a:ln w="15240" cap="flat" cmpd="sng" algn="ctr">
            <a:solidFill>
              <a:srgbClr val="B35A9D"/>
            </a:solid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39" name="Rectángulo 38">
            <a:extLst>
              <a:ext uri="{FF2B5EF4-FFF2-40B4-BE49-F238E27FC236}">
                <a16:creationId xmlns:a16="http://schemas.microsoft.com/office/drawing/2014/main" id="{4718B419-0643-25BD-C309-78AD32E13D40}"/>
              </a:ext>
            </a:extLst>
          </p:cNvPr>
          <p:cNvSpPr/>
          <p:nvPr/>
        </p:nvSpPr>
        <p:spPr>
          <a:xfrm>
            <a:off x="513412" y="4666498"/>
            <a:ext cx="113071" cy="1066800"/>
          </a:xfrm>
          <a:prstGeom prst="rect">
            <a:avLst/>
          </a:prstGeom>
          <a:solidFill>
            <a:srgbClr val="B35A9D"/>
          </a:solidFill>
          <a:ln w="19050" cap="flat" cmpd="sng" algn="ctr">
            <a:noFill/>
            <a:prstDash val="solid"/>
            <a:miter lim="800000"/>
          </a:ln>
        </p:spPr>
        <p:style>
          <a:lnRef idx="2">
            <a:schemeClr val="accent3">
              <a:shade val="50000"/>
            </a:schemeClr>
          </a:lnRef>
          <a:fillRef idx="1">
            <a:schemeClr val="accent3"/>
          </a:fillRef>
          <a:effectRef idx="0">
            <a:schemeClr val="accent3"/>
          </a:effectRef>
          <a:fontRef idx="minor">
            <a:schemeClr val="lt1"/>
          </a:fontRef>
        </p:style>
        <p:txBody>
          <a:bodyPr vertOverflow="clip" horzOverflow="clip" rtlCol="0" anchor="t"/>
          <a:lstStyle/>
          <a:p>
            <a:pPr algn="ctr"/>
            <a:endParaRPr lang="es-US" sz="1400" b="1" dirty="0" err="1">
              <a:solidFill>
                <a:schemeClr val="tx1"/>
              </a:solidFill>
            </a:endParaRPr>
          </a:p>
        </p:txBody>
      </p:sp>
      <p:sp>
        <p:nvSpPr>
          <p:cNvPr id="41" name="CuadroTexto 40">
            <a:extLst>
              <a:ext uri="{FF2B5EF4-FFF2-40B4-BE49-F238E27FC236}">
                <a16:creationId xmlns:a16="http://schemas.microsoft.com/office/drawing/2014/main" id="{30B36139-B1D4-80E4-3918-2FAD391D981C}"/>
              </a:ext>
            </a:extLst>
          </p:cNvPr>
          <p:cNvSpPr txBox="1"/>
          <p:nvPr/>
        </p:nvSpPr>
        <p:spPr>
          <a:xfrm>
            <a:off x="716613" y="4818898"/>
            <a:ext cx="2045248" cy="304800"/>
          </a:xfrm>
          <a:prstGeom prst="rect">
            <a:avLst/>
          </a:prstGeom>
          <a:noFill/>
        </p:spPr>
        <p:txBody>
          <a:bodyPr vertOverflow="overflow" vert="horz" wrap="square" rtlCol="0" anchor="t" anchorCtr="0">
            <a:noAutofit/>
          </a:bodyPr>
          <a:lstStyle/>
          <a:p>
            <a:pPr algn="l"/>
            <a:r>
              <a:rPr lang="es-US" sz="1320" b="1" dirty="0">
                <a:solidFill>
                  <a:srgbClr val="B35A9D"/>
                </a:solidFill>
                <a:latin typeface="Aptos"/>
              </a:rPr>
              <a:t>Manejo de ambigüedad</a:t>
            </a:r>
          </a:p>
        </p:txBody>
      </p:sp>
      <p:sp>
        <p:nvSpPr>
          <p:cNvPr id="44" name="CuadroTexto 43">
            <a:extLst>
              <a:ext uri="{FF2B5EF4-FFF2-40B4-BE49-F238E27FC236}">
                <a16:creationId xmlns:a16="http://schemas.microsoft.com/office/drawing/2014/main" id="{430DCEA8-7EDC-8EDE-BBFE-649E11F78E9D}"/>
              </a:ext>
            </a:extLst>
          </p:cNvPr>
          <p:cNvSpPr txBox="1"/>
          <p:nvPr/>
        </p:nvSpPr>
        <p:spPr>
          <a:xfrm>
            <a:off x="716612" y="5174498"/>
            <a:ext cx="2045249" cy="508000"/>
          </a:xfrm>
          <a:prstGeom prst="rect">
            <a:avLst/>
          </a:prstGeom>
          <a:noFill/>
        </p:spPr>
        <p:txBody>
          <a:bodyPr vertOverflow="overflow" vert="horz" wrap="square" rtlCol="0" anchor="t" anchorCtr="0">
            <a:noAutofit/>
          </a:bodyPr>
          <a:lstStyle/>
          <a:p>
            <a:pPr algn="l"/>
            <a:r>
              <a:rPr lang="es-US" sz="1200" dirty="0">
                <a:solidFill>
                  <a:srgbClr val="3D4B5F"/>
                </a:solidFill>
                <a:latin typeface="Aptos"/>
              </a:rPr>
              <a:t>Comparación entre </a:t>
            </a:r>
            <a:r>
              <a:rPr lang="es-US" sz="1200" dirty="0" err="1">
                <a:solidFill>
                  <a:srgbClr val="3D4B5F"/>
                </a:solidFill>
                <a:latin typeface="Aptos"/>
              </a:rPr>
              <a:t>retrieval</a:t>
            </a:r>
            <a:r>
              <a:rPr lang="es-US" sz="1200" dirty="0">
                <a:solidFill>
                  <a:srgbClr val="3D4B5F"/>
                </a:solidFill>
                <a:latin typeface="Aptos"/>
              </a:rPr>
              <a:t> sin/con clarificación</a:t>
            </a:r>
          </a:p>
        </p:txBody>
      </p:sp>
    </p:spTree>
    <p:extLst>
      <p:ext uri="{BB962C8B-B14F-4D97-AF65-F5344CB8AC3E}">
        <p14:creationId xmlns:p14="http://schemas.microsoft.com/office/powerpoint/2010/main" val="23784874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v-246">
            <a:extLst>
              <a:ext uri="{FF2B5EF4-FFF2-40B4-BE49-F238E27FC236}">
                <a16:creationId xmlns:a16="http://schemas.microsoft.com/office/drawing/2014/main" id="{3D3DC8BE-58D6-4F89-B8EE-5332E37DBBC1}"/>
              </a:ext>
            </a:extLst>
          </p:cNvPr>
          <p:cNvSpPr>
            <a:spLocks noGrp="1"/>
          </p:cNvSpPr>
          <p:nvPr/>
        </p:nvSpPr>
        <p:spPr>
          <a:xfrm>
            <a:off x="609600" y="330518"/>
            <a:ext cx="10810875" cy="485775"/>
          </a:xfrm>
          <a:prstGeom prst="rect">
            <a:avLst/>
          </a:prstGeom>
          <a:noFill/>
          <a:ln w="0">
            <a:noFill/>
          </a:ln>
        </p:spPr>
        <p:txBody>
          <a:bodyPr wrap="square" lIns="0" tIns="0" rIns="0" bIns="0" anchor="ctr">
            <a:noAutofit/>
          </a:bodyPr>
          <a:lstStyle/>
          <a:p>
            <a:pPr algn="l">
              <a:lnSpc>
                <a:spcPct val="105000"/>
              </a:lnSpc>
              <a:buNone/>
              <a:defRPr sz="2250" b="1">
                <a:solidFill>
                  <a:srgbClr val="44546A"/>
                </a:solidFill>
                <a:latin typeface="Aptos"/>
                <a:ea typeface="Aptos"/>
                <a:cs typeface="Aptos"/>
              </a:defRPr>
            </a:pPr>
            <a:r>
              <a:rPr sz="2250" b="1">
                <a:solidFill>
                  <a:srgbClr val="44546A"/>
                </a:solidFill>
                <a:latin typeface="Aptos"/>
                <a:ea typeface="Aptos"/>
                <a:cs typeface="Aptos"/>
              </a:rPr>
              <a:t>CONCLUSIONES</a:t>
            </a:r>
          </a:p>
        </p:txBody>
      </p:sp>
      <p:sp>
        <p:nvSpPr>
          <p:cNvPr id="2" name="rev-247">
            <a:extLst>
              <a:ext uri="{FF2B5EF4-FFF2-40B4-BE49-F238E27FC236}">
                <a16:creationId xmlns:a16="http://schemas.microsoft.com/office/drawing/2014/main" id="{7D187208-1FAA-4639-BC06-FDBD414AB5D6}"/>
              </a:ext>
            </a:extLst>
          </p:cNvPr>
          <p:cNvSpPr>
            <a:spLocks noGrp="1"/>
          </p:cNvSpPr>
          <p:nvPr/>
        </p:nvSpPr>
        <p:spPr>
          <a:xfrm>
            <a:off x="609600" y="838200"/>
            <a:ext cx="4572000" cy="38100"/>
          </a:xfrm>
          <a:prstGeom prst="rect">
            <a:avLst/>
          </a:prstGeom>
          <a:solidFill>
            <a:srgbClr val="00ADB8"/>
          </a:solidFill>
          <a:ln w="0">
            <a:noFill/>
          </a:ln>
        </p:spPr>
        <p:txBody>
          <a:bodyPr/>
          <a:lstStyle/>
          <a:p>
            <a:endParaRPr lang="es-PE"/>
          </a:p>
        </p:txBody>
      </p:sp>
      <p:sp>
        <p:nvSpPr>
          <p:cNvPr id="3" name="rev-248">
            <a:extLst>
              <a:ext uri="{FF2B5EF4-FFF2-40B4-BE49-F238E27FC236}">
                <a16:creationId xmlns:a16="http://schemas.microsoft.com/office/drawing/2014/main" id="{80B4B72D-FA8F-4BC7-AB97-0B0F7AA3D204}"/>
              </a:ext>
            </a:extLst>
          </p:cNvPr>
          <p:cNvSpPr>
            <a:spLocks noGrp="1"/>
          </p:cNvSpPr>
          <p:nvPr/>
        </p:nvSpPr>
        <p:spPr>
          <a:xfrm>
            <a:off x="685800" y="1162050"/>
            <a:ext cx="10763250" cy="914400"/>
          </a:xfrm>
          <a:prstGeom prst="rect">
            <a:avLst/>
          </a:prstGeom>
          <a:noFill/>
          <a:ln w="0">
            <a:noFill/>
          </a:ln>
        </p:spPr>
        <p:txBody>
          <a:bodyPr wrap="square" lIns="0" tIns="0" rIns="0" bIns="0" anchor="ctr">
            <a:noAutofit/>
          </a:bodyPr>
          <a:lstStyle/>
          <a:p>
            <a:pPr algn="l">
              <a:lnSpc>
                <a:spcPct val="105000"/>
              </a:lnSpc>
              <a:buNone/>
              <a:defRPr sz="2700" b="1">
                <a:solidFill>
                  <a:srgbClr val="101526"/>
                </a:solidFill>
                <a:latin typeface="Aptos"/>
                <a:ea typeface="Aptos"/>
                <a:cs typeface="Aptos"/>
              </a:defRPr>
            </a:pPr>
            <a:r>
              <a:rPr sz="2700" b="1">
                <a:solidFill>
                  <a:srgbClr val="101526"/>
                </a:solidFill>
                <a:latin typeface="Aptos"/>
                <a:ea typeface="Aptos"/>
                <a:cs typeface="Aptos"/>
              </a:rPr>
              <a:t>Decisiones para diseñar agentes con mejor contexto</a:t>
            </a:r>
          </a:p>
        </p:txBody>
      </p:sp>
      <p:sp>
        <p:nvSpPr>
          <p:cNvPr id="4" name="rev-249">
            <a:extLst>
              <a:ext uri="{FF2B5EF4-FFF2-40B4-BE49-F238E27FC236}">
                <a16:creationId xmlns:a16="http://schemas.microsoft.com/office/drawing/2014/main" id="{09CE1D11-BA25-423F-9CA4-875A824EFC0E}"/>
              </a:ext>
            </a:extLst>
          </p:cNvPr>
          <p:cNvSpPr>
            <a:spLocks noGrp="1"/>
          </p:cNvSpPr>
          <p:nvPr/>
        </p:nvSpPr>
        <p:spPr>
          <a:xfrm>
            <a:off x="685800" y="2371725"/>
            <a:ext cx="5229225" cy="1533525"/>
          </a:xfrm>
          <a:prstGeom prst="roundRect">
            <a:avLst>
              <a:gd name="adj" fmla="val 4969"/>
            </a:avLst>
          </a:prstGeom>
          <a:solidFill>
            <a:srgbClr val="222C37"/>
          </a:solidFill>
          <a:ln w="9525">
            <a:solidFill>
              <a:srgbClr val="00ADB8"/>
            </a:solidFill>
          </a:ln>
        </p:spPr>
        <p:txBody>
          <a:bodyPr/>
          <a:lstStyle/>
          <a:p>
            <a:endParaRPr lang="es-PE"/>
          </a:p>
        </p:txBody>
      </p:sp>
      <p:sp>
        <p:nvSpPr>
          <p:cNvPr id="5" name="rev-250">
            <a:extLst>
              <a:ext uri="{FF2B5EF4-FFF2-40B4-BE49-F238E27FC236}">
                <a16:creationId xmlns:a16="http://schemas.microsoft.com/office/drawing/2014/main" id="{961319F4-A336-4B9E-81F1-D6067F818A8E}"/>
              </a:ext>
            </a:extLst>
          </p:cNvPr>
          <p:cNvSpPr>
            <a:spLocks noGrp="1"/>
          </p:cNvSpPr>
          <p:nvPr/>
        </p:nvSpPr>
        <p:spPr>
          <a:xfrm>
            <a:off x="904875" y="2495550"/>
            <a:ext cx="4743450" cy="276225"/>
          </a:xfrm>
          <a:prstGeom prst="rect">
            <a:avLst/>
          </a:prstGeom>
          <a:noFill/>
          <a:ln w="0">
            <a:noFill/>
          </a:ln>
        </p:spPr>
        <p:txBody>
          <a:bodyPr wrap="square" lIns="0" tIns="0" rIns="0" bIns="0" anchor="ctr">
            <a:noAutofit/>
          </a:bodyPr>
          <a:lstStyle/>
          <a:p>
            <a:pPr algn="l">
              <a:lnSpc>
                <a:spcPct val="105000"/>
              </a:lnSpc>
              <a:buNone/>
              <a:defRPr sz="1500" b="1">
                <a:solidFill>
                  <a:srgbClr val="26CFC2"/>
                </a:solidFill>
                <a:latin typeface="Aptos"/>
                <a:ea typeface="Aptos"/>
                <a:cs typeface="Aptos"/>
              </a:defRPr>
            </a:pPr>
            <a:r>
              <a:rPr sz="1500" b="1">
                <a:solidFill>
                  <a:srgbClr val="26CFC2"/>
                </a:solidFill>
                <a:latin typeface="Aptos"/>
                <a:ea typeface="Aptos"/>
                <a:cs typeface="Aptos"/>
              </a:rPr>
              <a:t>01</a:t>
            </a:r>
          </a:p>
        </p:txBody>
      </p:sp>
      <p:sp>
        <p:nvSpPr>
          <p:cNvPr id="6" name="rev-251">
            <a:extLst>
              <a:ext uri="{FF2B5EF4-FFF2-40B4-BE49-F238E27FC236}">
                <a16:creationId xmlns:a16="http://schemas.microsoft.com/office/drawing/2014/main" id="{34021915-8C85-4C09-A8D8-A5D31EFD89AC}"/>
              </a:ext>
            </a:extLst>
          </p:cNvPr>
          <p:cNvSpPr>
            <a:spLocks noGrp="1"/>
          </p:cNvSpPr>
          <p:nvPr/>
        </p:nvSpPr>
        <p:spPr>
          <a:xfrm>
            <a:off x="904875" y="2838450"/>
            <a:ext cx="4743450" cy="371475"/>
          </a:xfrm>
          <a:prstGeom prst="rect">
            <a:avLst/>
          </a:prstGeom>
          <a:noFill/>
          <a:ln w="0">
            <a:noFill/>
          </a:ln>
        </p:spPr>
        <p:txBody>
          <a:bodyPr wrap="square" lIns="0" tIns="0" rIns="0" bIns="0" anchor="ctr">
            <a:noAutofit/>
          </a:bodyPr>
          <a:lstStyle/>
          <a:p>
            <a:pPr algn="l">
              <a:lnSpc>
                <a:spcPct val="105000"/>
              </a:lnSpc>
              <a:buNone/>
              <a:defRPr sz="2025" b="1">
                <a:solidFill>
                  <a:srgbClr val="FFFFFF"/>
                </a:solidFill>
                <a:latin typeface="Aptos"/>
                <a:ea typeface="Aptos"/>
                <a:cs typeface="Aptos"/>
              </a:defRPr>
            </a:pPr>
            <a:r>
              <a:rPr sz="2025" b="1">
                <a:solidFill>
                  <a:srgbClr val="FFFFFF"/>
                </a:solidFill>
                <a:latin typeface="Aptos"/>
                <a:ea typeface="Aptos"/>
                <a:cs typeface="Aptos"/>
              </a:rPr>
              <a:t>Diseñar el contexto</a:t>
            </a:r>
          </a:p>
        </p:txBody>
      </p:sp>
      <p:sp>
        <p:nvSpPr>
          <p:cNvPr id="7" name="rev-252">
            <a:extLst>
              <a:ext uri="{FF2B5EF4-FFF2-40B4-BE49-F238E27FC236}">
                <a16:creationId xmlns:a16="http://schemas.microsoft.com/office/drawing/2014/main" id="{60BB044C-7AF9-4E8E-94D2-781806C4FCC4}"/>
              </a:ext>
            </a:extLst>
          </p:cNvPr>
          <p:cNvSpPr>
            <a:spLocks noGrp="1"/>
          </p:cNvSpPr>
          <p:nvPr/>
        </p:nvSpPr>
        <p:spPr>
          <a:xfrm>
            <a:off x="904875" y="3305175"/>
            <a:ext cx="4743450" cy="485775"/>
          </a:xfrm>
          <a:prstGeom prst="rect">
            <a:avLst/>
          </a:prstGeom>
          <a:noFill/>
          <a:ln w="0">
            <a:noFill/>
          </a:ln>
        </p:spPr>
        <p:txBody>
          <a:bodyPr wrap="square" lIns="0" tIns="0" rIns="0" bIns="0" anchor="ctr">
            <a:noAutofit/>
          </a:bodyPr>
          <a:lstStyle/>
          <a:p>
            <a:pPr algn="l">
              <a:lnSpc>
                <a:spcPct val="105000"/>
              </a:lnSpc>
              <a:buNone/>
              <a:defRPr sz="1650" b="0">
                <a:solidFill>
                  <a:srgbClr val="D2DBE4"/>
                </a:solidFill>
                <a:latin typeface="Aptos"/>
                <a:ea typeface="Aptos"/>
                <a:cs typeface="Aptos"/>
              </a:defRPr>
            </a:pPr>
            <a:r>
              <a:rPr sz="1650" b="0">
                <a:solidFill>
                  <a:srgbClr val="D2DBE4"/>
                </a:solidFill>
                <a:latin typeface="Aptos"/>
                <a:ea typeface="Aptos"/>
                <a:cs typeface="Aptos"/>
              </a:rPr>
              <a:t>Seleccionar y organizar la información útil</a:t>
            </a:r>
          </a:p>
          <a:p>
            <a:pPr algn="l">
              <a:lnSpc>
                <a:spcPct val="105000"/>
              </a:lnSpc>
              <a:buNone/>
              <a:defRPr sz="1650" b="0">
                <a:solidFill>
                  <a:srgbClr val="D2DBE4"/>
                </a:solidFill>
                <a:latin typeface="Aptos"/>
                <a:ea typeface="Aptos"/>
                <a:cs typeface="Aptos"/>
              </a:defRPr>
            </a:pPr>
            <a:r>
              <a:rPr sz="1650" b="0">
                <a:solidFill>
                  <a:srgbClr val="D2DBE4"/>
                </a:solidFill>
                <a:latin typeface="Aptos"/>
                <a:ea typeface="Aptos"/>
                <a:cs typeface="Aptos"/>
              </a:rPr>
              <a:t>dentro del presupuesto disponible.</a:t>
            </a:r>
          </a:p>
        </p:txBody>
      </p:sp>
      <p:sp>
        <p:nvSpPr>
          <p:cNvPr id="8" name="rev-253">
            <a:extLst>
              <a:ext uri="{FF2B5EF4-FFF2-40B4-BE49-F238E27FC236}">
                <a16:creationId xmlns:a16="http://schemas.microsoft.com/office/drawing/2014/main" id="{C407886B-A670-4628-9EAC-8B005416E03D}"/>
              </a:ext>
            </a:extLst>
          </p:cNvPr>
          <p:cNvSpPr>
            <a:spLocks noGrp="1"/>
          </p:cNvSpPr>
          <p:nvPr/>
        </p:nvSpPr>
        <p:spPr>
          <a:xfrm>
            <a:off x="6200775" y="2371725"/>
            <a:ext cx="5229225" cy="1533525"/>
          </a:xfrm>
          <a:prstGeom prst="roundRect">
            <a:avLst>
              <a:gd name="adj" fmla="val 4969"/>
            </a:avLst>
          </a:prstGeom>
          <a:solidFill>
            <a:srgbClr val="222C37"/>
          </a:solidFill>
          <a:ln w="9525">
            <a:solidFill>
              <a:srgbClr val="7564FF"/>
            </a:solidFill>
          </a:ln>
        </p:spPr>
        <p:txBody>
          <a:bodyPr/>
          <a:lstStyle/>
          <a:p>
            <a:endParaRPr lang="es-PE"/>
          </a:p>
        </p:txBody>
      </p:sp>
      <p:sp>
        <p:nvSpPr>
          <p:cNvPr id="9" name="rev-254">
            <a:extLst>
              <a:ext uri="{FF2B5EF4-FFF2-40B4-BE49-F238E27FC236}">
                <a16:creationId xmlns:a16="http://schemas.microsoft.com/office/drawing/2014/main" id="{85220DAC-1984-4A67-A38E-78F8D08151DB}"/>
              </a:ext>
            </a:extLst>
          </p:cNvPr>
          <p:cNvSpPr>
            <a:spLocks noGrp="1"/>
          </p:cNvSpPr>
          <p:nvPr/>
        </p:nvSpPr>
        <p:spPr>
          <a:xfrm>
            <a:off x="6419850" y="2495550"/>
            <a:ext cx="4743450" cy="276225"/>
          </a:xfrm>
          <a:prstGeom prst="rect">
            <a:avLst/>
          </a:prstGeom>
          <a:noFill/>
          <a:ln w="0">
            <a:noFill/>
          </a:ln>
        </p:spPr>
        <p:txBody>
          <a:bodyPr wrap="square" lIns="0" tIns="0" rIns="0" bIns="0" anchor="ctr">
            <a:noAutofit/>
          </a:bodyPr>
          <a:lstStyle/>
          <a:p>
            <a:pPr algn="l">
              <a:lnSpc>
                <a:spcPct val="105000"/>
              </a:lnSpc>
              <a:buNone/>
              <a:defRPr sz="1500" b="1">
                <a:solidFill>
                  <a:srgbClr val="26CFC2"/>
                </a:solidFill>
                <a:latin typeface="Aptos"/>
                <a:ea typeface="Aptos"/>
                <a:cs typeface="Aptos"/>
              </a:defRPr>
            </a:pPr>
            <a:r>
              <a:rPr sz="1500" b="1">
                <a:solidFill>
                  <a:srgbClr val="26CFC2"/>
                </a:solidFill>
                <a:latin typeface="Aptos"/>
                <a:ea typeface="Aptos"/>
                <a:cs typeface="Aptos"/>
              </a:rPr>
              <a:t>02</a:t>
            </a:r>
          </a:p>
        </p:txBody>
      </p:sp>
      <p:sp>
        <p:nvSpPr>
          <p:cNvPr id="10" name="rev-255">
            <a:extLst>
              <a:ext uri="{FF2B5EF4-FFF2-40B4-BE49-F238E27FC236}">
                <a16:creationId xmlns:a16="http://schemas.microsoft.com/office/drawing/2014/main" id="{4E8307AC-53C0-4BE0-BE1A-1C02D49AE387}"/>
              </a:ext>
            </a:extLst>
          </p:cNvPr>
          <p:cNvSpPr>
            <a:spLocks noGrp="1"/>
          </p:cNvSpPr>
          <p:nvPr/>
        </p:nvSpPr>
        <p:spPr>
          <a:xfrm>
            <a:off x="6419850" y="2838450"/>
            <a:ext cx="4743450" cy="371475"/>
          </a:xfrm>
          <a:prstGeom prst="rect">
            <a:avLst/>
          </a:prstGeom>
          <a:noFill/>
          <a:ln w="0">
            <a:noFill/>
          </a:ln>
        </p:spPr>
        <p:txBody>
          <a:bodyPr wrap="square" lIns="0" tIns="0" rIns="0" bIns="0" anchor="ctr">
            <a:noAutofit/>
          </a:bodyPr>
          <a:lstStyle/>
          <a:p>
            <a:pPr algn="l">
              <a:lnSpc>
                <a:spcPct val="105000"/>
              </a:lnSpc>
              <a:buNone/>
              <a:defRPr sz="2025" b="1">
                <a:solidFill>
                  <a:srgbClr val="FFFFFF"/>
                </a:solidFill>
                <a:latin typeface="Aptos"/>
                <a:ea typeface="Aptos"/>
                <a:cs typeface="Aptos"/>
              </a:defRPr>
            </a:pPr>
            <a:r>
              <a:rPr sz="2025" b="1">
                <a:solidFill>
                  <a:srgbClr val="FFFFFF"/>
                </a:solidFill>
                <a:latin typeface="Aptos"/>
                <a:ea typeface="Aptos"/>
                <a:cs typeface="Aptos"/>
              </a:rPr>
              <a:t>Separar intención y evidencia</a:t>
            </a:r>
          </a:p>
        </p:txBody>
      </p:sp>
      <p:sp>
        <p:nvSpPr>
          <p:cNvPr id="11" name="rev-256">
            <a:extLst>
              <a:ext uri="{FF2B5EF4-FFF2-40B4-BE49-F238E27FC236}">
                <a16:creationId xmlns:a16="http://schemas.microsoft.com/office/drawing/2014/main" id="{B4FA16B5-BC87-4B8D-8660-155E2005AB69}"/>
              </a:ext>
            </a:extLst>
          </p:cNvPr>
          <p:cNvSpPr>
            <a:spLocks noGrp="1"/>
          </p:cNvSpPr>
          <p:nvPr/>
        </p:nvSpPr>
        <p:spPr>
          <a:xfrm>
            <a:off x="6419850" y="3305175"/>
            <a:ext cx="4743450" cy="485775"/>
          </a:xfrm>
          <a:prstGeom prst="rect">
            <a:avLst/>
          </a:prstGeom>
          <a:noFill/>
          <a:ln w="0">
            <a:noFill/>
          </a:ln>
        </p:spPr>
        <p:txBody>
          <a:bodyPr wrap="square" lIns="0" tIns="0" rIns="0" bIns="0" anchor="ctr">
            <a:noAutofit/>
          </a:bodyPr>
          <a:lstStyle/>
          <a:p>
            <a:pPr algn="l">
              <a:lnSpc>
                <a:spcPct val="105000"/>
              </a:lnSpc>
              <a:buNone/>
              <a:defRPr sz="1650" b="0">
                <a:solidFill>
                  <a:srgbClr val="D2DBE4"/>
                </a:solidFill>
                <a:latin typeface="Aptos"/>
                <a:ea typeface="Aptos"/>
                <a:cs typeface="Aptos"/>
              </a:defRPr>
            </a:pPr>
            <a:r>
              <a:rPr sz="1650" b="0">
                <a:solidFill>
                  <a:srgbClr val="D2DBE4"/>
                </a:solidFill>
                <a:latin typeface="Aptos"/>
                <a:ea typeface="Aptos"/>
                <a:cs typeface="Aptos"/>
              </a:rPr>
              <a:t>Una fuente correcta puede responder</a:t>
            </a:r>
          </a:p>
          <a:p>
            <a:pPr algn="l">
              <a:lnSpc>
                <a:spcPct val="105000"/>
              </a:lnSpc>
              <a:buNone/>
              <a:defRPr sz="1650" b="0">
                <a:solidFill>
                  <a:srgbClr val="D2DBE4"/>
                </a:solidFill>
                <a:latin typeface="Aptos"/>
                <a:ea typeface="Aptos"/>
                <a:cs typeface="Aptos"/>
              </a:defRPr>
            </a:pPr>
            <a:r>
              <a:rPr sz="1650" b="0">
                <a:solidFill>
                  <a:srgbClr val="D2DBE4"/>
                </a:solidFill>
                <a:latin typeface="Aptos"/>
                <a:ea typeface="Aptos"/>
                <a:cs typeface="Aptos"/>
              </a:rPr>
              <a:t>a una interpretación distinta.</a:t>
            </a:r>
          </a:p>
        </p:txBody>
      </p:sp>
      <p:sp>
        <p:nvSpPr>
          <p:cNvPr id="12" name="rev-257">
            <a:extLst>
              <a:ext uri="{FF2B5EF4-FFF2-40B4-BE49-F238E27FC236}">
                <a16:creationId xmlns:a16="http://schemas.microsoft.com/office/drawing/2014/main" id="{BC685E33-FE43-4CE7-930B-CA7B24153DF7}"/>
              </a:ext>
            </a:extLst>
          </p:cNvPr>
          <p:cNvSpPr>
            <a:spLocks noGrp="1"/>
          </p:cNvSpPr>
          <p:nvPr/>
        </p:nvSpPr>
        <p:spPr>
          <a:xfrm>
            <a:off x="685800" y="4181475"/>
            <a:ext cx="5229225" cy="1533525"/>
          </a:xfrm>
          <a:prstGeom prst="roundRect">
            <a:avLst>
              <a:gd name="adj" fmla="val 4969"/>
            </a:avLst>
          </a:prstGeom>
          <a:solidFill>
            <a:srgbClr val="222C37"/>
          </a:solidFill>
          <a:ln w="9525">
            <a:solidFill>
              <a:srgbClr val="00ADB8"/>
            </a:solidFill>
          </a:ln>
        </p:spPr>
        <p:txBody>
          <a:bodyPr/>
          <a:lstStyle/>
          <a:p>
            <a:endParaRPr lang="es-PE"/>
          </a:p>
        </p:txBody>
      </p:sp>
      <p:sp>
        <p:nvSpPr>
          <p:cNvPr id="13" name="rev-258">
            <a:extLst>
              <a:ext uri="{FF2B5EF4-FFF2-40B4-BE49-F238E27FC236}">
                <a16:creationId xmlns:a16="http://schemas.microsoft.com/office/drawing/2014/main" id="{445E1349-5BBC-49EA-90B0-2C8AEC8E05F1}"/>
              </a:ext>
            </a:extLst>
          </p:cNvPr>
          <p:cNvSpPr>
            <a:spLocks noGrp="1"/>
          </p:cNvSpPr>
          <p:nvPr/>
        </p:nvSpPr>
        <p:spPr>
          <a:xfrm>
            <a:off x="904875" y="4305300"/>
            <a:ext cx="4743450" cy="276225"/>
          </a:xfrm>
          <a:prstGeom prst="rect">
            <a:avLst/>
          </a:prstGeom>
          <a:noFill/>
          <a:ln w="0">
            <a:noFill/>
          </a:ln>
        </p:spPr>
        <p:txBody>
          <a:bodyPr wrap="square" lIns="0" tIns="0" rIns="0" bIns="0" anchor="ctr">
            <a:noAutofit/>
          </a:bodyPr>
          <a:lstStyle/>
          <a:p>
            <a:pPr algn="l">
              <a:lnSpc>
                <a:spcPct val="105000"/>
              </a:lnSpc>
              <a:buNone/>
              <a:defRPr sz="1500" b="1">
                <a:solidFill>
                  <a:srgbClr val="26CFC2"/>
                </a:solidFill>
                <a:latin typeface="Aptos"/>
                <a:ea typeface="Aptos"/>
                <a:cs typeface="Aptos"/>
              </a:defRPr>
            </a:pPr>
            <a:r>
              <a:rPr sz="1500" b="1">
                <a:solidFill>
                  <a:srgbClr val="26CFC2"/>
                </a:solidFill>
                <a:latin typeface="Aptos"/>
                <a:ea typeface="Aptos"/>
                <a:cs typeface="Aptos"/>
              </a:rPr>
              <a:t>03</a:t>
            </a:r>
          </a:p>
        </p:txBody>
      </p:sp>
      <p:sp>
        <p:nvSpPr>
          <p:cNvPr id="14" name="rev-259">
            <a:extLst>
              <a:ext uri="{FF2B5EF4-FFF2-40B4-BE49-F238E27FC236}">
                <a16:creationId xmlns:a16="http://schemas.microsoft.com/office/drawing/2014/main" id="{5194F6C6-5D4C-406A-8693-7A0E3076A435}"/>
              </a:ext>
            </a:extLst>
          </p:cNvPr>
          <p:cNvSpPr>
            <a:spLocks noGrp="1"/>
          </p:cNvSpPr>
          <p:nvPr/>
        </p:nvSpPr>
        <p:spPr>
          <a:xfrm>
            <a:off x="904875" y="4648200"/>
            <a:ext cx="4743450" cy="371475"/>
          </a:xfrm>
          <a:prstGeom prst="rect">
            <a:avLst/>
          </a:prstGeom>
          <a:noFill/>
          <a:ln w="0">
            <a:noFill/>
          </a:ln>
        </p:spPr>
        <p:txBody>
          <a:bodyPr wrap="square" lIns="0" tIns="0" rIns="0" bIns="0" anchor="ctr">
            <a:noAutofit/>
          </a:bodyPr>
          <a:lstStyle/>
          <a:p>
            <a:pPr algn="l">
              <a:lnSpc>
                <a:spcPct val="105000"/>
              </a:lnSpc>
              <a:buNone/>
              <a:defRPr sz="2025" b="1">
                <a:solidFill>
                  <a:srgbClr val="FFFFFF"/>
                </a:solidFill>
                <a:latin typeface="Aptos"/>
                <a:ea typeface="Aptos"/>
                <a:cs typeface="Aptos"/>
              </a:defRPr>
            </a:pPr>
            <a:r>
              <a:rPr sz="2025" b="1">
                <a:solidFill>
                  <a:srgbClr val="FFFFFF"/>
                </a:solidFill>
                <a:latin typeface="Aptos"/>
                <a:ea typeface="Aptos"/>
                <a:cs typeface="Aptos"/>
              </a:rPr>
              <a:t>Aclarar cuando aporta valor</a:t>
            </a:r>
          </a:p>
        </p:txBody>
      </p:sp>
      <p:sp>
        <p:nvSpPr>
          <p:cNvPr id="15" name="rev-260">
            <a:extLst>
              <a:ext uri="{FF2B5EF4-FFF2-40B4-BE49-F238E27FC236}">
                <a16:creationId xmlns:a16="http://schemas.microsoft.com/office/drawing/2014/main" id="{B23D6081-6BF0-45A0-95C0-2ED5C9BEC54D}"/>
              </a:ext>
            </a:extLst>
          </p:cNvPr>
          <p:cNvSpPr>
            <a:spLocks noGrp="1"/>
          </p:cNvSpPr>
          <p:nvPr/>
        </p:nvSpPr>
        <p:spPr>
          <a:xfrm>
            <a:off x="904875" y="5114925"/>
            <a:ext cx="4743450" cy="485775"/>
          </a:xfrm>
          <a:prstGeom prst="rect">
            <a:avLst/>
          </a:prstGeom>
          <a:noFill/>
          <a:ln w="0">
            <a:noFill/>
          </a:ln>
        </p:spPr>
        <p:txBody>
          <a:bodyPr wrap="square" lIns="0" tIns="0" rIns="0" bIns="0" anchor="ctr">
            <a:noAutofit/>
          </a:bodyPr>
          <a:lstStyle/>
          <a:p>
            <a:pPr algn="l">
              <a:lnSpc>
                <a:spcPct val="105000"/>
              </a:lnSpc>
              <a:buNone/>
              <a:defRPr sz="1650" b="0">
                <a:solidFill>
                  <a:srgbClr val="D2DBE4"/>
                </a:solidFill>
                <a:latin typeface="Aptos"/>
                <a:ea typeface="Aptos"/>
                <a:cs typeface="Aptos"/>
              </a:defRPr>
            </a:pPr>
            <a:r>
              <a:rPr sz="1650" b="0">
                <a:solidFill>
                  <a:srgbClr val="D2DBE4"/>
                </a:solidFill>
                <a:latin typeface="Aptos"/>
                <a:ea typeface="Aptos"/>
                <a:cs typeface="Aptos"/>
              </a:rPr>
              <a:t>Preguntar si la reducción esperada de pérdida</a:t>
            </a:r>
          </a:p>
          <a:p>
            <a:pPr algn="l">
              <a:lnSpc>
                <a:spcPct val="105000"/>
              </a:lnSpc>
              <a:buNone/>
              <a:defRPr sz="1650" b="0">
                <a:solidFill>
                  <a:srgbClr val="D2DBE4"/>
                </a:solidFill>
                <a:latin typeface="Aptos"/>
                <a:ea typeface="Aptos"/>
                <a:cs typeface="Aptos"/>
              </a:defRPr>
            </a:pPr>
            <a:r>
              <a:rPr sz="1650" b="0">
                <a:solidFill>
                  <a:srgbClr val="D2DBE4"/>
                </a:solidFill>
                <a:latin typeface="Aptos"/>
                <a:ea typeface="Aptos"/>
                <a:cs typeface="Aptos"/>
              </a:rPr>
              <a:t>compensa el costo de interacción.</a:t>
            </a:r>
          </a:p>
        </p:txBody>
      </p:sp>
      <p:sp>
        <p:nvSpPr>
          <p:cNvPr id="16" name="rev-261">
            <a:extLst>
              <a:ext uri="{FF2B5EF4-FFF2-40B4-BE49-F238E27FC236}">
                <a16:creationId xmlns:a16="http://schemas.microsoft.com/office/drawing/2014/main" id="{84A48F41-F487-4C33-861F-F79B891D13FF}"/>
              </a:ext>
            </a:extLst>
          </p:cNvPr>
          <p:cNvSpPr>
            <a:spLocks noGrp="1"/>
          </p:cNvSpPr>
          <p:nvPr/>
        </p:nvSpPr>
        <p:spPr>
          <a:xfrm>
            <a:off x="6200775" y="4181475"/>
            <a:ext cx="5229225" cy="1533525"/>
          </a:xfrm>
          <a:prstGeom prst="roundRect">
            <a:avLst>
              <a:gd name="adj" fmla="val 4969"/>
            </a:avLst>
          </a:prstGeom>
          <a:solidFill>
            <a:srgbClr val="222C37"/>
          </a:solidFill>
          <a:ln w="9525">
            <a:solidFill>
              <a:srgbClr val="7564FF"/>
            </a:solidFill>
          </a:ln>
        </p:spPr>
        <p:txBody>
          <a:bodyPr/>
          <a:lstStyle/>
          <a:p>
            <a:endParaRPr lang="es-PE"/>
          </a:p>
        </p:txBody>
      </p:sp>
      <p:sp>
        <p:nvSpPr>
          <p:cNvPr id="17" name="rev-262">
            <a:extLst>
              <a:ext uri="{FF2B5EF4-FFF2-40B4-BE49-F238E27FC236}">
                <a16:creationId xmlns:a16="http://schemas.microsoft.com/office/drawing/2014/main" id="{4CCA065C-C55A-4CE7-AEE1-17B72A78BA2E}"/>
              </a:ext>
            </a:extLst>
          </p:cNvPr>
          <p:cNvSpPr>
            <a:spLocks noGrp="1"/>
          </p:cNvSpPr>
          <p:nvPr/>
        </p:nvSpPr>
        <p:spPr>
          <a:xfrm>
            <a:off x="6419850" y="4305300"/>
            <a:ext cx="4743450" cy="276225"/>
          </a:xfrm>
          <a:prstGeom prst="rect">
            <a:avLst/>
          </a:prstGeom>
          <a:noFill/>
          <a:ln w="0">
            <a:noFill/>
          </a:ln>
        </p:spPr>
        <p:txBody>
          <a:bodyPr wrap="square" lIns="0" tIns="0" rIns="0" bIns="0" anchor="ctr">
            <a:noAutofit/>
          </a:bodyPr>
          <a:lstStyle/>
          <a:p>
            <a:pPr algn="l">
              <a:lnSpc>
                <a:spcPct val="105000"/>
              </a:lnSpc>
              <a:buNone/>
              <a:defRPr sz="1500" b="1">
                <a:solidFill>
                  <a:srgbClr val="26CFC2"/>
                </a:solidFill>
                <a:latin typeface="Aptos"/>
                <a:ea typeface="Aptos"/>
                <a:cs typeface="Aptos"/>
              </a:defRPr>
            </a:pPr>
            <a:r>
              <a:rPr sz="1500" b="1">
                <a:solidFill>
                  <a:srgbClr val="26CFC2"/>
                </a:solidFill>
                <a:latin typeface="Aptos"/>
                <a:ea typeface="Aptos"/>
                <a:cs typeface="Aptos"/>
              </a:rPr>
              <a:t>04</a:t>
            </a:r>
          </a:p>
        </p:txBody>
      </p:sp>
      <p:sp>
        <p:nvSpPr>
          <p:cNvPr id="18" name="rev-263">
            <a:extLst>
              <a:ext uri="{FF2B5EF4-FFF2-40B4-BE49-F238E27FC236}">
                <a16:creationId xmlns:a16="http://schemas.microsoft.com/office/drawing/2014/main" id="{1208EE1F-DBAC-4B15-8103-FEC5743954C7}"/>
              </a:ext>
            </a:extLst>
          </p:cNvPr>
          <p:cNvSpPr>
            <a:spLocks noGrp="1"/>
          </p:cNvSpPr>
          <p:nvPr/>
        </p:nvSpPr>
        <p:spPr>
          <a:xfrm>
            <a:off x="6419850" y="4648200"/>
            <a:ext cx="4743450" cy="371475"/>
          </a:xfrm>
          <a:prstGeom prst="rect">
            <a:avLst/>
          </a:prstGeom>
          <a:noFill/>
          <a:ln w="0">
            <a:noFill/>
          </a:ln>
        </p:spPr>
        <p:txBody>
          <a:bodyPr wrap="square" lIns="0" tIns="0" rIns="0" bIns="0" anchor="ctr">
            <a:noAutofit/>
          </a:bodyPr>
          <a:lstStyle/>
          <a:p>
            <a:pPr algn="l">
              <a:lnSpc>
                <a:spcPct val="105000"/>
              </a:lnSpc>
              <a:buNone/>
              <a:defRPr sz="2025" b="1">
                <a:solidFill>
                  <a:srgbClr val="FFFFFF"/>
                </a:solidFill>
                <a:latin typeface="Aptos"/>
                <a:ea typeface="Aptos"/>
                <a:cs typeface="Aptos"/>
              </a:defRPr>
            </a:pPr>
            <a:r>
              <a:rPr sz="2025" b="1">
                <a:solidFill>
                  <a:srgbClr val="FFFFFF"/>
                </a:solidFill>
                <a:latin typeface="Aptos"/>
                <a:ea typeface="Aptos"/>
                <a:cs typeface="Aptos"/>
              </a:rPr>
              <a:t>Evaluar el sistema completo</a:t>
            </a:r>
          </a:p>
        </p:txBody>
      </p:sp>
      <p:sp>
        <p:nvSpPr>
          <p:cNvPr id="19" name="rev-264">
            <a:extLst>
              <a:ext uri="{FF2B5EF4-FFF2-40B4-BE49-F238E27FC236}">
                <a16:creationId xmlns:a16="http://schemas.microsoft.com/office/drawing/2014/main" id="{E95765B1-F28A-44EF-ABBD-4B26B7765EBF}"/>
              </a:ext>
            </a:extLst>
          </p:cNvPr>
          <p:cNvSpPr>
            <a:spLocks noGrp="1"/>
          </p:cNvSpPr>
          <p:nvPr/>
        </p:nvSpPr>
        <p:spPr>
          <a:xfrm>
            <a:off x="6419850" y="5114925"/>
            <a:ext cx="4743450" cy="485775"/>
          </a:xfrm>
          <a:prstGeom prst="rect">
            <a:avLst/>
          </a:prstGeom>
          <a:noFill/>
          <a:ln w="0">
            <a:noFill/>
          </a:ln>
        </p:spPr>
        <p:txBody>
          <a:bodyPr wrap="square" lIns="0" tIns="0" rIns="0" bIns="0" anchor="ctr">
            <a:noAutofit/>
          </a:bodyPr>
          <a:lstStyle/>
          <a:p>
            <a:pPr algn="l">
              <a:lnSpc>
                <a:spcPct val="105000"/>
              </a:lnSpc>
              <a:buNone/>
              <a:defRPr sz="1650" b="0">
                <a:solidFill>
                  <a:srgbClr val="D2DBE4"/>
                </a:solidFill>
                <a:latin typeface="Aptos"/>
                <a:ea typeface="Aptos"/>
                <a:cs typeface="Aptos"/>
              </a:defRPr>
            </a:pPr>
            <a:r>
              <a:rPr sz="1650" b="0">
                <a:solidFill>
                  <a:srgbClr val="D2DBE4"/>
                </a:solidFill>
                <a:latin typeface="Aptos"/>
                <a:ea typeface="Aptos"/>
                <a:cs typeface="Aptos"/>
              </a:rPr>
              <a:t>Medir adecuación a la intención, respaldo,</a:t>
            </a:r>
          </a:p>
          <a:p>
            <a:pPr algn="l">
              <a:lnSpc>
                <a:spcPct val="105000"/>
              </a:lnSpc>
              <a:buNone/>
              <a:defRPr sz="1650" b="0">
                <a:solidFill>
                  <a:srgbClr val="D2DBE4"/>
                </a:solidFill>
                <a:latin typeface="Aptos"/>
                <a:ea typeface="Aptos"/>
                <a:cs typeface="Aptos"/>
              </a:defRPr>
            </a:pPr>
            <a:r>
              <a:rPr sz="1650" b="0">
                <a:solidFill>
                  <a:srgbClr val="D2DBE4"/>
                </a:solidFill>
                <a:latin typeface="Aptos"/>
                <a:ea typeface="Aptos"/>
                <a:cs typeface="Aptos"/>
              </a:rPr>
              <a:t>costo y latencia.</a:t>
            </a:r>
          </a:p>
        </p:txBody>
      </p:sp>
    </p:spTree>
    <p:extLst>
      <p:ext uri="{BB962C8B-B14F-4D97-AF65-F5344CB8AC3E}">
        <p14:creationId xmlns:p14="http://schemas.microsoft.com/office/powerpoint/2010/main" val="23801228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AEE1CDEC-F0BE-884A-9FA6-4542A5EDF430}"/>
              </a:ext>
            </a:extLst>
          </p:cNvPr>
          <p:cNvSpPr txBox="1"/>
          <p:nvPr/>
        </p:nvSpPr>
        <p:spPr>
          <a:xfrm>
            <a:off x="355600" y="4165600"/>
            <a:ext cx="5842000" cy="406400"/>
          </a:xfrm>
          <a:prstGeom prst="rect">
            <a:avLst/>
          </a:prstGeom>
          <a:noFill/>
        </p:spPr>
        <p:txBody>
          <a:bodyPr vertOverflow="overflow" vert="horz" wrap="square" rtlCol="0" anchor="t" anchorCtr="0">
            <a:noAutofit/>
          </a:bodyPr>
          <a:lstStyle/>
          <a:p>
            <a:pPr algn="l"/>
            <a:r>
              <a:rPr lang="es-US" sz="3200" b="1" dirty="0">
                <a:solidFill>
                  <a:srgbClr val="FFFFFF"/>
                </a:solidFill>
                <a:latin typeface="Aptos Display"/>
              </a:rPr>
              <a:t>Muchas gracias</a:t>
            </a:r>
          </a:p>
        </p:txBody>
      </p:sp>
      <p:sp>
        <p:nvSpPr>
          <p:cNvPr id="9" name="CuadroTexto 8">
            <a:extLst>
              <a:ext uri="{FF2B5EF4-FFF2-40B4-BE49-F238E27FC236}">
                <a16:creationId xmlns:a16="http://schemas.microsoft.com/office/drawing/2014/main" id="{EC43D12B-FD77-DD4F-A5DB-FAAC6C5475ED}"/>
              </a:ext>
            </a:extLst>
          </p:cNvPr>
          <p:cNvSpPr txBox="1"/>
          <p:nvPr/>
        </p:nvSpPr>
        <p:spPr>
          <a:xfrm>
            <a:off x="9906000" y="6375400"/>
            <a:ext cx="2032000" cy="279400"/>
          </a:xfrm>
          <a:prstGeom prst="rect">
            <a:avLst/>
          </a:prstGeom>
          <a:noFill/>
        </p:spPr>
        <p:txBody>
          <a:bodyPr vertOverflow="overflow" vert="horz" wrap="square" rtlCol="0" anchor="t" anchorCtr="0">
            <a:noAutofit/>
          </a:bodyPr>
          <a:lstStyle/>
          <a:p>
            <a:pPr algn="l"/>
            <a:r>
              <a:rPr lang="es-US" sz="1400" b="1" dirty="0">
                <a:solidFill>
                  <a:srgbClr val="FFFFFF"/>
                </a:solidFill>
                <a:latin typeface="Aptos"/>
              </a:rPr>
              <a:t>28 de mayo de 2026</a:t>
            </a:r>
          </a:p>
        </p:txBody>
      </p:sp>
      <p:sp>
        <p:nvSpPr>
          <p:cNvPr id="2" name="Subtitle 2">
            <a:extLst>
              <a:ext uri="{FF2B5EF4-FFF2-40B4-BE49-F238E27FC236}">
                <a16:creationId xmlns:a16="http://schemas.microsoft.com/office/drawing/2014/main" id="{BB0EAF2A-45C7-0A23-76D6-14B5E14A50CE}"/>
              </a:ext>
            </a:extLst>
          </p:cNvPr>
          <p:cNvSpPr>
            <a:spLocks noGrp="1"/>
          </p:cNvSpPr>
          <p:nvPr>
            <p:ph type="subTitle" idx="1"/>
          </p:nvPr>
        </p:nvSpPr>
        <p:spPr>
          <a:xfrm>
            <a:off x="165959" y="6141866"/>
            <a:ext cx="3488321" cy="357776"/>
          </a:xfrm>
          <a:effectLst>
            <a:outerShdw blurRad="50800" dist="38100" dir="10800000" algn="r" rotWithShape="0">
              <a:prstClr val="black">
                <a:alpha val="40000"/>
              </a:prstClr>
            </a:outerShdw>
          </a:effectLst>
        </p:spPr>
        <p:txBody>
          <a:bodyPr vert="horz" lIns="90875" tIns="45438" rIns="90875" bIns="45438" rtlCol="0" anchor="b">
            <a:normAutofit fontScale="97500"/>
          </a:bodyPr>
          <a:lstStyle/>
          <a:p>
            <a:pPr>
              <a:spcBef>
                <a:spcPct val="0"/>
              </a:spcBef>
            </a:pPr>
            <a:r>
              <a:rPr lang="es-PE" sz="1420" b="1" dirty="0">
                <a:solidFill>
                  <a:schemeClr val="bg1"/>
                </a:solidFill>
                <a:latin typeface="Flexo" pitchFamily="50" charset="0"/>
              </a:rPr>
              <a:t>IA Academy · Programa IA Credicorp</a:t>
            </a:r>
          </a:p>
        </p:txBody>
      </p:sp>
      <p:sp>
        <p:nvSpPr>
          <p:cNvPr id="3" name="CuadroTexto 2">
            <a:extLst>
              <a:ext uri="{FF2B5EF4-FFF2-40B4-BE49-F238E27FC236}">
                <a16:creationId xmlns:a16="http://schemas.microsoft.com/office/drawing/2014/main" id="{FD5B5166-5DEF-7385-357C-73D7CDCD74AB}"/>
              </a:ext>
            </a:extLst>
          </p:cNvPr>
          <p:cNvSpPr txBox="1"/>
          <p:nvPr/>
        </p:nvSpPr>
        <p:spPr>
          <a:xfrm>
            <a:off x="9569116" y="6075431"/>
            <a:ext cx="2525215" cy="664797"/>
          </a:xfrm>
          <a:prstGeom prst="rect">
            <a:avLst/>
          </a:prstGeom>
          <a:solidFill>
            <a:schemeClr val="tx1">
              <a:alpha val="52000"/>
            </a:schemeClr>
          </a:solidFill>
        </p:spPr>
        <p:txBody>
          <a:bodyPr wrap="square" rtlCol="0">
            <a:spAutoFit/>
          </a:bodyPr>
          <a:lstStyle/>
          <a:p>
            <a:pPr algn="ctr"/>
            <a:r>
              <a:rPr lang="es-PE" sz="1860" b="1" dirty="0">
                <a:solidFill>
                  <a:schemeClr val="bg1"/>
                </a:solidFill>
                <a:latin typeface="Flexo" pitchFamily="50" charset="0"/>
              </a:rPr>
              <a:t>28 de agosto de 2026</a:t>
            </a:r>
          </a:p>
        </p:txBody>
      </p:sp>
    </p:spTree>
    <p:extLst>
      <p:ext uri="{BB962C8B-B14F-4D97-AF65-F5344CB8AC3E}">
        <p14:creationId xmlns:p14="http://schemas.microsoft.com/office/powerpoint/2010/main" val="38894819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nnex-1">
            <a:extLst>
              <a:ext uri="{FF2B5EF4-FFF2-40B4-BE49-F238E27FC236}">
                <a16:creationId xmlns:a16="http://schemas.microsoft.com/office/drawing/2014/main" id="{561646C8-BFC5-4E4C-934B-69B9A21075A2}"/>
              </a:ext>
            </a:extLst>
          </p:cNvPr>
          <p:cNvSpPr>
            <a:spLocks noGrp="1"/>
          </p:cNvSpPr>
          <p:nvPr/>
        </p:nvSpPr>
        <p:spPr>
          <a:xfrm>
            <a:off x="609600" y="330518"/>
            <a:ext cx="10810875" cy="485775"/>
          </a:xfrm>
          <a:prstGeom prst="rect">
            <a:avLst/>
          </a:prstGeom>
          <a:noFill/>
          <a:ln w="0">
            <a:noFill/>
          </a:ln>
        </p:spPr>
        <p:txBody>
          <a:bodyPr wrap="square" lIns="0" tIns="0" rIns="0" bIns="0" anchor="ctr">
            <a:noAutofit/>
          </a:bodyPr>
          <a:lstStyle/>
          <a:p>
            <a:pPr algn="l">
              <a:lnSpc>
                <a:spcPct val="100000"/>
              </a:lnSpc>
              <a:buNone/>
              <a:defRPr sz="2250" b="1">
                <a:solidFill>
                  <a:srgbClr val="44546A"/>
                </a:solidFill>
                <a:latin typeface="Aptos"/>
                <a:ea typeface="Aptos"/>
                <a:cs typeface="Aptos"/>
              </a:defRPr>
            </a:pPr>
            <a:r>
              <a:rPr sz="2250" b="1">
                <a:solidFill>
                  <a:srgbClr val="44546A"/>
                </a:solidFill>
                <a:latin typeface="Aptos"/>
                <a:ea typeface="Aptos"/>
                <a:cs typeface="Aptos"/>
              </a:rPr>
              <a:t>ANEXO MATEMÁTICO</a:t>
            </a:r>
          </a:p>
        </p:txBody>
      </p:sp>
      <p:sp>
        <p:nvSpPr>
          <p:cNvPr id="2" name="annex-2">
            <a:extLst>
              <a:ext uri="{FF2B5EF4-FFF2-40B4-BE49-F238E27FC236}">
                <a16:creationId xmlns:a16="http://schemas.microsoft.com/office/drawing/2014/main" id="{A982E1B5-CD56-4904-9C02-CD3EB9D65CDE}"/>
              </a:ext>
            </a:extLst>
          </p:cNvPr>
          <p:cNvSpPr>
            <a:spLocks noGrp="1"/>
          </p:cNvSpPr>
          <p:nvPr/>
        </p:nvSpPr>
        <p:spPr>
          <a:xfrm>
            <a:off x="609600" y="838200"/>
            <a:ext cx="4572000" cy="38100"/>
          </a:xfrm>
          <a:prstGeom prst="rect">
            <a:avLst/>
          </a:prstGeom>
          <a:solidFill>
            <a:srgbClr val="00ADB8"/>
          </a:solidFill>
          <a:ln w="0">
            <a:noFill/>
          </a:ln>
        </p:spPr>
        <p:txBody>
          <a:bodyPr/>
          <a:lstStyle/>
          <a:p>
            <a:endParaRPr lang="es-PE"/>
          </a:p>
        </p:txBody>
      </p:sp>
      <p:sp>
        <p:nvSpPr>
          <p:cNvPr id="3" name="annex-3">
            <a:extLst>
              <a:ext uri="{FF2B5EF4-FFF2-40B4-BE49-F238E27FC236}">
                <a16:creationId xmlns:a16="http://schemas.microsoft.com/office/drawing/2014/main" id="{58976231-EBE5-4CE7-886E-5497876B8C5E}"/>
              </a:ext>
            </a:extLst>
          </p:cNvPr>
          <p:cNvSpPr>
            <a:spLocks noGrp="1"/>
          </p:cNvSpPr>
          <p:nvPr/>
        </p:nvSpPr>
        <p:spPr>
          <a:xfrm>
            <a:off x="685800" y="1114425"/>
            <a:ext cx="5238750" cy="323850"/>
          </a:xfrm>
          <a:prstGeom prst="rect">
            <a:avLst/>
          </a:prstGeom>
          <a:noFill/>
          <a:ln w="0">
            <a:noFill/>
          </a:ln>
        </p:spPr>
        <p:txBody>
          <a:bodyPr wrap="square" lIns="0" tIns="0" rIns="0" bIns="0" anchor="ctr">
            <a:noAutofit/>
          </a:bodyPr>
          <a:lstStyle/>
          <a:p>
            <a:pPr algn="l">
              <a:lnSpc>
                <a:spcPct val="100000"/>
              </a:lnSpc>
              <a:buNone/>
              <a:defRPr sz="1725" b="1">
                <a:solidFill>
                  <a:srgbClr val="00ADB8"/>
                </a:solidFill>
                <a:latin typeface="Aptos"/>
                <a:ea typeface="Aptos"/>
                <a:cs typeface="Aptos"/>
              </a:defRPr>
            </a:pPr>
            <a:r>
              <a:rPr sz="1725" b="1">
                <a:solidFill>
                  <a:srgbClr val="00ADB8"/>
                </a:solidFill>
                <a:latin typeface="Aptos"/>
                <a:ea typeface="Aptos"/>
                <a:cs typeface="Aptos"/>
              </a:rPr>
              <a:t>PROBABILIDAD CONDICIONADA</a:t>
            </a:r>
          </a:p>
        </p:txBody>
      </p:sp>
      <p:sp>
        <p:nvSpPr>
          <p:cNvPr id="4" name="annex-4">
            <a:extLst>
              <a:ext uri="{FF2B5EF4-FFF2-40B4-BE49-F238E27FC236}">
                <a16:creationId xmlns:a16="http://schemas.microsoft.com/office/drawing/2014/main" id="{227D2277-A011-4455-95DE-14B8C59F2A02}"/>
              </a:ext>
            </a:extLst>
          </p:cNvPr>
          <p:cNvSpPr>
            <a:spLocks noGrp="1"/>
          </p:cNvSpPr>
          <p:nvPr/>
        </p:nvSpPr>
        <p:spPr>
          <a:xfrm>
            <a:off x="6238875" y="1114425"/>
            <a:ext cx="5238750" cy="323850"/>
          </a:xfrm>
          <a:prstGeom prst="rect">
            <a:avLst/>
          </a:prstGeom>
          <a:noFill/>
          <a:ln w="0">
            <a:noFill/>
          </a:ln>
        </p:spPr>
        <p:txBody>
          <a:bodyPr wrap="square" lIns="0" tIns="0" rIns="0" bIns="0" anchor="ctr">
            <a:noAutofit/>
          </a:bodyPr>
          <a:lstStyle/>
          <a:p>
            <a:pPr algn="l">
              <a:lnSpc>
                <a:spcPct val="100000"/>
              </a:lnSpc>
              <a:buNone/>
              <a:defRPr sz="1725" b="1">
                <a:solidFill>
                  <a:srgbClr val="7564FF"/>
                </a:solidFill>
                <a:latin typeface="Aptos"/>
                <a:ea typeface="Aptos"/>
                <a:cs typeface="Aptos"/>
              </a:defRPr>
            </a:pPr>
            <a:r>
              <a:rPr sz="1725" b="1">
                <a:solidFill>
                  <a:srgbClr val="7564FF"/>
                </a:solidFill>
                <a:latin typeface="Aptos"/>
                <a:ea typeface="Aptos"/>
                <a:cs typeface="Aptos"/>
              </a:rPr>
              <a:t>ENTROPÍA E INFORMACIÓN</a:t>
            </a:r>
          </a:p>
        </p:txBody>
      </p:sp>
      <p:sp>
        <p:nvSpPr>
          <p:cNvPr id="5" name="annex-5">
            <a:extLst>
              <a:ext uri="{FF2B5EF4-FFF2-40B4-BE49-F238E27FC236}">
                <a16:creationId xmlns:a16="http://schemas.microsoft.com/office/drawing/2014/main" id="{E3F0E633-9C41-4A58-837B-3487E416A557}"/>
              </a:ext>
            </a:extLst>
          </p:cNvPr>
          <p:cNvSpPr>
            <a:spLocks noGrp="1"/>
          </p:cNvSpPr>
          <p:nvPr/>
        </p:nvSpPr>
        <p:spPr>
          <a:xfrm>
            <a:off x="685800" y="1438275"/>
            <a:ext cx="5238750" cy="266700"/>
          </a:xfrm>
          <a:prstGeom prst="rect">
            <a:avLst/>
          </a:prstGeom>
          <a:noFill/>
          <a:ln w="0">
            <a:noFill/>
          </a:ln>
        </p:spPr>
        <p:txBody>
          <a:bodyPr wrap="square" lIns="0" tIns="0" rIns="0" bIns="0" anchor="ctr">
            <a:noAutofit/>
          </a:bodyPr>
          <a:lstStyle/>
          <a:p>
            <a:pPr algn="l">
              <a:lnSpc>
                <a:spcPct val="100000"/>
              </a:lnSpc>
              <a:buNone/>
              <a:defRPr sz="1275" b="0">
                <a:solidFill>
                  <a:srgbClr val="64748B"/>
                </a:solidFill>
                <a:latin typeface="Aptos"/>
                <a:ea typeface="Aptos"/>
                <a:cs typeface="Aptos"/>
              </a:defRPr>
            </a:pPr>
            <a:r>
              <a:rPr sz="1275" b="0">
                <a:solidFill>
                  <a:srgbClr val="64748B"/>
                </a:solidFill>
                <a:latin typeface="Aptos"/>
                <a:ea typeface="Aptos"/>
                <a:cs typeface="Aptos"/>
              </a:rPr>
              <a:t>A, B, C, D y Bᵢ: eventos. A,B significa A ∩ B.</a:t>
            </a:r>
          </a:p>
        </p:txBody>
      </p:sp>
      <p:sp>
        <p:nvSpPr>
          <p:cNvPr id="6" name="annex-6">
            <a:extLst>
              <a:ext uri="{FF2B5EF4-FFF2-40B4-BE49-F238E27FC236}">
                <a16:creationId xmlns:a16="http://schemas.microsoft.com/office/drawing/2014/main" id="{9D7A5FB0-D26E-4428-AF77-239BD0349359}"/>
              </a:ext>
            </a:extLst>
          </p:cNvPr>
          <p:cNvSpPr>
            <a:spLocks noGrp="1"/>
          </p:cNvSpPr>
          <p:nvPr/>
        </p:nvSpPr>
        <p:spPr>
          <a:xfrm>
            <a:off x="6238875" y="1438275"/>
            <a:ext cx="5238750" cy="266700"/>
          </a:xfrm>
          <a:prstGeom prst="rect">
            <a:avLst/>
          </a:prstGeom>
          <a:noFill/>
          <a:ln w="0">
            <a:noFill/>
          </a:ln>
        </p:spPr>
        <p:txBody>
          <a:bodyPr wrap="square" lIns="0" tIns="0" rIns="0" bIns="0" anchor="ctr">
            <a:noAutofit/>
          </a:bodyPr>
          <a:lstStyle/>
          <a:p>
            <a:pPr algn="l">
              <a:lnSpc>
                <a:spcPct val="100000"/>
              </a:lnSpc>
              <a:buNone/>
              <a:defRPr sz="1275" b="0">
                <a:solidFill>
                  <a:srgbClr val="64748B"/>
                </a:solidFill>
                <a:latin typeface="Aptos"/>
                <a:ea typeface="Aptos"/>
                <a:cs typeface="Aptos"/>
              </a:defRPr>
            </a:pPr>
            <a:r>
              <a:rPr sz="1275" b="0">
                <a:solidFill>
                  <a:srgbClr val="64748B"/>
                </a:solidFill>
                <a:latin typeface="Aptos"/>
                <a:ea typeface="Aptos"/>
                <a:cs typeface="Aptos"/>
              </a:rPr>
              <a:t>X, Y, Z: variables discretas. Y puede representar Y*.</a:t>
            </a:r>
          </a:p>
        </p:txBody>
      </p:sp>
      <p:sp>
        <p:nvSpPr>
          <p:cNvPr id="7" name="annex-7">
            <a:extLst>
              <a:ext uri="{FF2B5EF4-FFF2-40B4-BE49-F238E27FC236}">
                <a16:creationId xmlns:a16="http://schemas.microsoft.com/office/drawing/2014/main" id="{1C89FBB0-C756-406E-BD9B-156170DB48BF}"/>
              </a:ext>
            </a:extLst>
          </p:cNvPr>
          <p:cNvSpPr>
            <a:spLocks noGrp="1"/>
          </p:cNvSpPr>
          <p:nvPr/>
        </p:nvSpPr>
        <p:spPr>
          <a:xfrm>
            <a:off x="685800" y="1800225"/>
            <a:ext cx="5238750" cy="238125"/>
          </a:xfrm>
          <a:prstGeom prst="rect">
            <a:avLst/>
          </a:prstGeom>
          <a:noFill/>
          <a:ln w="0">
            <a:noFill/>
          </a:ln>
        </p:spPr>
        <p:txBody>
          <a:bodyPr wrap="square" lIns="0" tIns="0" rIns="0" bIns="0" anchor="ctr">
            <a:noAutofit/>
          </a:bodyPr>
          <a:lstStyle/>
          <a:p>
            <a:pPr algn="l">
              <a:lnSpc>
                <a:spcPct val="100000"/>
              </a:lnSpc>
              <a:buNone/>
              <a:defRPr sz="1425" b="1">
                <a:solidFill>
                  <a:srgbClr val="00ADB8"/>
                </a:solidFill>
                <a:latin typeface="Aptos"/>
                <a:ea typeface="Aptos"/>
                <a:cs typeface="Aptos"/>
              </a:defRPr>
            </a:pPr>
            <a:r>
              <a:rPr sz="1425" b="1">
                <a:solidFill>
                  <a:srgbClr val="00ADB8"/>
                </a:solidFill>
                <a:latin typeface="Aptos"/>
                <a:ea typeface="Aptos"/>
                <a:cs typeface="Aptos"/>
              </a:rPr>
              <a:t>Definición</a:t>
            </a:r>
          </a:p>
        </p:txBody>
      </p:sp>
      <p:pic>
        <p:nvPicPr>
          <p:cNvPr id="39" name="Imagen 38"/>
          <p:cNvPicPr>
            <a:picLocks noChangeAspect="1"/>
          </p:cNvPicPr>
          <p:nvPr/>
        </p:nvPicPr>
        <p:blipFill>
          <a:blip r:embed="rId3"/>
          <a:stretch/>
        </p:blipFill>
        <p:spPr>
          <a:xfrm>
            <a:off x="2356496" y="2152752"/>
            <a:ext cx="1897359" cy="447472"/>
          </a:xfrm>
          <a:prstGeom prst="rect">
            <a:avLst/>
          </a:prstGeom>
        </p:spPr>
      </p:pic>
      <p:sp>
        <p:nvSpPr>
          <p:cNvPr id="9" name="annex-8">
            <a:extLst>
              <a:ext uri="{FF2B5EF4-FFF2-40B4-BE49-F238E27FC236}">
                <a16:creationId xmlns:a16="http://schemas.microsoft.com/office/drawing/2014/main" id="{8A39A074-101C-4410-9A59-37A37DB265BB}"/>
              </a:ext>
            </a:extLst>
          </p:cNvPr>
          <p:cNvSpPr>
            <a:spLocks noGrp="1"/>
          </p:cNvSpPr>
          <p:nvPr/>
        </p:nvSpPr>
        <p:spPr>
          <a:xfrm>
            <a:off x="6238875" y="1800225"/>
            <a:ext cx="5238750" cy="238125"/>
          </a:xfrm>
          <a:prstGeom prst="rect">
            <a:avLst/>
          </a:prstGeom>
          <a:noFill/>
          <a:ln w="0">
            <a:noFill/>
          </a:ln>
        </p:spPr>
        <p:txBody>
          <a:bodyPr wrap="square" lIns="0" tIns="0" rIns="0" bIns="0" anchor="ctr">
            <a:noAutofit/>
          </a:bodyPr>
          <a:lstStyle/>
          <a:p>
            <a:pPr algn="l">
              <a:lnSpc>
                <a:spcPct val="100000"/>
              </a:lnSpc>
              <a:buNone/>
              <a:defRPr sz="1425" b="1">
                <a:solidFill>
                  <a:srgbClr val="7564FF"/>
                </a:solidFill>
                <a:latin typeface="Aptos"/>
                <a:ea typeface="Aptos"/>
                <a:cs typeface="Aptos"/>
              </a:defRPr>
            </a:pPr>
            <a:r>
              <a:rPr sz="1425" b="1">
                <a:solidFill>
                  <a:srgbClr val="7564FF"/>
                </a:solidFill>
                <a:latin typeface="Aptos"/>
                <a:ea typeface="Aptos"/>
                <a:cs typeface="Aptos"/>
              </a:rPr>
              <a:t>Entropía condicional, en bits</a:t>
            </a:r>
          </a:p>
        </p:txBody>
      </p:sp>
      <p:pic>
        <p:nvPicPr>
          <p:cNvPr id="41" name="Imagen 40"/>
          <p:cNvPicPr>
            <a:picLocks noChangeAspect="1"/>
          </p:cNvPicPr>
          <p:nvPr/>
        </p:nvPicPr>
        <p:blipFill>
          <a:blip r:embed="rId4"/>
          <a:stretch/>
        </p:blipFill>
        <p:spPr>
          <a:xfrm>
            <a:off x="6968707" y="2131257"/>
            <a:ext cx="3779086" cy="490460"/>
          </a:xfrm>
          <a:prstGeom prst="rect">
            <a:avLst/>
          </a:prstGeom>
        </p:spPr>
      </p:pic>
      <p:sp>
        <p:nvSpPr>
          <p:cNvPr id="11" name="annex-9">
            <a:extLst>
              <a:ext uri="{FF2B5EF4-FFF2-40B4-BE49-F238E27FC236}">
                <a16:creationId xmlns:a16="http://schemas.microsoft.com/office/drawing/2014/main" id="{5562453A-27BC-461B-85A8-19E4BF2CB689}"/>
              </a:ext>
            </a:extLst>
          </p:cNvPr>
          <p:cNvSpPr>
            <a:spLocks noGrp="1"/>
          </p:cNvSpPr>
          <p:nvPr/>
        </p:nvSpPr>
        <p:spPr>
          <a:xfrm>
            <a:off x="685800" y="2724150"/>
            <a:ext cx="5238750" cy="9525"/>
          </a:xfrm>
          <a:prstGeom prst="rect">
            <a:avLst/>
          </a:prstGeom>
          <a:solidFill>
            <a:srgbClr val="DAE0EB"/>
          </a:solidFill>
          <a:ln w="0">
            <a:noFill/>
          </a:ln>
        </p:spPr>
        <p:txBody>
          <a:bodyPr/>
          <a:lstStyle/>
          <a:p>
            <a:endParaRPr lang="es-PE"/>
          </a:p>
        </p:txBody>
      </p:sp>
      <p:sp>
        <p:nvSpPr>
          <p:cNvPr id="12" name="annex-10">
            <a:extLst>
              <a:ext uri="{FF2B5EF4-FFF2-40B4-BE49-F238E27FC236}">
                <a16:creationId xmlns:a16="http://schemas.microsoft.com/office/drawing/2014/main" id="{269CD58B-DE6D-46BB-8672-821321F0A90B}"/>
              </a:ext>
            </a:extLst>
          </p:cNvPr>
          <p:cNvSpPr>
            <a:spLocks noGrp="1"/>
          </p:cNvSpPr>
          <p:nvPr/>
        </p:nvSpPr>
        <p:spPr>
          <a:xfrm>
            <a:off x="6238875" y="2724150"/>
            <a:ext cx="5238750" cy="9525"/>
          </a:xfrm>
          <a:prstGeom prst="rect">
            <a:avLst/>
          </a:prstGeom>
          <a:solidFill>
            <a:srgbClr val="DAE0EB"/>
          </a:solidFill>
          <a:ln w="0">
            <a:noFill/>
          </a:ln>
        </p:spPr>
        <p:txBody>
          <a:bodyPr/>
          <a:lstStyle/>
          <a:p>
            <a:endParaRPr lang="es-PE"/>
          </a:p>
        </p:txBody>
      </p:sp>
      <p:sp>
        <p:nvSpPr>
          <p:cNvPr id="13" name="annex-11">
            <a:extLst>
              <a:ext uri="{FF2B5EF4-FFF2-40B4-BE49-F238E27FC236}">
                <a16:creationId xmlns:a16="http://schemas.microsoft.com/office/drawing/2014/main" id="{2DDCCC63-10D0-4104-94DB-FBEE735A0995}"/>
              </a:ext>
            </a:extLst>
          </p:cNvPr>
          <p:cNvSpPr>
            <a:spLocks noGrp="1"/>
          </p:cNvSpPr>
          <p:nvPr/>
        </p:nvSpPr>
        <p:spPr>
          <a:xfrm>
            <a:off x="685800" y="2781300"/>
            <a:ext cx="5238750" cy="238125"/>
          </a:xfrm>
          <a:prstGeom prst="rect">
            <a:avLst/>
          </a:prstGeom>
          <a:noFill/>
          <a:ln w="0">
            <a:noFill/>
          </a:ln>
        </p:spPr>
        <p:txBody>
          <a:bodyPr wrap="square" lIns="0" tIns="0" rIns="0" bIns="0" anchor="ctr">
            <a:noAutofit/>
          </a:bodyPr>
          <a:lstStyle/>
          <a:p>
            <a:pPr algn="l">
              <a:lnSpc>
                <a:spcPct val="100000"/>
              </a:lnSpc>
              <a:buNone/>
              <a:defRPr sz="1425" b="1">
                <a:solidFill>
                  <a:srgbClr val="00ADB8"/>
                </a:solidFill>
                <a:latin typeface="Aptos"/>
                <a:ea typeface="Aptos"/>
                <a:cs typeface="Aptos"/>
              </a:defRPr>
            </a:pPr>
            <a:r>
              <a:rPr sz="1425" b="1">
                <a:solidFill>
                  <a:srgbClr val="00ADB8"/>
                </a:solidFill>
                <a:latin typeface="Aptos"/>
                <a:ea typeface="Aptos"/>
                <a:cs typeface="Aptos"/>
              </a:rPr>
              <a:t>Regla de la cadena</a:t>
            </a:r>
          </a:p>
        </p:txBody>
      </p:sp>
      <p:pic>
        <p:nvPicPr>
          <p:cNvPr id="45" name="Imagen 44"/>
          <p:cNvPicPr>
            <a:picLocks noChangeAspect="1"/>
          </p:cNvPicPr>
          <p:nvPr/>
        </p:nvPicPr>
        <p:blipFill>
          <a:blip r:embed="rId5"/>
          <a:stretch/>
        </p:blipFill>
        <p:spPr>
          <a:xfrm>
            <a:off x="981838" y="3227620"/>
            <a:ext cx="4646673" cy="259885"/>
          </a:xfrm>
          <a:prstGeom prst="rect">
            <a:avLst/>
          </a:prstGeom>
        </p:spPr>
      </p:pic>
      <p:sp>
        <p:nvSpPr>
          <p:cNvPr id="15" name="annex-12">
            <a:extLst>
              <a:ext uri="{FF2B5EF4-FFF2-40B4-BE49-F238E27FC236}">
                <a16:creationId xmlns:a16="http://schemas.microsoft.com/office/drawing/2014/main" id="{D65B59B0-B860-43C2-A673-A6F0494155AA}"/>
              </a:ext>
            </a:extLst>
          </p:cNvPr>
          <p:cNvSpPr>
            <a:spLocks noGrp="1"/>
          </p:cNvSpPr>
          <p:nvPr/>
        </p:nvSpPr>
        <p:spPr>
          <a:xfrm>
            <a:off x="6238875" y="2781300"/>
            <a:ext cx="5238750" cy="238125"/>
          </a:xfrm>
          <a:prstGeom prst="rect">
            <a:avLst/>
          </a:prstGeom>
          <a:noFill/>
          <a:ln w="0">
            <a:noFill/>
          </a:ln>
        </p:spPr>
        <p:txBody>
          <a:bodyPr wrap="square" lIns="0" tIns="0" rIns="0" bIns="0" anchor="ctr">
            <a:noAutofit/>
          </a:bodyPr>
          <a:lstStyle/>
          <a:p>
            <a:pPr algn="l">
              <a:lnSpc>
                <a:spcPct val="100000"/>
              </a:lnSpc>
              <a:buNone/>
              <a:defRPr sz="1425" b="1">
                <a:solidFill>
                  <a:srgbClr val="7564FF"/>
                </a:solidFill>
                <a:latin typeface="Aptos"/>
                <a:ea typeface="Aptos"/>
                <a:cs typeface="Aptos"/>
              </a:defRPr>
            </a:pPr>
            <a:r>
              <a:rPr sz="1425" b="1">
                <a:solidFill>
                  <a:srgbClr val="7564FF"/>
                </a:solidFill>
                <a:latin typeface="Aptos"/>
                <a:ea typeface="Aptos"/>
                <a:cs typeface="Aptos"/>
              </a:rPr>
              <a:t>Regla de la cadena de entropía</a:t>
            </a:r>
          </a:p>
        </p:txBody>
      </p:sp>
      <p:pic>
        <p:nvPicPr>
          <p:cNvPr id="47" name="Imagen 46"/>
          <p:cNvPicPr>
            <a:picLocks noChangeAspect="1"/>
          </p:cNvPicPr>
          <p:nvPr/>
        </p:nvPicPr>
        <p:blipFill>
          <a:blip r:embed="rId6"/>
          <a:stretch/>
        </p:blipFill>
        <p:spPr>
          <a:xfrm>
            <a:off x="6916925" y="3227620"/>
            <a:ext cx="3882649" cy="259885"/>
          </a:xfrm>
          <a:prstGeom prst="rect">
            <a:avLst/>
          </a:prstGeom>
        </p:spPr>
      </p:pic>
      <p:sp>
        <p:nvSpPr>
          <p:cNvPr id="17" name="annex-13">
            <a:extLst>
              <a:ext uri="{FF2B5EF4-FFF2-40B4-BE49-F238E27FC236}">
                <a16:creationId xmlns:a16="http://schemas.microsoft.com/office/drawing/2014/main" id="{01DCB04E-2CA7-4DC3-9C1E-F4564337330B}"/>
              </a:ext>
            </a:extLst>
          </p:cNvPr>
          <p:cNvSpPr>
            <a:spLocks noGrp="1"/>
          </p:cNvSpPr>
          <p:nvPr/>
        </p:nvSpPr>
        <p:spPr>
          <a:xfrm>
            <a:off x="685800" y="3705225"/>
            <a:ext cx="5238750" cy="9525"/>
          </a:xfrm>
          <a:prstGeom prst="rect">
            <a:avLst/>
          </a:prstGeom>
          <a:solidFill>
            <a:srgbClr val="DAE0EB"/>
          </a:solidFill>
          <a:ln w="0">
            <a:noFill/>
          </a:ln>
        </p:spPr>
        <p:txBody>
          <a:bodyPr/>
          <a:lstStyle/>
          <a:p>
            <a:endParaRPr lang="es-PE"/>
          </a:p>
        </p:txBody>
      </p:sp>
      <p:sp>
        <p:nvSpPr>
          <p:cNvPr id="18" name="annex-14">
            <a:extLst>
              <a:ext uri="{FF2B5EF4-FFF2-40B4-BE49-F238E27FC236}">
                <a16:creationId xmlns:a16="http://schemas.microsoft.com/office/drawing/2014/main" id="{9362ECCD-A25D-4348-BB04-8994CF94C72A}"/>
              </a:ext>
            </a:extLst>
          </p:cNvPr>
          <p:cNvSpPr>
            <a:spLocks noGrp="1"/>
          </p:cNvSpPr>
          <p:nvPr/>
        </p:nvSpPr>
        <p:spPr>
          <a:xfrm>
            <a:off x="6238875" y="3705225"/>
            <a:ext cx="5238750" cy="9525"/>
          </a:xfrm>
          <a:prstGeom prst="rect">
            <a:avLst/>
          </a:prstGeom>
          <a:solidFill>
            <a:srgbClr val="DAE0EB"/>
          </a:solidFill>
          <a:ln w="0">
            <a:noFill/>
          </a:ln>
        </p:spPr>
        <p:txBody>
          <a:bodyPr/>
          <a:lstStyle/>
          <a:p>
            <a:endParaRPr lang="es-PE"/>
          </a:p>
        </p:txBody>
      </p:sp>
      <p:sp>
        <p:nvSpPr>
          <p:cNvPr id="19" name="annex-15">
            <a:extLst>
              <a:ext uri="{FF2B5EF4-FFF2-40B4-BE49-F238E27FC236}">
                <a16:creationId xmlns:a16="http://schemas.microsoft.com/office/drawing/2014/main" id="{F8C8FC0D-A963-48DE-B786-E4026D92F057}"/>
              </a:ext>
            </a:extLst>
          </p:cNvPr>
          <p:cNvSpPr>
            <a:spLocks noGrp="1"/>
          </p:cNvSpPr>
          <p:nvPr/>
        </p:nvSpPr>
        <p:spPr>
          <a:xfrm>
            <a:off x="685800" y="3762375"/>
            <a:ext cx="5238750" cy="238125"/>
          </a:xfrm>
          <a:prstGeom prst="rect">
            <a:avLst/>
          </a:prstGeom>
          <a:noFill/>
          <a:ln w="0">
            <a:noFill/>
          </a:ln>
        </p:spPr>
        <p:txBody>
          <a:bodyPr wrap="square" lIns="0" tIns="0" rIns="0" bIns="0" anchor="ctr">
            <a:noAutofit/>
          </a:bodyPr>
          <a:lstStyle/>
          <a:p>
            <a:pPr algn="l">
              <a:lnSpc>
                <a:spcPct val="100000"/>
              </a:lnSpc>
              <a:buNone/>
              <a:defRPr sz="1425" b="1">
                <a:solidFill>
                  <a:srgbClr val="00ADB8"/>
                </a:solidFill>
                <a:latin typeface="Aptos"/>
                <a:ea typeface="Aptos"/>
                <a:cs typeface="Aptos"/>
              </a:defRPr>
            </a:pPr>
            <a:r>
              <a:rPr sz="1425" b="1">
                <a:solidFill>
                  <a:srgbClr val="00ADB8"/>
                </a:solidFill>
                <a:latin typeface="Aptos"/>
                <a:ea typeface="Aptos"/>
                <a:cs typeface="Aptos"/>
              </a:rPr>
              <a:t>Regla de Bayes</a:t>
            </a:r>
          </a:p>
        </p:txBody>
      </p:sp>
      <p:pic>
        <p:nvPicPr>
          <p:cNvPr id="51" name="Imagen 50"/>
          <p:cNvPicPr>
            <a:picLocks noChangeAspect="1"/>
          </p:cNvPicPr>
          <p:nvPr/>
        </p:nvPicPr>
        <p:blipFill>
          <a:blip r:embed="rId7"/>
          <a:stretch/>
        </p:blipFill>
        <p:spPr>
          <a:xfrm>
            <a:off x="1793736" y="4110994"/>
            <a:ext cx="3022878" cy="455288"/>
          </a:xfrm>
          <a:prstGeom prst="rect">
            <a:avLst/>
          </a:prstGeom>
        </p:spPr>
      </p:pic>
      <p:sp>
        <p:nvSpPr>
          <p:cNvPr id="21" name="annex-16">
            <a:extLst>
              <a:ext uri="{FF2B5EF4-FFF2-40B4-BE49-F238E27FC236}">
                <a16:creationId xmlns:a16="http://schemas.microsoft.com/office/drawing/2014/main" id="{9A64383A-8E8B-44F3-AD1A-568FAA2E3DA3}"/>
              </a:ext>
            </a:extLst>
          </p:cNvPr>
          <p:cNvSpPr>
            <a:spLocks noGrp="1"/>
          </p:cNvSpPr>
          <p:nvPr/>
        </p:nvSpPr>
        <p:spPr>
          <a:xfrm>
            <a:off x="6238875" y="3762375"/>
            <a:ext cx="5238750" cy="238125"/>
          </a:xfrm>
          <a:prstGeom prst="rect">
            <a:avLst/>
          </a:prstGeom>
          <a:noFill/>
          <a:ln w="0">
            <a:noFill/>
          </a:ln>
        </p:spPr>
        <p:txBody>
          <a:bodyPr wrap="square" lIns="0" tIns="0" rIns="0" bIns="0" anchor="ctr">
            <a:noAutofit/>
          </a:bodyPr>
          <a:lstStyle/>
          <a:p>
            <a:pPr algn="l">
              <a:lnSpc>
                <a:spcPct val="100000"/>
              </a:lnSpc>
              <a:buNone/>
              <a:defRPr sz="1425" b="1">
                <a:solidFill>
                  <a:srgbClr val="7564FF"/>
                </a:solidFill>
                <a:latin typeface="Aptos"/>
                <a:ea typeface="Aptos"/>
                <a:cs typeface="Aptos"/>
              </a:defRPr>
            </a:pPr>
            <a:r>
              <a:rPr sz="1425" b="1">
                <a:solidFill>
                  <a:srgbClr val="7564FF"/>
                </a:solidFill>
                <a:latin typeface="Aptos"/>
                <a:ea typeface="Aptos"/>
                <a:cs typeface="Aptos"/>
              </a:rPr>
              <a:t>Condicionar reduce entropía en promedio</a:t>
            </a:r>
          </a:p>
        </p:txBody>
      </p:sp>
      <p:pic>
        <p:nvPicPr>
          <p:cNvPr id="53" name="Imagen 52"/>
          <p:cNvPicPr>
            <a:picLocks noChangeAspect="1"/>
          </p:cNvPicPr>
          <p:nvPr/>
        </p:nvPicPr>
        <p:blipFill>
          <a:blip r:embed="rId8"/>
          <a:stretch/>
        </p:blipFill>
        <p:spPr>
          <a:xfrm>
            <a:off x="7660432" y="4208695"/>
            <a:ext cx="2395636" cy="259885"/>
          </a:xfrm>
          <a:prstGeom prst="rect">
            <a:avLst/>
          </a:prstGeom>
        </p:spPr>
      </p:pic>
      <p:sp>
        <p:nvSpPr>
          <p:cNvPr id="23" name="annex-17">
            <a:extLst>
              <a:ext uri="{FF2B5EF4-FFF2-40B4-BE49-F238E27FC236}">
                <a16:creationId xmlns:a16="http://schemas.microsoft.com/office/drawing/2014/main" id="{E613F0B1-F8E6-4763-B317-B7B05B9D6414}"/>
              </a:ext>
            </a:extLst>
          </p:cNvPr>
          <p:cNvSpPr>
            <a:spLocks noGrp="1"/>
          </p:cNvSpPr>
          <p:nvPr/>
        </p:nvSpPr>
        <p:spPr>
          <a:xfrm>
            <a:off x="685800" y="4686300"/>
            <a:ext cx="5238750" cy="9525"/>
          </a:xfrm>
          <a:prstGeom prst="rect">
            <a:avLst/>
          </a:prstGeom>
          <a:solidFill>
            <a:srgbClr val="DAE0EB"/>
          </a:solidFill>
          <a:ln w="0">
            <a:noFill/>
          </a:ln>
        </p:spPr>
        <p:txBody>
          <a:bodyPr/>
          <a:lstStyle/>
          <a:p>
            <a:endParaRPr lang="es-PE"/>
          </a:p>
        </p:txBody>
      </p:sp>
      <p:sp>
        <p:nvSpPr>
          <p:cNvPr id="24" name="annex-18">
            <a:extLst>
              <a:ext uri="{FF2B5EF4-FFF2-40B4-BE49-F238E27FC236}">
                <a16:creationId xmlns:a16="http://schemas.microsoft.com/office/drawing/2014/main" id="{DF20AB11-FF7C-4620-A495-C7A762EB4268}"/>
              </a:ext>
            </a:extLst>
          </p:cNvPr>
          <p:cNvSpPr>
            <a:spLocks noGrp="1"/>
          </p:cNvSpPr>
          <p:nvPr/>
        </p:nvSpPr>
        <p:spPr>
          <a:xfrm>
            <a:off x="6238875" y="4686300"/>
            <a:ext cx="5238750" cy="9525"/>
          </a:xfrm>
          <a:prstGeom prst="rect">
            <a:avLst/>
          </a:prstGeom>
          <a:solidFill>
            <a:srgbClr val="DAE0EB"/>
          </a:solidFill>
          <a:ln w="0">
            <a:noFill/>
          </a:ln>
        </p:spPr>
        <p:txBody>
          <a:bodyPr/>
          <a:lstStyle/>
          <a:p>
            <a:endParaRPr lang="es-PE"/>
          </a:p>
        </p:txBody>
      </p:sp>
      <p:sp>
        <p:nvSpPr>
          <p:cNvPr id="25" name="annex-19">
            <a:extLst>
              <a:ext uri="{FF2B5EF4-FFF2-40B4-BE49-F238E27FC236}">
                <a16:creationId xmlns:a16="http://schemas.microsoft.com/office/drawing/2014/main" id="{99E3571D-99E3-4E59-B697-B83EBA8CFC43}"/>
              </a:ext>
            </a:extLst>
          </p:cNvPr>
          <p:cNvSpPr>
            <a:spLocks noGrp="1"/>
          </p:cNvSpPr>
          <p:nvPr/>
        </p:nvSpPr>
        <p:spPr>
          <a:xfrm>
            <a:off x="685800" y="4743450"/>
            <a:ext cx="5238750" cy="238125"/>
          </a:xfrm>
          <a:prstGeom prst="rect">
            <a:avLst/>
          </a:prstGeom>
          <a:noFill/>
          <a:ln w="0">
            <a:noFill/>
          </a:ln>
        </p:spPr>
        <p:txBody>
          <a:bodyPr wrap="square" lIns="0" tIns="0" rIns="0" bIns="0" anchor="ctr">
            <a:noAutofit/>
          </a:bodyPr>
          <a:lstStyle/>
          <a:p>
            <a:pPr algn="l">
              <a:lnSpc>
                <a:spcPct val="100000"/>
              </a:lnSpc>
              <a:buNone/>
              <a:defRPr sz="1425" b="1">
                <a:solidFill>
                  <a:srgbClr val="00ADB8"/>
                </a:solidFill>
                <a:latin typeface="Aptos"/>
                <a:ea typeface="Aptos"/>
                <a:cs typeface="Aptos"/>
              </a:defRPr>
            </a:pPr>
            <a:r>
              <a:rPr sz="1425" b="1">
                <a:solidFill>
                  <a:srgbClr val="00ADB8"/>
                </a:solidFill>
                <a:latin typeface="Aptos"/>
                <a:ea typeface="Aptos"/>
                <a:cs typeface="Aptos"/>
              </a:rPr>
              <a:t>Ley de probabilidad total</a:t>
            </a:r>
          </a:p>
        </p:txBody>
      </p:sp>
      <p:pic>
        <p:nvPicPr>
          <p:cNvPr id="57" name="Imagen 56"/>
          <p:cNvPicPr>
            <a:picLocks noChangeAspect="1"/>
          </p:cNvPicPr>
          <p:nvPr/>
        </p:nvPicPr>
        <p:blipFill>
          <a:blip r:embed="rId9"/>
          <a:stretch/>
        </p:blipFill>
        <p:spPr>
          <a:xfrm>
            <a:off x="1436149" y="5073505"/>
            <a:ext cx="3738051" cy="492414"/>
          </a:xfrm>
          <a:prstGeom prst="rect">
            <a:avLst/>
          </a:prstGeom>
        </p:spPr>
      </p:pic>
      <p:sp>
        <p:nvSpPr>
          <p:cNvPr id="27" name="annex-20">
            <a:extLst>
              <a:ext uri="{FF2B5EF4-FFF2-40B4-BE49-F238E27FC236}">
                <a16:creationId xmlns:a16="http://schemas.microsoft.com/office/drawing/2014/main" id="{B87E02BC-5688-4F41-A6D3-920899294237}"/>
              </a:ext>
            </a:extLst>
          </p:cNvPr>
          <p:cNvSpPr>
            <a:spLocks noGrp="1"/>
          </p:cNvSpPr>
          <p:nvPr/>
        </p:nvSpPr>
        <p:spPr>
          <a:xfrm>
            <a:off x="6238875" y="4743450"/>
            <a:ext cx="5238750" cy="238125"/>
          </a:xfrm>
          <a:prstGeom prst="rect">
            <a:avLst/>
          </a:prstGeom>
          <a:noFill/>
          <a:ln w="0">
            <a:noFill/>
          </a:ln>
        </p:spPr>
        <p:txBody>
          <a:bodyPr wrap="square" lIns="0" tIns="0" rIns="0" bIns="0" anchor="ctr">
            <a:noAutofit/>
          </a:bodyPr>
          <a:lstStyle/>
          <a:p>
            <a:pPr algn="l">
              <a:lnSpc>
                <a:spcPct val="100000"/>
              </a:lnSpc>
              <a:buNone/>
              <a:defRPr sz="1425" b="1">
                <a:solidFill>
                  <a:srgbClr val="7564FF"/>
                </a:solidFill>
                <a:latin typeface="Aptos"/>
                <a:ea typeface="Aptos"/>
                <a:cs typeface="Aptos"/>
              </a:defRPr>
            </a:pPr>
            <a:r>
              <a:rPr sz="1425" b="1">
                <a:solidFill>
                  <a:srgbClr val="7564FF"/>
                </a:solidFill>
                <a:latin typeface="Aptos"/>
                <a:ea typeface="Aptos"/>
                <a:cs typeface="Aptos"/>
              </a:rPr>
              <a:t>Información mutua condicional</a:t>
            </a:r>
          </a:p>
        </p:txBody>
      </p:sp>
      <p:pic>
        <p:nvPicPr>
          <p:cNvPr id="59" name="Imagen 58"/>
          <p:cNvPicPr>
            <a:picLocks noChangeAspect="1"/>
          </p:cNvPicPr>
          <p:nvPr/>
        </p:nvPicPr>
        <p:blipFill>
          <a:blip r:embed="rId10"/>
          <a:stretch/>
        </p:blipFill>
        <p:spPr>
          <a:xfrm>
            <a:off x="6749856" y="5189770"/>
            <a:ext cx="4216788" cy="259885"/>
          </a:xfrm>
          <a:prstGeom prst="rect">
            <a:avLst/>
          </a:prstGeom>
        </p:spPr>
      </p:pic>
      <p:sp>
        <p:nvSpPr>
          <p:cNvPr id="29" name="annex-21">
            <a:extLst>
              <a:ext uri="{FF2B5EF4-FFF2-40B4-BE49-F238E27FC236}">
                <a16:creationId xmlns:a16="http://schemas.microsoft.com/office/drawing/2014/main" id="{7E10704B-F5C8-487E-AE1C-FB0B5D8AE07C}"/>
              </a:ext>
            </a:extLst>
          </p:cNvPr>
          <p:cNvSpPr>
            <a:spLocks noGrp="1"/>
          </p:cNvSpPr>
          <p:nvPr/>
        </p:nvSpPr>
        <p:spPr>
          <a:xfrm>
            <a:off x="685800" y="5838825"/>
            <a:ext cx="5238750" cy="495300"/>
          </a:xfrm>
          <a:prstGeom prst="rect">
            <a:avLst/>
          </a:prstGeom>
          <a:noFill/>
          <a:ln w="0">
            <a:noFill/>
          </a:ln>
        </p:spPr>
        <p:txBody>
          <a:bodyPr wrap="square" lIns="0" tIns="0" rIns="0" bIns="0" anchor="ctr">
            <a:noAutofit/>
          </a:bodyPr>
          <a:lstStyle/>
          <a:p>
            <a:pPr algn="l">
              <a:lnSpc>
                <a:spcPct val="100000"/>
              </a:lnSpc>
              <a:buNone/>
              <a:defRPr sz="1275" b="0">
                <a:solidFill>
                  <a:srgbClr val="64748B"/>
                </a:solidFill>
                <a:latin typeface="Aptos"/>
                <a:ea typeface="Aptos"/>
                <a:cs typeface="Aptos"/>
              </a:defRPr>
            </a:pPr>
            <a:r>
              <a:rPr sz="1275" b="0">
                <a:solidFill>
                  <a:srgbClr val="64748B"/>
                </a:solidFill>
                <a:latin typeface="Aptos"/>
                <a:ea typeface="Aptos"/>
                <a:cs typeface="Aptos"/>
              </a:rPr>
              <a:t>Condicionantes con probabilidad positiva. Bᵢ forman una partición.</a:t>
            </a:r>
          </a:p>
          <a:p>
            <a:pPr algn="l">
              <a:lnSpc>
                <a:spcPct val="100000"/>
              </a:lnSpc>
              <a:buNone/>
              <a:defRPr sz="1275" b="0">
                <a:solidFill>
                  <a:srgbClr val="64748B"/>
                </a:solidFill>
                <a:latin typeface="Aptos"/>
                <a:ea typeface="Aptos"/>
                <a:cs typeface="Aptos"/>
              </a:defRPr>
            </a:pPr>
            <a:r>
              <a:rPr sz="1275" b="0">
                <a:solidFill>
                  <a:srgbClr val="64748B"/>
                </a:solidFill>
                <a:latin typeface="Aptos"/>
                <a:ea typeface="Aptos"/>
                <a:cs typeface="Aptos"/>
              </a:rPr>
              <a:t>Omitir A de P(B | A,C,D) exige independencia condicional.</a:t>
            </a:r>
          </a:p>
        </p:txBody>
      </p:sp>
      <p:sp>
        <p:nvSpPr>
          <p:cNvPr id="30" name="annex-22">
            <a:extLst>
              <a:ext uri="{FF2B5EF4-FFF2-40B4-BE49-F238E27FC236}">
                <a16:creationId xmlns:a16="http://schemas.microsoft.com/office/drawing/2014/main" id="{694F1577-1E0D-4F37-81C2-607C29DC5FD2}"/>
              </a:ext>
            </a:extLst>
          </p:cNvPr>
          <p:cNvSpPr>
            <a:spLocks noGrp="1"/>
          </p:cNvSpPr>
          <p:nvPr/>
        </p:nvSpPr>
        <p:spPr>
          <a:xfrm>
            <a:off x="6238875" y="5838825"/>
            <a:ext cx="5238750" cy="495300"/>
          </a:xfrm>
          <a:prstGeom prst="rect">
            <a:avLst/>
          </a:prstGeom>
          <a:noFill/>
          <a:ln w="0">
            <a:noFill/>
          </a:ln>
        </p:spPr>
        <p:txBody>
          <a:bodyPr wrap="square" lIns="0" tIns="0" rIns="0" bIns="0" anchor="ctr">
            <a:noAutofit/>
          </a:bodyPr>
          <a:lstStyle/>
          <a:p>
            <a:pPr algn="l">
              <a:lnSpc>
                <a:spcPct val="100000"/>
              </a:lnSpc>
              <a:buNone/>
              <a:defRPr sz="1275" b="0">
                <a:solidFill>
                  <a:srgbClr val="64748B"/>
                </a:solidFill>
                <a:latin typeface="Aptos"/>
                <a:ea typeface="Aptos"/>
                <a:cs typeface="Aptos"/>
              </a:defRPr>
            </a:pPr>
            <a:r>
              <a:rPr sz="1275" b="0">
                <a:solidFill>
                  <a:srgbClr val="64748B"/>
                </a:solidFill>
                <a:latin typeface="Aptos"/>
                <a:ea typeface="Aptos"/>
                <a:cs typeface="Aptos"/>
              </a:rPr>
              <a:t>Una misma distribución conjunta y entropías finitas.</a:t>
            </a:r>
          </a:p>
          <a:p>
            <a:pPr algn="l">
              <a:lnSpc>
                <a:spcPct val="100000"/>
              </a:lnSpc>
              <a:buNone/>
              <a:defRPr sz="1275" b="0">
                <a:solidFill>
                  <a:srgbClr val="64748B"/>
                </a:solidFill>
                <a:latin typeface="Aptos"/>
                <a:ea typeface="Aptos"/>
                <a:cs typeface="Aptos"/>
              </a:defRPr>
            </a:pPr>
            <a:r>
              <a:rPr sz="1275" b="0">
                <a:solidFill>
                  <a:srgbClr val="64748B"/>
                </a:solidFill>
                <a:latin typeface="Aptos"/>
                <a:ea typeface="Aptos"/>
                <a:cs typeface="Aptos"/>
              </a:rPr>
              <a:t>Una observación concreta puede aumentar la incertidumbre.</a:t>
            </a:r>
          </a:p>
        </p:txBody>
      </p:sp>
      <p:sp>
        <p:nvSpPr>
          <p:cNvPr id="31" name="annex-23">
            <a:extLst>
              <a:ext uri="{FF2B5EF4-FFF2-40B4-BE49-F238E27FC236}">
                <a16:creationId xmlns:a16="http://schemas.microsoft.com/office/drawing/2014/main" id="{8F129F61-FB86-4FF4-8C19-6F545C247361}"/>
              </a:ext>
            </a:extLst>
          </p:cNvPr>
          <p:cNvSpPr>
            <a:spLocks noGrp="1"/>
          </p:cNvSpPr>
          <p:nvPr/>
        </p:nvSpPr>
        <p:spPr>
          <a:xfrm>
            <a:off x="457200" y="6505575"/>
            <a:ext cx="9429750" cy="228600"/>
          </a:xfrm>
          <a:prstGeom prst="rect">
            <a:avLst/>
          </a:prstGeom>
          <a:noFill/>
          <a:ln w="0">
            <a:noFill/>
          </a:ln>
        </p:spPr>
        <p:txBody>
          <a:bodyPr wrap="square" lIns="0" tIns="0" rIns="0" bIns="0" anchor="ctr">
            <a:noAutofit/>
          </a:bodyPr>
          <a:lstStyle/>
          <a:p>
            <a:pPr algn="l">
              <a:lnSpc>
                <a:spcPct val="100000"/>
              </a:lnSpc>
              <a:buNone/>
              <a:defRPr sz="825" b="0">
                <a:solidFill>
                  <a:srgbClr val="64748B"/>
                </a:solidFill>
                <a:latin typeface="Aptos"/>
                <a:ea typeface="Aptos"/>
                <a:cs typeface="Aptos"/>
              </a:defRPr>
            </a:pPr>
            <a:r>
              <a:rPr sz="825" b="0">
                <a:solidFill>
                  <a:srgbClr val="64748B"/>
                </a:solidFill>
                <a:latin typeface="Aptos"/>
                <a:ea typeface="Aptos"/>
                <a:cs typeface="Aptos"/>
              </a:rPr>
              <a:t>Fuentes: ProbabilityCourse, §1.4; Stanford EE274. Enlaces y alcance en las notas.</a:t>
            </a:r>
          </a:p>
        </p:txBody>
      </p:sp>
    </p:spTree>
    <p:extLst>
      <p:ext uri="{BB962C8B-B14F-4D97-AF65-F5344CB8AC3E}">
        <p14:creationId xmlns:p14="http://schemas.microsoft.com/office/powerpoint/2010/main" val="186690878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ZkG5iHMTSC2mGhtG.mpRUA"/>
</p:tagLst>
</file>

<file path=ppt/tags/tag3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4.xml><?xml version="1.0" encoding="utf-8"?>
<p:tagLst xmlns:a="http://schemas.openxmlformats.org/drawingml/2006/main" xmlns:r="http://schemas.openxmlformats.org/officeDocument/2006/relationships" xmlns:p="http://schemas.openxmlformats.org/presentationml/2006/main">
  <p:tag name="SHAPENAME" val="5. Source"/>
</p:tagLst>
</file>

<file path=ppt/tags/tag3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6.xml><?xml version="1.0" encoding="utf-8"?>
<p:tagLst xmlns:a="http://schemas.openxmlformats.org/drawingml/2006/main" xmlns:r="http://schemas.openxmlformats.org/officeDocument/2006/relationships" xmlns:p="http://schemas.openxmlformats.org/presentationml/2006/main">
  <p:tag name="SHAPENAME" val="3. Subtitle"/>
</p:tagLst>
</file>

<file path=ppt/tags/tag3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5tNN_OdVRnC_8Tatiiw6bA"/>
</p:tagLst>
</file>

<file path=ppt/tags/tag4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3.xml><?xml version="1.0" encoding="utf-8"?>
<p:tagLst xmlns:a="http://schemas.openxmlformats.org/drawingml/2006/main" xmlns:r="http://schemas.openxmlformats.org/officeDocument/2006/relationships" xmlns:p="http://schemas.openxmlformats.org/presentationml/2006/main">
  <p:tag name="SHAPENAME" val="5. Source"/>
</p:tagLst>
</file>

<file path=ppt/tags/tag4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5.xml><?xml version="1.0" encoding="utf-8"?>
<p:tagLst xmlns:a="http://schemas.openxmlformats.org/drawingml/2006/main" xmlns:r="http://schemas.openxmlformats.org/officeDocument/2006/relationships" xmlns:p="http://schemas.openxmlformats.org/presentationml/2006/main">
  <p:tag name="SHAPENAME" val="3. Subtitl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ZkG5iHMTSC2mGhtG.mpRUA"/>
</p:tagLst>
</file>

<file path=ppt/tags/tag7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8.xml><?xml version="1.0" encoding="utf-8"?>
<p:tagLst xmlns:a="http://schemas.openxmlformats.org/drawingml/2006/main" xmlns:r="http://schemas.openxmlformats.org/officeDocument/2006/relationships" xmlns:p="http://schemas.openxmlformats.org/presentationml/2006/main">
  <p:tag name="SHAPENAME" val="5. Source"/>
</p:tagLst>
</file>

<file path=ppt/tags/tag7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0.xml><?xml version="1.0" encoding="utf-8"?>
<p:tagLst xmlns:a="http://schemas.openxmlformats.org/drawingml/2006/main" xmlns:r="http://schemas.openxmlformats.org/officeDocument/2006/relationships" xmlns:p="http://schemas.openxmlformats.org/presentationml/2006/main">
  <p:tag name="SHAPENAME" val="3. Subtitle"/>
</p:tagLst>
</file>

<file path=ppt/tags/tag8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5tNN_OdVRnC_8Tatiiw6bA"/>
</p:tagLst>
</file>

<file path=ppt/tags/tag8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7.xml><?xml version="1.0" encoding="utf-8"?>
<p:tagLst xmlns:a="http://schemas.openxmlformats.org/drawingml/2006/main" xmlns:r="http://schemas.openxmlformats.org/officeDocument/2006/relationships" xmlns:p="http://schemas.openxmlformats.org/presentationml/2006/main">
  <p:tag name="SHAPENAME" val="5. Source"/>
</p:tagLst>
</file>

<file path=ppt/tags/tag8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9.xml><?xml version="1.0" encoding="utf-8"?>
<p:tagLst xmlns:a="http://schemas.openxmlformats.org/drawingml/2006/main" xmlns:r="http://schemas.openxmlformats.org/officeDocument/2006/relationships" xmlns:p="http://schemas.openxmlformats.org/presentationml/2006/main">
  <p:tag name="SHAPENAME" val="3. Subtitle"/>
</p:tagLst>
</file>

<file path=ppt/theme/theme1.xml><?xml version="1.0" encoding="utf-8"?>
<a:theme xmlns:a="http://schemas.openxmlformats.org/drawingml/2006/main" name="Plantilla base">
  <a:themeElements>
    <a:clrScheme name="Paleta Credicorp opaca (1° celeste)">
      <a:dk1>
        <a:srgbClr val="000000"/>
      </a:dk1>
      <a:lt1>
        <a:srgbClr val="FFFFFF"/>
      </a:lt1>
      <a:dk2>
        <a:srgbClr val="44546A"/>
      </a:dk2>
      <a:lt2>
        <a:srgbClr val="B2B2B2"/>
      </a:lt2>
      <a:accent1>
        <a:srgbClr val="1DC5CD"/>
      </a:accent1>
      <a:accent2>
        <a:srgbClr val="33C38C"/>
      </a:accent2>
      <a:accent3>
        <a:srgbClr val="FFEA65"/>
      </a:accent3>
      <a:accent4>
        <a:srgbClr val="FB6725"/>
      </a:accent4>
      <a:accent5>
        <a:srgbClr val="C00000"/>
      </a:accent5>
      <a:accent6>
        <a:srgbClr val="B770A6"/>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w="19050">
          <a:solidFill>
            <a:schemeClr val="tx1"/>
          </a:solidFill>
        </a:ln>
      </a:spPr>
      <a:bodyPr rtlCol="0" anchor="ctr"/>
      <a:lstStyle>
        <a:defPPr algn="ctr">
          <a:defRPr sz="1400" b="1" dirty="0" err="1" smtClean="0">
            <a:solidFill>
              <a:schemeClr val="tx1"/>
            </a:solidFill>
          </a:defRPr>
        </a:defPPr>
      </a:lstStyle>
      <a:style>
        <a:lnRef idx="2">
          <a:schemeClr val="accent3">
            <a:shade val="50000"/>
          </a:schemeClr>
        </a:lnRef>
        <a:fillRef idx="1">
          <a:schemeClr val="accent3"/>
        </a:fillRef>
        <a:effectRef idx="0">
          <a:schemeClr val="accent3"/>
        </a:effectRef>
        <a:fontRef idx="minor">
          <a:schemeClr val="lt1"/>
        </a:fontRef>
      </a:style>
    </a:spDef>
  </a:objectDefaults>
  <a:extraClrSchemeLst/>
  <a:extLst>
    <a:ext uri="{05A4C25C-085E-4340-85A3-A5531E510DB2}">
      <thm15:themeFamily xmlns:thm15="http://schemas.microsoft.com/office/thememl/2012/main" name="Plantilla Credicorp 2022" id="{9628B6A0-9D1F-4FED-A66F-6EF6537DA217}" vid="{8EA64694-49C6-4D21-857F-0CF10542796B}"/>
    </a:ext>
  </a:extLst>
</a:theme>
</file>

<file path=ppt/theme/theme2.xml><?xml version="1.0" encoding="utf-8"?>
<a:theme xmlns:a="http://schemas.openxmlformats.org/drawingml/2006/main" name="2_Plantilla base">
  <a:themeElements>
    <a:clrScheme name="Paleta Credicorp opaca (1° celeste)">
      <a:dk1>
        <a:srgbClr val="000000"/>
      </a:dk1>
      <a:lt1>
        <a:srgbClr val="FFFFFF"/>
      </a:lt1>
      <a:dk2>
        <a:srgbClr val="44546A"/>
      </a:dk2>
      <a:lt2>
        <a:srgbClr val="B2B2B2"/>
      </a:lt2>
      <a:accent1>
        <a:srgbClr val="1DC5CD"/>
      </a:accent1>
      <a:accent2>
        <a:srgbClr val="33C38C"/>
      </a:accent2>
      <a:accent3>
        <a:srgbClr val="FFEA65"/>
      </a:accent3>
      <a:accent4>
        <a:srgbClr val="FB6725"/>
      </a:accent4>
      <a:accent5>
        <a:srgbClr val="C00000"/>
      </a:accent5>
      <a:accent6>
        <a:srgbClr val="B770A6"/>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w="19050">
          <a:solidFill>
            <a:schemeClr val="tx1"/>
          </a:solidFill>
        </a:ln>
      </a:spPr>
      <a:bodyPr rtlCol="0" anchor="ctr"/>
      <a:lstStyle>
        <a:defPPr algn="ctr">
          <a:defRPr sz="1400" b="1" dirty="0" err="1" smtClean="0">
            <a:solidFill>
              <a:schemeClr val="tx1"/>
            </a:solidFill>
          </a:defRPr>
        </a:defPPr>
      </a:lstStyle>
      <a:style>
        <a:lnRef idx="2">
          <a:schemeClr val="accent3">
            <a:shade val="50000"/>
          </a:schemeClr>
        </a:lnRef>
        <a:fillRef idx="1">
          <a:schemeClr val="accent3"/>
        </a:fillRef>
        <a:effectRef idx="0">
          <a:schemeClr val="accent3"/>
        </a:effectRef>
        <a:fontRef idx="minor">
          <a:schemeClr val="lt1"/>
        </a:fontRef>
      </a:style>
    </a:spDef>
  </a:objectDefaults>
  <a:extraClrSchemeLst/>
  <a:extLst>
    <a:ext uri="{05A4C25C-085E-4340-85A3-A5531E510DB2}">
      <thm15:themeFamily xmlns:thm15="http://schemas.microsoft.com/office/thememl/2012/main" name="Plantilla Credicorp 2022" id="{9628B6A0-9D1F-4FED-A66F-6EF6537DA217}" vid="{8EA64694-49C6-4D21-857F-0CF10542796B}"/>
    </a:ext>
  </a:extLst>
</a:theme>
</file>

<file path=ppt/theme/theme3.xml><?xml version="1.0" encoding="utf-8"?>
<a:theme xmlns:a="http://schemas.openxmlformats.org/drawingml/2006/main" name="Plantilla base">
  <a:themeElements>
    <a:clrScheme name="Paleta Credicorp opaca (1° celeste)">
      <a:dk1>
        <a:srgbClr val="000000"/>
      </a:dk1>
      <a:lt1>
        <a:srgbClr val="FFFFFF"/>
      </a:lt1>
      <a:dk2>
        <a:srgbClr val="44546A"/>
      </a:dk2>
      <a:lt2>
        <a:srgbClr val="B2B2B2"/>
      </a:lt2>
      <a:accent1>
        <a:srgbClr val="1DC5CD"/>
      </a:accent1>
      <a:accent2>
        <a:srgbClr val="33C38C"/>
      </a:accent2>
      <a:accent3>
        <a:srgbClr val="FFEA65"/>
      </a:accent3>
      <a:accent4>
        <a:srgbClr val="FB6725"/>
      </a:accent4>
      <a:accent5>
        <a:srgbClr val="C00000"/>
      </a:accent5>
      <a:accent6>
        <a:srgbClr val="B770A6"/>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w="19050">
          <a:solidFill>
            <a:schemeClr val="tx1"/>
          </a:solidFill>
        </a:ln>
      </a:spPr>
      <a:bodyPr rtlCol="0" anchor="ctr"/>
      <a:lstStyle>
        <a:defPPr algn="ctr">
          <a:defRPr sz="1400" b="1" dirty="0" err="1" smtClean="0">
            <a:solidFill>
              <a:schemeClr val="tx1"/>
            </a:solidFill>
          </a:defRPr>
        </a:defPPr>
      </a:lstStyle>
      <a:style>
        <a:lnRef idx="2">
          <a:schemeClr val="accent3">
            <a:shade val="50000"/>
          </a:schemeClr>
        </a:lnRef>
        <a:fillRef idx="1">
          <a:schemeClr val="accent3"/>
        </a:fillRef>
        <a:effectRef idx="0">
          <a:schemeClr val="accent3"/>
        </a:effectRef>
        <a:fontRef idx="minor">
          <a:schemeClr val="lt1"/>
        </a:fontRef>
      </a:style>
    </a:spDef>
  </a:objectDefaults>
  <a:extraClrSchemeLst/>
  <a:extLst>
    <a:ext uri="{05A4C25C-085E-4340-85A3-A5531E510DB2}">
      <thm15:themeFamily xmlns:thm15="http://schemas.microsoft.com/office/thememl/2012/main" name="Plantilla Credicorp 2022" id="{9628B6A0-9D1F-4FED-A66F-6EF6537DA217}" vid="{8EA64694-49C6-4D21-857F-0CF10542796B}"/>
    </a:ext>
  </a:extLst>
</a:theme>
</file>

<file path=ppt/theme/theme4.xml><?xml version="1.0" encoding="utf-8"?>
<a:theme xmlns:a="http://schemas.openxmlformats.org/drawingml/2006/main" name="2_Plantilla base">
  <a:themeElements>
    <a:clrScheme name="Paleta Credicorp opaca (1° celeste)">
      <a:dk1>
        <a:srgbClr val="000000"/>
      </a:dk1>
      <a:lt1>
        <a:srgbClr val="FFFFFF"/>
      </a:lt1>
      <a:dk2>
        <a:srgbClr val="44546A"/>
      </a:dk2>
      <a:lt2>
        <a:srgbClr val="B2B2B2"/>
      </a:lt2>
      <a:accent1>
        <a:srgbClr val="1DC5CD"/>
      </a:accent1>
      <a:accent2>
        <a:srgbClr val="33C38C"/>
      </a:accent2>
      <a:accent3>
        <a:srgbClr val="FFEA65"/>
      </a:accent3>
      <a:accent4>
        <a:srgbClr val="FB6725"/>
      </a:accent4>
      <a:accent5>
        <a:srgbClr val="C00000"/>
      </a:accent5>
      <a:accent6>
        <a:srgbClr val="B770A6"/>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w="19050">
          <a:solidFill>
            <a:schemeClr val="tx1"/>
          </a:solidFill>
        </a:ln>
      </a:spPr>
      <a:bodyPr rtlCol="0" anchor="ctr"/>
      <a:lstStyle>
        <a:defPPr algn="ctr">
          <a:defRPr sz="1400" b="1" dirty="0" err="1" smtClean="0">
            <a:solidFill>
              <a:schemeClr val="tx1"/>
            </a:solidFill>
          </a:defRPr>
        </a:defPPr>
      </a:lstStyle>
      <a:style>
        <a:lnRef idx="2">
          <a:schemeClr val="accent3">
            <a:shade val="50000"/>
          </a:schemeClr>
        </a:lnRef>
        <a:fillRef idx="1">
          <a:schemeClr val="accent3"/>
        </a:fillRef>
        <a:effectRef idx="0">
          <a:schemeClr val="accent3"/>
        </a:effectRef>
        <a:fontRef idx="minor">
          <a:schemeClr val="lt1"/>
        </a:fontRef>
      </a:style>
    </a:spDef>
  </a:objectDefaults>
  <a:extraClrSchemeLst/>
  <a:extLst>
    <a:ext uri="{05A4C25C-085E-4340-85A3-A5531E510DB2}">
      <thm15:themeFamily xmlns:thm15="http://schemas.microsoft.com/office/thememl/2012/main" name="Plantilla Credicorp 2022" id="{9628B6A0-9D1F-4FED-A66F-6EF6537DA217}" vid="{8EA64694-49C6-4D21-857F-0CF10542796B}"/>
    </a:ext>
  </a:extLst>
</a:theme>
</file>

<file path=ppt/theme/theme5.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E972A8B-E1AA-D146-84DB-86F49DF23F61}">
  <we:reference id="wa200010215" version="2.0.0.0" store="en-US" storeType="OMEX"/>
  <we:alternateReferences>
    <we:reference id="wa200010215" version="2.0.0.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45AB4CF383B5F44A82AAEB8F398B0092" ma:contentTypeVersion="19" ma:contentTypeDescription="Crear nuevo documento." ma:contentTypeScope="" ma:versionID="692a6bb77e5de4f79e3f4c419452eb86">
  <xsd:schema xmlns:xsd="http://www.w3.org/2001/XMLSchema" xmlns:xs="http://www.w3.org/2001/XMLSchema" xmlns:p="http://schemas.microsoft.com/office/2006/metadata/properties" xmlns:ns2="202c78df-9e91-47d5-8244-2cb6576a2346" xmlns:ns3="dabffc8c-5b7a-413d-ad46-e9de22e0e43d" targetNamespace="http://schemas.microsoft.com/office/2006/metadata/properties" ma:root="true" ma:fieldsID="b580411b87d98c9d5eb7fd73ae4b83c6" ns2:_="" ns3:_="">
    <xsd:import namespace="202c78df-9e91-47d5-8244-2cb6576a2346"/>
    <xsd:import namespace="dabffc8c-5b7a-413d-ad46-e9de22e0e43d"/>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BillingMetadata" minOccurs="0"/>
                <xsd:element ref="ns2:pregunta_x0020_1" minOccurs="0"/>
                <xsd:element ref="ns2:link" minOccurs="0"/>
                <xsd:element ref="ns2:tipo_x0020_numero" minOccurs="0"/>
                <xsd:element ref="ns2:comentario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02c78df-9e91-47d5-8244-2cb6576a234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Etiquetas de imagen" ma:readOnly="false" ma:fieldId="{5cf76f15-5ced-4ddc-b409-7134ff3c332f}" ma:taxonomyMulti="true" ma:sspId="99a4d325-e744-4b40-a3b6-bd808253bd2b"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Note"/>
      </xsd:simpleType>
    </xsd:element>
    <xsd:element name="pregunta_x0020_1" ma:index="23" nillable="true" ma:displayName="pregunta 1" ma:internalName="pregunta_x0020_1">
      <xsd:simpleType>
        <xsd:restriction base="dms:Text"/>
      </xsd:simpleType>
    </xsd:element>
    <xsd:element name="link" ma:index="24" nillable="true" ma:displayName="link" ma:internalName="link">
      <xsd:complexType>
        <xsd:complexContent>
          <xsd:extension base="dms:URL">
            <xsd:sequence>
              <xsd:element name="Url" type="dms:ValidUrl" minOccurs="0" nillable="true"/>
              <xsd:element name="Description" type="xsd:string" nillable="true"/>
            </xsd:sequence>
          </xsd:extension>
        </xsd:complexContent>
      </xsd:complexType>
    </xsd:element>
    <xsd:element name="tipo_x0020_numero" ma:index="25" nillable="true" ma:displayName="tipo numero" ma:internalName="tipo_x0020_numero">
      <xsd:simpleType>
        <xsd:restriction base="dms:Number"/>
      </xsd:simpleType>
    </xsd:element>
    <xsd:element name="comentarios" ma:index="26" nillable="true" ma:displayName="comentarios" ma:internalName="comentarios">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abffc8c-5b7a-413d-ad46-e9de22e0e43d" elementFormDefault="qualified">
    <xsd:import namespace="http://schemas.microsoft.com/office/2006/documentManagement/types"/>
    <xsd:import namespace="http://schemas.microsoft.com/office/infopath/2007/PartnerControls"/>
    <xsd:element name="SharedWithUsers" ma:index="12"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Detalles de uso compartido" ma:internalName="SharedWithDetails" ma:readOnly="true">
      <xsd:simpleType>
        <xsd:restriction base="dms:Note">
          <xsd:maxLength value="255"/>
        </xsd:restriction>
      </xsd:simpleType>
    </xsd:element>
    <xsd:element name="TaxCatchAll" ma:index="16" nillable="true" ma:displayName="Taxonomy Catch All Column" ma:hidden="true" ma:list="{71e0fc9e-edee-4fc1-a44e-282a58e8adad}" ma:internalName="TaxCatchAll" ma:showField="CatchAllData" ma:web="dabffc8c-5b7a-413d-ad46-e9de22e0e43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dabffc8c-5b7a-413d-ad46-e9de22e0e43d" xsi:nil="true"/>
    <lcf76f155ced4ddcb4097134ff3c332f xmlns="202c78df-9e91-47d5-8244-2cb6576a2346">
      <Terms xmlns="http://schemas.microsoft.com/office/infopath/2007/PartnerControls"/>
    </lcf76f155ced4ddcb4097134ff3c332f>
    <SharedWithUsers xmlns="dabffc8c-5b7a-413d-ad46-e9de22e0e43d">
      <UserInfo>
        <DisplayName>Emanuel Antonio Caceres Diaz</DisplayName>
        <AccountId>12</AccountId>
        <AccountType/>
      </UserInfo>
      <UserInfo>
        <DisplayName>Martin Grisolle Martinez - CREDICORP PERU</DisplayName>
        <AccountId>207</AccountId>
        <AccountType/>
      </UserInfo>
    </SharedWithUsers>
    <pregunta_x0020_1 xmlns="202c78df-9e91-47d5-8244-2cb6576a2346" xsi:nil="true"/>
    <link xmlns="202c78df-9e91-47d5-8244-2cb6576a2346">
      <Url xsi:nil="true"/>
      <Description xsi:nil="true"/>
    </link>
    <tipo_x0020_numero xmlns="202c78df-9e91-47d5-8244-2cb6576a2346" xsi:nil="true"/>
    <comentarios xmlns="202c78df-9e91-47d5-8244-2cb6576a2346" xsi:nil="true"/>
  </documentManagement>
</p:properties>
</file>

<file path=customXml/itemProps1.xml><?xml version="1.0" encoding="utf-8"?>
<ds:datastoreItem xmlns:ds="http://schemas.openxmlformats.org/officeDocument/2006/customXml" ds:itemID="{AB8308D9-07A1-48EE-9217-90A2F74985DA}">
  <ds:schemaRefs>
    <ds:schemaRef ds:uri="202c78df-9e91-47d5-8244-2cb6576a2346"/>
    <ds:schemaRef ds:uri="dabffc8c-5b7a-413d-ad46-e9de22e0e43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4B8AA92-19DC-4D1D-9E96-6E265DCDE8CE}">
  <ds:schemaRefs>
    <ds:schemaRef ds:uri="http://schemas.microsoft.com/sharepoint/v3/contenttype/forms"/>
  </ds:schemaRefs>
</ds:datastoreItem>
</file>

<file path=customXml/itemProps3.xml><?xml version="1.0" encoding="utf-8"?>
<ds:datastoreItem xmlns:ds="http://schemas.openxmlformats.org/officeDocument/2006/customXml" ds:itemID="{5E029827-14AA-4E0D-AD80-8D4918AF9905}">
  <ds:schemaRefs>
    <ds:schemaRef ds:uri="202c78df-9e91-47d5-8244-2cb6576a2346"/>
    <ds:schemaRef ds:uri="dabffc8c-5b7a-413d-ad46-e9de22e0e43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c15ead3b-a842-409e-8059-3e3468c48585}" enabled="1" method="Standard" siteId="{5d93ebcc-f769-4380-8b7e-289fc972da1b}" removed="0"/>
</clbl:labelList>
</file>

<file path=docProps/app.xml><?xml version="1.0" encoding="utf-8"?>
<Properties xmlns="http://schemas.openxmlformats.org/officeDocument/2006/extended-properties" xmlns:vt="http://schemas.openxmlformats.org/officeDocument/2006/docPropsVTypes">
  <Template/>
  <TotalTime>8533</TotalTime>
  <Words>3203</Words>
  <Application>Microsoft Office PowerPoint</Application>
  <PresentationFormat>Personalizado</PresentationFormat>
  <Paragraphs>335</Paragraphs>
  <Slides>25</Slides>
  <Notes>24</Notes>
  <HiddenSlides>0</HiddenSlides>
  <MMClips>0</MMClips>
  <ScaleCrop>false</ScaleCrop>
  <HeadingPairs>
    <vt:vector size="8" baseType="variant">
      <vt:variant>
        <vt:lpstr>Fuentes usadas</vt:lpstr>
      </vt:variant>
      <vt:variant>
        <vt:i4>8</vt:i4>
      </vt:variant>
      <vt:variant>
        <vt:lpstr>Tema</vt:lpstr>
      </vt:variant>
      <vt:variant>
        <vt:i4>4</vt:i4>
      </vt:variant>
      <vt:variant>
        <vt:lpstr>Servidores OLE incrustados</vt:lpstr>
      </vt:variant>
      <vt:variant>
        <vt:i4>2</vt:i4>
      </vt:variant>
      <vt:variant>
        <vt:lpstr>Títulos de diapositiva</vt:lpstr>
      </vt:variant>
      <vt:variant>
        <vt:i4>25</vt:i4>
      </vt:variant>
    </vt:vector>
  </HeadingPairs>
  <TitlesOfParts>
    <vt:vector size="39" baseType="lpstr">
      <vt:lpstr>Flexo</vt:lpstr>
      <vt:lpstr>Helvetica Neue</vt:lpstr>
      <vt:lpstr>Aptos</vt:lpstr>
      <vt:lpstr>Aptos Display</vt:lpstr>
      <vt:lpstr>Arial</vt:lpstr>
      <vt:lpstr>Calibri</vt:lpstr>
      <vt:lpstr>Georgia</vt:lpstr>
      <vt:lpstr>Segoe UI</vt:lpstr>
      <vt:lpstr>Plantilla base</vt:lpstr>
      <vt:lpstr>2_Plantilla base</vt:lpstr>
      <vt:lpstr>Plantilla base</vt:lpstr>
      <vt:lpstr>2_Plantilla base</vt:lpstr>
      <vt:lpstr>Diapositiva de think-cell</vt:lpstr>
      <vt:lpstr>think-cell Slide</vt:lpstr>
      <vt:lpstr>Context Engineering y Ambigüedad en Agentes Conversacionales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Alexis</dc:creator>
  <cp:lastModifiedBy>Kevin Gomez Villanueva</cp:lastModifiedBy>
  <cp:revision>67</cp:revision>
  <cp:lastPrinted>2026-05-28T07:44:13Z</cp:lastPrinted>
  <dcterms:created xsi:type="dcterms:W3CDTF">2018-11-30T22:18:41Z</dcterms:created>
  <dcterms:modified xsi:type="dcterms:W3CDTF">2026-09-17T04:35:13Z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0x01010045AB4CF383B5F44A82AAEB8F398B0092</vt:lpwstr>
  </property>
  <property fmtid="{D5CDD505-2E9C-101B-9397-08002B2CF9AE}" pid="3" name="Order">
    <vt:r8>66400</vt:r8>
  </property>
  <property fmtid="{D5CDD505-2E9C-101B-9397-08002B2CF9AE}" pid="4" name="ComplianceAssetId">
    <vt:lpwstr/>
  </property>
  <property fmtid="{D5CDD505-2E9C-101B-9397-08002B2CF9AE}" pid="5" name="MediaServiceImageTags">
    <vt:lpwstr/>
  </property>
  <property fmtid="{D5CDD505-2E9C-101B-9397-08002B2CF9AE}" pid="6" name="MSIP_Label_c15ead3b-a842-409e-8059-3e3468c48585_Enabled">
    <vt:lpwstr>true</vt:lpwstr>
  </property>
  <property fmtid="{D5CDD505-2E9C-101B-9397-08002B2CF9AE}" pid="7" name="MSIP_Label_c15ead3b-a842-409e-8059-3e3468c48585_SetDate">
    <vt:lpwstr>2023-07-06T19:52:24Z</vt:lpwstr>
  </property>
  <property fmtid="{D5CDD505-2E9C-101B-9397-08002B2CF9AE}" pid="8" name="MSIP_Label_c15ead3b-a842-409e-8059-3e3468c48585_Method">
    <vt:lpwstr>Standard</vt:lpwstr>
  </property>
  <property fmtid="{D5CDD505-2E9C-101B-9397-08002B2CF9AE}" pid="9" name="MSIP_Label_c15ead3b-a842-409e-8059-3e3468c48585_Name">
    <vt:lpwstr>Interna BCP</vt:lpwstr>
  </property>
  <property fmtid="{D5CDD505-2E9C-101B-9397-08002B2CF9AE}" pid="10" name="MSIP_Label_c15ead3b-a842-409e-8059-3e3468c48585_SiteId">
    <vt:lpwstr>5d93ebcc-f769-4380-8b7e-289fc972da1b</vt:lpwstr>
  </property>
  <property fmtid="{D5CDD505-2E9C-101B-9397-08002B2CF9AE}" pid="11" name="MSIP_Label_c15ead3b-a842-409e-8059-3e3468c48585_ActionId">
    <vt:lpwstr>652cbedf-ae25-4a2d-9348-ec1b6dce3fa0</vt:lpwstr>
  </property>
  <property fmtid="{D5CDD505-2E9C-101B-9397-08002B2CF9AE}" pid="12" name="MSIP_Label_c15ead3b-a842-409e-8059-3e3468c48585_ContentBits">
    <vt:lpwstr>2</vt:lpwstr>
  </property>
  <property fmtid="{D5CDD505-2E9C-101B-9397-08002B2CF9AE}" pid="13" name="ClassificationContentMarkingFooterLocations">
    <vt:lpwstr>Portada 1:5\Portada 2:6\Cierre presentación:6\Tabla contenidos:7\Portadilla / diviciones:5\Portadilla 2 - diviciones:7\1-Contenido libre:5\Texto blanco sobre fondo oscuro:7\3-Contenido Libre :5\4-Contenido Libre:5</vt:lpwstr>
  </property>
  <property fmtid="{D5CDD505-2E9C-101B-9397-08002B2CF9AE}" pid="14" name="ClassificationContentMarkingFooterText">
    <vt:lpwstr>Datos elaborados por BCP para uso Interno</vt:lpwstr>
  </property>
</Properties>
</file>